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2" d="100"/>
          <a:sy n="42" d="100"/>
        </p:scale>
        <p:origin x="780" y="4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822501" y="1415060"/>
            <a:ext cx="12642997" cy="18732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1" i="0">
                <a:solidFill>
                  <a:schemeClr val="tx1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1" i="0">
                <a:solidFill>
                  <a:schemeClr val="tx1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1" i="0">
                <a:solidFill>
                  <a:schemeClr val="tx1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38576" y="1213835"/>
            <a:ext cx="6610984" cy="14510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032943" y="3495883"/>
            <a:ext cx="14222113" cy="398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jpg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20725">
              <a:lnSpc>
                <a:spcPct val="116599"/>
              </a:lnSpc>
              <a:spcBef>
                <a:spcPts val="100"/>
              </a:spcBef>
            </a:pPr>
            <a:r>
              <a:rPr sz="5200" dirty="0"/>
              <a:t>A</a:t>
            </a:r>
            <a:r>
              <a:rPr sz="5200" spc="-155" dirty="0"/>
              <a:t> </a:t>
            </a:r>
            <a:r>
              <a:rPr sz="5200" dirty="0"/>
              <a:t>report</a:t>
            </a:r>
            <a:r>
              <a:rPr sz="5200" spc="-155" dirty="0"/>
              <a:t> </a:t>
            </a:r>
            <a:r>
              <a:rPr sz="5200" dirty="0"/>
              <a:t>on</a:t>
            </a:r>
            <a:r>
              <a:rPr sz="5200" spc="-155" dirty="0"/>
              <a:t> </a:t>
            </a:r>
            <a:r>
              <a:rPr sz="5200" dirty="0"/>
              <a:t>the</a:t>
            </a:r>
            <a:r>
              <a:rPr sz="5200" spc="-155" dirty="0"/>
              <a:t> </a:t>
            </a:r>
            <a:r>
              <a:rPr sz="5200" dirty="0"/>
              <a:t>Mountain</a:t>
            </a:r>
            <a:r>
              <a:rPr sz="5200" spc="-155" dirty="0"/>
              <a:t> </a:t>
            </a:r>
            <a:r>
              <a:rPr sz="5200" spc="-10" dirty="0"/>
              <a:t>Hiking </a:t>
            </a:r>
            <a:r>
              <a:rPr sz="5200" dirty="0"/>
              <a:t>Challenge</a:t>
            </a:r>
            <a:r>
              <a:rPr sz="5200" spc="-305" dirty="0"/>
              <a:t> </a:t>
            </a:r>
            <a:r>
              <a:rPr sz="5200" dirty="0"/>
              <a:t>Registration</a:t>
            </a:r>
            <a:r>
              <a:rPr sz="5200" spc="-300" dirty="0"/>
              <a:t> </a:t>
            </a:r>
            <a:r>
              <a:rPr sz="5200" dirty="0"/>
              <a:t>Java</a:t>
            </a:r>
            <a:r>
              <a:rPr sz="5200" spc="-300" dirty="0"/>
              <a:t> </a:t>
            </a:r>
            <a:r>
              <a:rPr sz="5200" spc="-10" dirty="0"/>
              <a:t>program</a:t>
            </a:r>
            <a:endParaRPr sz="5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327929" y="2907351"/>
            <a:ext cx="13632180" cy="4826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5799"/>
              </a:lnSpc>
              <a:spcBef>
                <a:spcPts val="100"/>
              </a:spcBef>
            </a:pPr>
            <a:r>
              <a:rPr sz="3400" spc="-240" dirty="0">
                <a:latin typeface="Trebuchet MS"/>
                <a:cs typeface="Trebuchet MS"/>
              </a:rPr>
              <a:t>FPT</a:t>
            </a:r>
            <a:r>
              <a:rPr sz="3400" spc="-20" dirty="0">
                <a:latin typeface="Trebuchet MS"/>
                <a:cs typeface="Trebuchet MS"/>
              </a:rPr>
              <a:t> </a:t>
            </a:r>
            <a:r>
              <a:rPr sz="3400" spc="-165" dirty="0">
                <a:latin typeface="Trebuchet MS"/>
                <a:cs typeface="Trebuchet MS"/>
              </a:rPr>
              <a:t>University</a:t>
            </a:r>
            <a:r>
              <a:rPr sz="3400" spc="-90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has</a:t>
            </a:r>
            <a:r>
              <a:rPr sz="3400" spc="-60" dirty="0">
                <a:latin typeface="Trebuchet MS"/>
                <a:cs typeface="Trebuchet MS"/>
              </a:rPr>
              <a:t> </a:t>
            </a:r>
            <a:r>
              <a:rPr sz="3400" spc="-35" dirty="0">
                <a:latin typeface="Trebuchet MS"/>
                <a:cs typeface="Trebuchet MS"/>
              </a:rPr>
              <a:t>launched</a:t>
            </a:r>
            <a:r>
              <a:rPr sz="3400" spc="-55" dirty="0">
                <a:latin typeface="Trebuchet MS"/>
                <a:cs typeface="Trebuchet MS"/>
              </a:rPr>
              <a:t> </a:t>
            </a:r>
            <a:r>
              <a:rPr sz="3400" spc="140" dirty="0">
                <a:latin typeface="Trebuchet MS"/>
                <a:cs typeface="Trebuchet MS"/>
              </a:rPr>
              <a:t>a</a:t>
            </a:r>
            <a:r>
              <a:rPr sz="3400" spc="-55" dirty="0">
                <a:latin typeface="Trebuchet MS"/>
                <a:cs typeface="Trebuchet MS"/>
              </a:rPr>
              <a:t> </a:t>
            </a:r>
            <a:r>
              <a:rPr sz="3400" spc="-130" dirty="0">
                <a:latin typeface="Trebuchet MS"/>
                <a:cs typeface="Trebuchet MS"/>
              </a:rPr>
              <a:t>movement</a:t>
            </a:r>
            <a:r>
              <a:rPr sz="3400" spc="-55" dirty="0">
                <a:latin typeface="Trebuchet MS"/>
                <a:cs typeface="Trebuchet MS"/>
              </a:rPr>
              <a:t> </a:t>
            </a:r>
            <a:r>
              <a:rPr sz="3400" spc="-135" dirty="0">
                <a:latin typeface="Trebuchet MS"/>
                <a:cs typeface="Trebuchet MS"/>
              </a:rPr>
              <a:t>titled</a:t>
            </a:r>
            <a:r>
              <a:rPr sz="3400" spc="-60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"Because</a:t>
            </a:r>
            <a:r>
              <a:rPr sz="3400" spc="-55" dirty="0">
                <a:latin typeface="Trebuchet MS"/>
                <a:cs typeface="Trebuchet MS"/>
              </a:rPr>
              <a:t> </a:t>
            </a:r>
            <a:r>
              <a:rPr sz="3400" spc="140" dirty="0">
                <a:latin typeface="Trebuchet MS"/>
                <a:cs typeface="Trebuchet MS"/>
              </a:rPr>
              <a:t>a</a:t>
            </a:r>
            <a:r>
              <a:rPr sz="3400" spc="-55" dirty="0">
                <a:latin typeface="Trebuchet MS"/>
                <a:cs typeface="Trebuchet MS"/>
              </a:rPr>
              <a:t> </a:t>
            </a:r>
            <a:r>
              <a:rPr sz="3400" spc="-35" dirty="0">
                <a:latin typeface="Trebuchet MS"/>
                <a:cs typeface="Trebuchet MS"/>
              </a:rPr>
              <a:t>Generation</a:t>
            </a:r>
            <a:r>
              <a:rPr sz="3400" spc="-55" dirty="0">
                <a:latin typeface="Trebuchet MS"/>
                <a:cs typeface="Trebuchet MS"/>
              </a:rPr>
              <a:t> </a:t>
            </a:r>
            <a:r>
              <a:rPr sz="3400" spc="-25" dirty="0">
                <a:latin typeface="Trebuchet MS"/>
                <a:cs typeface="Trebuchet MS"/>
              </a:rPr>
              <a:t>of </a:t>
            </a:r>
            <a:r>
              <a:rPr sz="3400" spc="-95" dirty="0">
                <a:latin typeface="Trebuchet MS"/>
                <a:cs typeface="Trebuchet MS"/>
              </a:rPr>
              <a:t>Intellectuals</a:t>
            </a:r>
            <a:r>
              <a:rPr sz="3400" spc="55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Dares</a:t>
            </a:r>
            <a:r>
              <a:rPr sz="3400" spc="55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to</a:t>
            </a:r>
            <a:r>
              <a:rPr sz="3400" spc="60" dirty="0">
                <a:latin typeface="Trebuchet MS"/>
                <a:cs typeface="Trebuchet MS"/>
              </a:rPr>
              <a:t> </a:t>
            </a:r>
            <a:r>
              <a:rPr sz="3400" spc="-265" dirty="0">
                <a:latin typeface="Trebuchet MS"/>
                <a:cs typeface="Trebuchet MS"/>
              </a:rPr>
              <a:t>Think</a:t>
            </a:r>
            <a:r>
              <a:rPr sz="3400" spc="55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and</a:t>
            </a:r>
            <a:r>
              <a:rPr sz="3400" spc="60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Do",</a:t>
            </a:r>
            <a:r>
              <a:rPr sz="3400" spc="55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sponsored</a:t>
            </a:r>
            <a:r>
              <a:rPr sz="3400" spc="60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by</a:t>
            </a:r>
            <a:r>
              <a:rPr sz="3400" spc="55" dirty="0">
                <a:latin typeface="Trebuchet MS"/>
                <a:cs typeface="Trebuchet MS"/>
              </a:rPr>
              <a:t> </a:t>
            </a:r>
            <a:r>
              <a:rPr sz="3400" spc="-60" dirty="0">
                <a:latin typeface="Trebuchet MS"/>
                <a:cs typeface="Trebuchet MS"/>
              </a:rPr>
              <a:t>Viettel</a:t>
            </a:r>
            <a:r>
              <a:rPr sz="3400" spc="55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and</a:t>
            </a:r>
            <a:r>
              <a:rPr sz="3400" spc="60" dirty="0">
                <a:latin typeface="Trebuchet MS"/>
                <a:cs typeface="Trebuchet MS"/>
              </a:rPr>
              <a:t> </a:t>
            </a:r>
            <a:r>
              <a:rPr sz="3400" spc="-114" dirty="0">
                <a:latin typeface="Trebuchet MS"/>
                <a:cs typeface="Trebuchet MS"/>
              </a:rPr>
              <a:t>VNPT.</a:t>
            </a:r>
            <a:r>
              <a:rPr sz="3400" spc="55" dirty="0">
                <a:latin typeface="Trebuchet MS"/>
                <a:cs typeface="Trebuchet MS"/>
              </a:rPr>
              <a:t> </a:t>
            </a:r>
            <a:r>
              <a:rPr sz="3400" spc="-25" dirty="0">
                <a:latin typeface="Trebuchet MS"/>
                <a:cs typeface="Trebuchet MS"/>
              </a:rPr>
              <a:t>To </a:t>
            </a:r>
            <a:r>
              <a:rPr sz="3400" spc="-35" dirty="0">
                <a:latin typeface="Trebuchet MS"/>
                <a:cs typeface="Trebuchet MS"/>
              </a:rPr>
              <a:t>support</a:t>
            </a:r>
            <a:r>
              <a:rPr sz="3400" spc="-30" dirty="0">
                <a:latin typeface="Trebuchet MS"/>
                <a:cs typeface="Trebuchet MS"/>
              </a:rPr>
              <a:t> </a:t>
            </a:r>
            <a:r>
              <a:rPr sz="3400" spc="-70" dirty="0">
                <a:latin typeface="Trebuchet MS"/>
                <a:cs typeface="Trebuchet MS"/>
              </a:rPr>
              <a:t>this</a:t>
            </a:r>
            <a:r>
              <a:rPr sz="3400" spc="-30" dirty="0">
                <a:latin typeface="Trebuchet MS"/>
                <a:cs typeface="Trebuchet MS"/>
              </a:rPr>
              <a:t> </a:t>
            </a:r>
            <a:r>
              <a:rPr sz="3400" spc="-170" dirty="0">
                <a:latin typeface="Trebuchet MS"/>
                <a:cs typeface="Trebuchet MS"/>
              </a:rPr>
              <a:t>initiative,</a:t>
            </a:r>
            <a:r>
              <a:rPr sz="3400" spc="-30" dirty="0">
                <a:latin typeface="Trebuchet MS"/>
                <a:cs typeface="Trebuchet MS"/>
              </a:rPr>
              <a:t> </a:t>
            </a:r>
            <a:r>
              <a:rPr sz="3400" spc="140" dirty="0">
                <a:latin typeface="Trebuchet MS"/>
                <a:cs typeface="Trebuchet MS"/>
              </a:rPr>
              <a:t>a</a:t>
            </a:r>
            <a:r>
              <a:rPr sz="3400" spc="-25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program</a:t>
            </a:r>
            <a:r>
              <a:rPr sz="3400" spc="-30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needs</a:t>
            </a:r>
            <a:r>
              <a:rPr sz="3400" spc="-30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to</a:t>
            </a:r>
            <a:r>
              <a:rPr sz="3400" spc="-25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be</a:t>
            </a:r>
            <a:r>
              <a:rPr sz="3400" spc="-30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developed</a:t>
            </a:r>
            <a:r>
              <a:rPr sz="3400" spc="-30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to</a:t>
            </a:r>
            <a:r>
              <a:rPr sz="3400" spc="-25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manage</a:t>
            </a:r>
            <a:r>
              <a:rPr sz="3400" spc="-30" dirty="0">
                <a:latin typeface="Trebuchet MS"/>
                <a:cs typeface="Trebuchet MS"/>
              </a:rPr>
              <a:t> </a:t>
            </a:r>
            <a:r>
              <a:rPr sz="3400" spc="-25" dirty="0">
                <a:latin typeface="Trebuchet MS"/>
                <a:cs typeface="Trebuchet MS"/>
              </a:rPr>
              <a:t>the </a:t>
            </a:r>
            <a:r>
              <a:rPr sz="3400" spc="-105" dirty="0">
                <a:latin typeface="Trebuchet MS"/>
                <a:cs typeface="Trebuchet MS"/>
              </a:rPr>
              <a:t>registration</a:t>
            </a:r>
            <a:r>
              <a:rPr sz="3400" spc="-95" dirty="0">
                <a:latin typeface="Trebuchet MS"/>
                <a:cs typeface="Trebuchet MS"/>
              </a:rPr>
              <a:t> </a:t>
            </a:r>
            <a:r>
              <a:rPr sz="3400" spc="-130" dirty="0">
                <a:latin typeface="Trebuchet MS"/>
                <a:cs typeface="Trebuchet MS"/>
              </a:rPr>
              <a:t>information</a:t>
            </a:r>
            <a:r>
              <a:rPr sz="3400" spc="-95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of</a:t>
            </a:r>
            <a:r>
              <a:rPr sz="3400" spc="-95" dirty="0">
                <a:latin typeface="Trebuchet MS"/>
                <a:cs typeface="Trebuchet MS"/>
              </a:rPr>
              <a:t> </a:t>
            </a:r>
            <a:r>
              <a:rPr sz="3400" spc="-250" dirty="0">
                <a:latin typeface="Trebuchet MS"/>
                <a:cs typeface="Trebuchet MS"/>
              </a:rPr>
              <a:t>FPT</a:t>
            </a:r>
            <a:r>
              <a:rPr sz="3400" spc="-90" dirty="0">
                <a:latin typeface="Trebuchet MS"/>
                <a:cs typeface="Trebuchet MS"/>
              </a:rPr>
              <a:t> </a:t>
            </a:r>
            <a:r>
              <a:rPr sz="3400" spc="-175" dirty="0">
                <a:latin typeface="Trebuchet MS"/>
                <a:cs typeface="Trebuchet MS"/>
              </a:rPr>
              <a:t>University</a:t>
            </a:r>
            <a:r>
              <a:rPr sz="3400" spc="-95" dirty="0">
                <a:latin typeface="Trebuchet MS"/>
                <a:cs typeface="Trebuchet MS"/>
              </a:rPr>
              <a:t> </a:t>
            </a:r>
            <a:r>
              <a:rPr sz="3400" spc="-10" dirty="0">
                <a:latin typeface="Trebuchet MS"/>
                <a:cs typeface="Trebuchet MS"/>
              </a:rPr>
              <a:t>students.</a:t>
            </a:r>
            <a:endParaRPr sz="3400">
              <a:latin typeface="Trebuchet MS"/>
              <a:cs typeface="Trebuchet MS"/>
            </a:endParaRPr>
          </a:p>
          <a:p>
            <a:pPr marL="12700" marR="5080" algn="just">
              <a:lnSpc>
                <a:spcPct val="115799"/>
              </a:lnSpc>
            </a:pPr>
            <a:r>
              <a:rPr sz="3400" dirty="0">
                <a:latin typeface="Trebuchet MS"/>
                <a:cs typeface="Trebuchet MS"/>
              </a:rPr>
              <a:t>The</a:t>
            </a:r>
            <a:r>
              <a:rPr sz="3400" spc="105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program</a:t>
            </a:r>
            <a:r>
              <a:rPr sz="3400" spc="110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would</a:t>
            </a:r>
            <a:r>
              <a:rPr sz="3400" spc="110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enable</a:t>
            </a:r>
            <a:r>
              <a:rPr sz="3400" spc="110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students</a:t>
            </a:r>
            <a:r>
              <a:rPr sz="3400" spc="110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from</a:t>
            </a:r>
            <a:r>
              <a:rPr sz="3400" spc="110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all</a:t>
            </a:r>
            <a:r>
              <a:rPr sz="3400" spc="110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campuses</a:t>
            </a:r>
            <a:r>
              <a:rPr sz="3400" spc="110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nationwide</a:t>
            </a:r>
            <a:r>
              <a:rPr sz="3400" spc="105" dirty="0">
                <a:latin typeface="Trebuchet MS"/>
                <a:cs typeface="Trebuchet MS"/>
              </a:rPr>
              <a:t> </a:t>
            </a:r>
            <a:r>
              <a:rPr sz="3400" spc="-25" dirty="0">
                <a:latin typeface="Trebuchet MS"/>
                <a:cs typeface="Trebuchet MS"/>
              </a:rPr>
              <a:t>to </a:t>
            </a:r>
            <a:r>
              <a:rPr sz="3400" dirty="0">
                <a:latin typeface="Trebuchet MS"/>
                <a:cs typeface="Trebuchet MS"/>
              </a:rPr>
              <a:t>register</a:t>
            </a:r>
            <a:r>
              <a:rPr sz="3400" spc="45" dirty="0">
                <a:latin typeface="Trebuchet MS"/>
                <a:cs typeface="Trebuchet MS"/>
              </a:rPr>
              <a:t>  </a:t>
            </a:r>
            <a:r>
              <a:rPr sz="3400" dirty="0">
                <a:latin typeface="Trebuchet MS"/>
                <a:cs typeface="Trebuchet MS"/>
              </a:rPr>
              <a:t>and</a:t>
            </a:r>
            <a:r>
              <a:rPr sz="3400" spc="45" dirty="0">
                <a:latin typeface="Trebuchet MS"/>
                <a:cs typeface="Trebuchet MS"/>
              </a:rPr>
              <a:t>  </a:t>
            </a:r>
            <a:r>
              <a:rPr sz="3400" dirty="0">
                <a:latin typeface="Trebuchet MS"/>
                <a:cs typeface="Trebuchet MS"/>
              </a:rPr>
              <a:t>select</a:t>
            </a:r>
            <a:r>
              <a:rPr sz="3400" spc="45" dirty="0">
                <a:latin typeface="Trebuchet MS"/>
                <a:cs typeface="Trebuchet MS"/>
              </a:rPr>
              <a:t>  </a:t>
            </a:r>
            <a:r>
              <a:rPr sz="3400" dirty="0">
                <a:latin typeface="Trebuchet MS"/>
                <a:cs typeface="Trebuchet MS"/>
              </a:rPr>
              <a:t>mountains</a:t>
            </a:r>
            <a:r>
              <a:rPr sz="3400" spc="45" dirty="0">
                <a:latin typeface="Trebuchet MS"/>
                <a:cs typeface="Trebuchet MS"/>
              </a:rPr>
              <a:t>  </a:t>
            </a:r>
            <a:r>
              <a:rPr sz="3400" spc="-20" dirty="0">
                <a:latin typeface="Trebuchet MS"/>
                <a:cs typeface="Trebuchet MS"/>
              </a:rPr>
              <a:t>(MountainList.csv)</a:t>
            </a:r>
            <a:r>
              <a:rPr sz="3400" spc="45" dirty="0">
                <a:latin typeface="Trebuchet MS"/>
                <a:cs typeface="Trebuchet MS"/>
              </a:rPr>
              <a:t>  </a:t>
            </a:r>
            <a:r>
              <a:rPr sz="3400" dirty="0">
                <a:latin typeface="Trebuchet MS"/>
                <a:cs typeface="Trebuchet MS"/>
              </a:rPr>
              <a:t>to</a:t>
            </a:r>
            <a:r>
              <a:rPr sz="3400" spc="45" dirty="0">
                <a:latin typeface="Trebuchet MS"/>
                <a:cs typeface="Trebuchet MS"/>
              </a:rPr>
              <a:t>  </a:t>
            </a:r>
            <a:r>
              <a:rPr sz="3400" dirty="0">
                <a:latin typeface="Trebuchet MS"/>
                <a:cs typeface="Trebuchet MS"/>
              </a:rPr>
              <a:t>conquer.</a:t>
            </a:r>
            <a:r>
              <a:rPr sz="3400" spc="45" dirty="0">
                <a:latin typeface="Trebuchet MS"/>
                <a:cs typeface="Trebuchet MS"/>
              </a:rPr>
              <a:t>  </a:t>
            </a:r>
            <a:r>
              <a:rPr sz="3400" spc="-25" dirty="0">
                <a:latin typeface="Trebuchet MS"/>
                <a:cs typeface="Trebuchet MS"/>
              </a:rPr>
              <a:t>The </a:t>
            </a:r>
            <a:r>
              <a:rPr sz="3400" dirty="0">
                <a:latin typeface="Trebuchet MS"/>
                <a:cs typeface="Trebuchet MS"/>
              </a:rPr>
              <a:t>program's</a:t>
            </a:r>
            <a:r>
              <a:rPr sz="3400" spc="330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main</a:t>
            </a:r>
            <a:r>
              <a:rPr sz="3400" spc="330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features</a:t>
            </a:r>
            <a:r>
              <a:rPr sz="3400" spc="330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would</a:t>
            </a:r>
            <a:r>
              <a:rPr sz="3400" spc="335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allow</a:t>
            </a:r>
            <a:r>
              <a:rPr sz="3400" spc="330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the</a:t>
            </a:r>
            <a:r>
              <a:rPr sz="3400" spc="330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admin/user</a:t>
            </a:r>
            <a:r>
              <a:rPr sz="3400" spc="330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to</a:t>
            </a:r>
            <a:r>
              <a:rPr sz="3400" spc="335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manage</a:t>
            </a:r>
            <a:r>
              <a:rPr sz="3400" spc="330" dirty="0">
                <a:latin typeface="Trebuchet MS"/>
                <a:cs typeface="Trebuchet MS"/>
              </a:rPr>
              <a:t> </a:t>
            </a:r>
            <a:r>
              <a:rPr sz="3400" spc="-25" dirty="0">
                <a:latin typeface="Trebuchet MS"/>
                <a:cs typeface="Trebuchet MS"/>
              </a:rPr>
              <a:t>the </a:t>
            </a:r>
            <a:r>
              <a:rPr sz="3400" spc="-100" dirty="0">
                <a:latin typeface="Trebuchet MS"/>
                <a:cs typeface="Trebuchet MS"/>
              </a:rPr>
              <a:t>registrations</a:t>
            </a:r>
            <a:r>
              <a:rPr sz="3400" spc="-85" dirty="0">
                <a:latin typeface="Trebuchet MS"/>
                <a:cs typeface="Trebuchet MS"/>
              </a:rPr>
              <a:t> </a:t>
            </a:r>
            <a:r>
              <a:rPr sz="3400" spc="-160" dirty="0">
                <a:latin typeface="Trebuchet MS"/>
                <a:cs typeface="Trebuchet MS"/>
              </a:rPr>
              <a:t>effectively,</a:t>
            </a:r>
            <a:r>
              <a:rPr sz="3400" spc="-85" dirty="0">
                <a:latin typeface="Trebuchet MS"/>
                <a:cs typeface="Trebuchet MS"/>
              </a:rPr>
              <a:t> </a:t>
            </a:r>
            <a:r>
              <a:rPr sz="3400" spc="-100" dirty="0">
                <a:latin typeface="Trebuchet MS"/>
                <a:cs typeface="Trebuchet MS"/>
              </a:rPr>
              <a:t>which</a:t>
            </a:r>
            <a:r>
              <a:rPr sz="3400" spc="-85" dirty="0">
                <a:latin typeface="Trebuchet MS"/>
                <a:cs typeface="Trebuchet MS"/>
              </a:rPr>
              <a:t> </a:t>
            </a:r>
            <a:r>
              <a:rPr sz="3400" spc="-125" dirty="0">
                <a:latin typeface="Trebuchet MS"/>
                <a:cs typeface="Trebuchet MS"/>
              </a:rPr>
              <a:t>fundamentally</a:t>
            </a:r>
            <a:r>
              <a:rPr sz="3400" spc="-85" dirty="0">
                <a:latin typeface="Trebuchet MS"/>
                <a:cs typeface="Trebuchet MS"/>
              </a:rPr>
              <a:t> </a:t>
            </a:r>
            <a:r>
              <a:rPr sz="3400" spc="-110" dirty="0">
                <a:latin typeface="Trebuchet MS"/>
                <a:cs typeface="Trebuchet MS"/>
              </a:rPr>
              <a:t>contributes</a:t>
            </a:r>
            <a:r>
              <a:rPr sz="3400" spc="-85" dirty="0">
                <a:latin typeface="Trebuchet MS"/>
                <a:cs typeface="Trebuchet MS"/>
              </a:rPr>
              <a:t> </a:t>
            </a:r>
            <a:r>
              <a:rPr sz="3400" spc="-65" dirty="0">
                <a:latin typeface="Trebuchet MS"/>
                <a:cs typeface="Trebuchet MS"/>
              </a:rPr>
              <a:t>to</a:t>
            </a:r>
            <a:r>
              <a:rPr sz="3400" spc="-80" dirty="0">
                <a:latin typeface="Trebuchet MS"/>
                <a:cs typeface="Trebuchet MS"/>
              </a:rPr>
              <a:t> </a:t>
            </a:r>
            <a:r>
              <a:rPr sz="3400" spc="-130" dirty="0">
                <a:latin typeface="Trebuchet MS"/>
                <a:cs typeface="Trebuchet MS"/>
              </a:rPr>
              <a:t>the</a:t>
            </a:r>
            <a:r>
              <a:rPr sz="3400" spc="-85" dirty="0">
                <a:latin typeface="Trebuchet MS"/>
                <a:cs typeface="Trebuchet MS"/>
              </a:rPr>
              <a:t> </a:t>
            </a:r>
            <a:r>
              <a:rPr sz="3400" spc="-75" dirty="0">
                <a:latin typeface="Trebuchet MS"/>
                <a:cs typeface="Trebuchet MS"/>
              </a:rPr>
              <a:t>initiative.</a:t>
            </a:r>
            <a:endParaRPr sz="3400">
              <a:latin typeface="Trebuchet MS"/>
              <a:cs typeface="Trebuchet MS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5151" rIns="0" bIns="0" rtlCol="0">
            <a:spAutoFit/>
          </a:bodyPr>
          <a:lstStyle/>
          <a:p>
            <a:pPr marL="1572260">
              <a:lnSpc>
                <a:spcPct val="100000"/>
              </a:lnSpc>
              <a:spcBef>
                <a:spcPts val="100"/>
              </a:spcBef>
            </a:pPr>
            <a:r>
              <a:rPr i="1" spc="-25" dirty="0">
                <a:latin typeface="Consolas"/>
                <a:cs typeface="Consolas"/>
              </a:rPr>
              <a:t>Background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52997" y="1040130"/>
            <a:ext cx="2400299" cy="96011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2560319"/>
            <a:ext cx="18287999" cy="772477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678203" y="2354891"/>
            <a:ext cx="12931775" cy="6626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5799"/>
              </a:lnSpc>
              <a:spcBef>
                <a:spcPts val="100"/>
              </a:spcBef>
            </a:pPr>
            <a:r>
              <a:rPr sz="3400" spc="-85" dirty="0">
                <a:latin typeface="Trebuchet MS"/>
                <a:cs typeface="Trebuchet MS"/>
              </a:rPr>
              <a:t>This</a:t>
            </a:r>
            <a:r>
              <a:rPr sz="3400" spc="-35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is</a:t>
            </a:r>
            <a:r>
              <a:rPr sz="3400" spc="-30" dirty="0">
                <a:latin typeface="Trebuchet MS"/>
                <a:cs typeface="Trebuchet MS"/>
              </a:rPr>
              <a:t> </a:t>
            </a:r>
            <a:r>
              <a:rPr sz="3400" spc="140" dirty="0">
                <a:latin typeface="Trebuchet MS"/>
                <a:cs typeface="Trebuchet MS"/>
              </a:rPr>
              <a:t>a</a:t>
            </a:r>
            <a:r>
              <a:rPr sz="3400" spc="-35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brief</a:t>
            </a:r>
            <a:r>
              <a:rPr sz="3400" spc="-30" dirty="0">
                <a:latin typeface="Trebuchet MS"/>
                <a:cs typeface="Trebuchet MS"/>
              </a:rPr>
              <a:t> </a:t>
            </a:r>
            <a:r>
              <a:rPr sz="3400" spc="-80" dirty="0">
                <a:latin typeface="Trebuchet MS"/>
                <a:cs typeface="Trebuchet MS"/>
              </a:rPr>
              <a:t>introduction</a:t>
            </a:r>
            <a:r>
              <a:rPr sz="3400" spc="-35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slide</a:t>
            </a:r>
            <a:r>
              <a:rPr sz="3400" spc="-30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for</a:t>
            </a:r>
            <a:r>
              <a:rPr sz="3400" spc="-35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the</a:t>
            </a:r>
            <a:r>
              <a:rPr sz="3400" spc="-30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"Mountain</a:t>
            </a:r>
            <a:r>
              <a:rPr sz="3400" spc="-30" dirty="0">
                <a:latin typeface="Trebuchet MS"/>
                <a:cs typeface="Trebuchet MS"/>
              </a:rPr>
              <a:t> </a:t>
            </a:r>
            <a:r>
              <a:rPr sz="3400" spc="-50" dirty="0">
                <a:latin typeface="Trebuchet MS"/>
                <a:cs typeface="Trebuchet MS"/>
              </a:rPr>
              <a:t>Hiking</a:t>
            </a:r>
            <a:r>
              <a:rPr sz="3400" spc="-35" dirty="0">
                <a:latin typeface="Trebuchet MS"/>
                <a:cs typeface="Trebuchet MS"/>
              </a:rPr>
              <a:t> </a:t>
            </a:r>
            <a:r>
              <a:rPr sz="3400" spc="-10" dirty="0">
                <a:latin typeface="Trebuchet MS"/>
                <a:cs typeface="Trebuchet MS"/>
              </a:rPr>
              <a:t>Challenge </a:t>
            </a:r>
            <a:r>
              <a:rPr sz="3400" dirty="0">
                <a:latin typeface="Trebuchet MS"/>
                <a:cs typeface="Trebuchet MS"/>
              </a:rPr>
              <a:t>Registration"</a:t>
            </a:r>
            <a:r>
              <a:rPr sz="3400" spc="-35" dirty="0">
                <a:latin typeface="Trebuchet MS"/>
                <a:cs typeface="Trebuchet MS"/>
              </a:rPr>
              <a:t>  </a:t>
            </a:r>
            <a:r>
              <a:rPr sz="3400" dirty="0">
                <a:latin typeface="Trebuchet MS"/>
                <a:cs typeface="Trebuchet MS"/>
              </a:rPr>
              <a:t>program,</a:t>
            </a:r>
            <a:r>
              <a:rPr sz="3400" spc="-30" dirty="0">
                <a:latin typeface="Trebuchet MS"/>
                <a:cs typeface="Trebuchet MS"/>
              </a:rPr>
              <a:t>  </a:t>
            </a:r>
            <a:r>
              <a:rPr sz="3400" spc="140" dirty="0">
                <a:latin typeface="Trebuchet MS"/>
                <a:cs typeface="Trebuchet MS"/>
              </a:rPr>
              <a:t>a</a:t>
            </a:r>
            <a:r>
              <a:rPr sz="3400" spc="-30" dirty="0">
                <a:latin typeface="Trebuchet MS"/>
                <a:cs typeface="Trebuchet MS"/>
              </a:rPr>
              <a:t>  </a:t>
            </a:r>
            <a:r>
              <a:rPr sz="3400" dirty="0">
                <a:latin typeface="Trebuchet MS"/>
                <a:cs typeface="Trebuchet MS"/>
              </a:rPr>
              <a:t>Java</a:t>
            </a:r>
            <a:r>
              <a:rPr sz="3400" spc="-30" dirty="0">
                <a:latin typeface="Trebuchet MS"/>
                <a:cs typeface="Trebuchet MS"/>
              </a:rPr>
              <a:t>  </a:t>
            </a:r>
            <a:r>
              <a:rPr sz="3400" dirty="0">
                <a:latin typeface="Trebuchet MS"/>
                <a:cs typeface="Trebuchet MS"/>
              </a:rPr>
              <a:t>console</a:t>
            </a:r>
            <a:r>
              <a:rPr sz="3400" spc="-30" dirty="0">
                <a:latin typeface="Trebuchet MS"/>
                <a:cs typeface="Trebuchet MS"/>
              </a:rPr>
              <a:t>  </a:t>
            </a:r>
            <a:r>
              <a:rPr sz="3400" dirty="0">
                <a:latin typeface="Trebuchet MS"/>
                <a:cs typeface="Trebuchet MS"/>
              </a:rPr>
              <a:t>application</a:t>
            </a:r>
            <a:r>
              <a:rPr sz="3400" spc="-30" dirty="0">
                <a:latin typeface="Trebuchet MS"/>
                <a:cs typeface="Trebuchet MS"/>
              </a:rPr>
              <a:t>  </a:t>
            </a:r>
            <a:r>
              <a:rPr sz="3400" dirty="0">
                <a:latin typeface="Trebuchet MS"/>
                <a:cs typeface="Trebuchet MS"/>
              </a:rPr>
              <a:t>designed</a:t>
            </a:r>
            <a:r>
              <a:rPr sz="3400" spc="-30" dirty="0">
                <a:latin typeface="Trebuchet MS"/>
                <a:cs typeface="Trebuchet MS"/>
              </a:rPr>
              <a:t>  </a:t>
            </a:r>
            <a:r>
              <a:rPr sz="3400" spc="-25" dirty="0">
                <a:latin typeface="Trebuchet MS"/>
                <a:cs typeface="Trebuchet MS"/>
              </a:rPr>
              <a:t>to </a:t>
            </a:r>
            <a:r>
              <a:rPr sz="3400" dirty="0">
                <a:latin typeface="Trebuchet MS"/>
                <a:cs typeface="Trebuchet MS"/>
              </a:rPr>
              <a:t>manage</a:t>
            </a:r>
            <a:r>
              <a:rPr sz="3400" spc="-120" dirty="0">
                <a:latin typeface="Trebuchet MS"/>
                <a:cs typeface="Trebuchet MS"/>
              </a:rPr>
              <a:t> </a:t>
            </a:r>
            <a:r>
              <a:rPr sz="3400" spc="-95" dirty="0">
                <a:latin typeface="Trebuchet MS"/>
                <a:cs typeface="Trebuchet MS"/>
              </a:rPr>
              <a:t>student</a:t>
            </a:r>
            <a:r>
              <a:rPr sz="3400" spc="-114" dirty="0">
                <a:latin typeface="Trebuchet MS"/>
                <a:cs typeface="Trebuchet MS"/>
              </a:rPr>
              <a:t> </a:t>
            </a:r>
            <a:r>
              <a:rPr sz="3400" spc="-85" dirty="0">
                <a:latin typeface="Trebuchet MS"/>
                <a:cs typeface="Trebuchet MS"/>
              </a:rPr>
              <a:t>registrations</a:t>
            </a:r>
            <a:r>
              <a:rPr sz="3400" spc="-114" dirty="0">
                <a:latin typeface="Trebuchet MS"/>
                <a:cs typeface="Trebuchet MS"/>
              </a:rPr>
              <a:t> </a:t>
            </a:r>
            <a:r>
              <a:rPr sz="3400" spc="-55" dirty="0">
                <a:latin typeface="Trebuchet MS"/>
                <a:cs typeface="Trebuchet MS"/>
              </a:rPr>
              <a:t>for</a:t>
            </a:r>
            <a:r>
              <a:rPr sz="3400" spc="-114" dirty="0">
                <a:latin typeface="Trebuchet MS"/>
                <a:cs typeface="Trebuchet MS"/>
              </a:rPr>
              <a:t> </a:t>
            </a:r>
            <a:r>
              <a:rPr sz="3400" spc="140" dirty="0">
                <a:latin typeface="Trebuchet MS"/>
                <a:cs typeface="Trebuchet MS"/>
              </a:rPr>
              <a:t>a</a:t>
            </a:r>
            <a:r>
              <a:rPr sz="3400" spc="-114" dirty="0">
                <a:latin typeface="Trebuchet MS"/>
                <a:cs typeface="Trebuchet MS"/>
              </a:rPr>
              <a:t> </a:t>
            </a:r>
            <a:r>
              <a:rPr sz="3400" spc="-110" dirty="0">
                <a:latin typeface="Trebuchet MS"/>
                <a:cs typeface="Trebuchet MS"/>
              </a:rPr>
              <a:t>mountain</a:t>
            </a:r>
            <a:r>
              <a:rPr sz="3400" spc="-114" dirty="0">
                <a:latin typeface="Trebuchet MS"/>
                <a:cs typeface="Trebuchet MS"/>
              </a:rPr>
              <a:t> </a:t>
            </a:r>
            <a:r>
              <a:rPr sz="3400" spc="-110" dirty="0">
                <a:latin typeface="Trebuchet MS"/>
                <a:cs typeface="Trebuchet MS"/>
              </a:rPr>
              <a:t>hiking</a:t>
            </a:r>
            <a:r>
              <a:rPr sz="3400" spc="-114" dirty="0">
                <a:latin typeface="Trebuchet MS"/>
                <a:cs typeface="Trebuchet MS"/>
              </a:rPr>
              <a:t> </a:t>
            </a:r>
            <a:r>
              <a:rPr sz="3400" spc="-100" dirty="0">
                <a:latin typeface="Trebuchet MS"/>
                <a:cs typeface="Trebuchet MS"/>
              </a:rPr>
              <a:t>event</a:t>
            </a:r>
            <a:r>
              <a:rPr sz="3400" spc="-114" dirty="0">
                <a:latin typeface="Trebuchet MS"/>
                <a:cs typeface="Trebuchet MS"/>
              </a:rPr>
              <a:t> </a:t>
            </a:r>
            <a:r>
              <a:rPr sz="3400" spc="-50" dirty="0">
                <a:latin typeface="Trebuchet MS"/>
                <a:cs typeface="Trebuchet MS"/>
              </a:rPr>
              <a:t>held</a:t>
            </a:r>
            <a:r>
              <a:rPr sz="3400" spc="-114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by</a:t>
            </a:r>
            <a:r>
              <a:rPr sz="3400" spc="-114" dirty="0">
                <a:latin typeface="Trebuchet MS"/>
                <a:cs typeface="Trebuchet MS"/>
              </a:rPr>
              <a:t> </a:t>
            </a:r>
            <a:r>
              <a:rPr sz="3400" spc="-25" dirty="0">
                <a:latin typeface="Trebuchet MS"/>
                <a:cs typeface="Trebuchet MS"/>
              </a:rPr>
              <a:t>FPT </a:t>
            </a:r>
            <a:r>
              <a:rPr sz="3400" spc="-140" dirty="0">
                <a:latin typeface="Trebuchet MS"/>
                <a:cs typeface="Trebuchet MS"/>
              </a:rPr>
              <a:t>University,</a:t>
            </a:r>
            <a:r>
              <a:rPr sz="3400" spc="170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used</a:t>
            </a:r>
            <a:r>
              <a:rPr sz="3400" spc="170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by</a:t>
            </a:r>
            <a:r>
              <a:rPr sz="3400" spc="175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managing</a:t>
            </a:r>
            <a:r>
              <a:rPr sz="3400" spc="170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admins</a:t>
            </a:r>
            <a:r>
              <a:rPr sz="3400" spc="175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of</a:t>
            </a:r>
            <a:r>
              <a:rPr sz="3400" spc="170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the</a:t>
            </a:r>
            <a:r>
              <a:rPr sz="3400" spc="170" dirty="0">
                <a:latin typeface="Trebuchet MS"/>
                <a:cs typeface="Trebuchet MS"/>
              </a:rPr>
              <a:t> </a:t>
            </a:r>
            <a:r>
              <a:rPr sz="3400" spc="-50" dirty="0">
                <a:latin typeface="Trebuchet MS"/>
                <a:cs typeface="Trebuchet MS"/>
              </a:rPr>
              <a:t>event.</a:t>
            </a:r>
            <a:r>
              <a:rPr sz="3400" spc="175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The</a:t>
            </a:r>
            <a:r>
              <a:rPr sz="3400" spc="170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program</a:t>
            </a:r>
            <a:r>
              <a:rPr sz="3400" spc="175" dirty="0">
                <a:latin typeface="Trebuchet MS"/>
                <a:cs typeface="Trebuchet MS"/>
              </a:rPr>
              <a:t> </a:t>
            </a:r>
            <a:r>
              <a:rPr sz="3400" spc="-25" dirty="0">
                <a:latin typeface="Trebuchet MS"/>
                <a:cs typeface="Trebuchet MS"/>
              </a:rPr>
              <a:t>is </a:t>
            </a:r>
            <a:r>
              <a:rPr sz="3400" dirty="0">
                <a:latin typeface="Trebuchet MS"/>
                <a:cs typeface="Trebuchet MS"/>
              </a:rPr>
              <a:t>built</a:t>
            </a:r>
            <a:r>
              <a:rPr sz="3400" spc="-90" dirty="0">
                <a:latin typeface="Trebuchet MS"/>
                <a:cs typeface="Trebuchet MS"/>
              </a:rPr>
              <a:t>  </a:t>
            </a:r>
            <a:r>
              <a:rPr sz="3400" dirty="0">
                <a:latin typeface="Trebuchet MS"/>
                <a:cs typeface="Trebuchet MS"/>
              </a:rPr>
              <a:t>entirely</a:t>
            </a:r>
            <a:r>
              <a:rPr sz="3400" spc="-85" dirty="0">
                <a:latin typeface="Trebuchet MS"/>
                <a:cs typeface="Trebuchet MS"/>
              </a:rPr>
              <a:t>  </a:t>
            </a:r>
            <a:r>
              <a:rPr sz="3400" dirty="0">
                <a:latin typeface="Trebuchet MS"/>
                <a:cs typeface="Trebuchet MS"/>
              </a:rPr>
              <a:t>using</a:t>
            </a:r>
            <a:r>
              <a:rPr sz="3400" spc="-85" dirty="0">
                <a:latin typeface="Trebuchet MS"/>
                <a:cs typeface="Trebuchet MS"/>
              </a:rPr>
              <a:t>  </a:t>
            </a:r>
            <a:r>
              <a:rPr sz="3400" dirty="0">
                <a:latin typeface="Trebuchet MS"/>
                <a:cs typeface="Trebuchet MS"/>
              </a:rPr>
              <a:t>Java,</a:t>
            </a:r>
            <a:r>
              <a:rPr sz="3400" spc="-90" dirty="0">
                <a:latin typeface="Trebuchet MS"/>
                <a:cs typeface="Trebuchet MS"/>
              </a:rPr>
              <a:t>  </a:t>
            </a:r>
            <a:r>
              <a:rPr sz="3400" dirty="0">
                <a:latin typeface="Trebuchet MS"/>
                <a:cs typeface="Trebuchet MS"/>
              </a:rPr>
              <a:t>providing</a:t>
            </a:r>
            <a:r>
              <a:rPr sz="3400" spc="-85" dirty="0">
                <a:latin typeface="Trebuchet MS"/>
                <a:cs typeface="Trebuchet MS"/>
              </a:rPr>
              <a:t>  </a:t>
            </a:r>
            <a:r>
              <a:rPr sz="3400" spc="140" dirty="0">
                <a:latin typeface="Trebuchet MS"/>
                <a:cs typeface="Trebuchet MS"/>
              </a:rPr>
              <a:t>a</a:t>
            </a:r>
            <a:r>
              <a:rPr sz="3400" spc="-85" dirty="0">
                <a:latin typeface="Trebuchet MS"/>
                <a:cs typeface="Trebuchet MS"/>
              </a:rPr>
              <a:t>  </a:t>
            </a:r>
            <a:r>
              <a:rPr sz="3400" dirty="0">
                <a:latin typeface="Trebuchet MS"/>
                <a:cs typeface="Trebuchet MS"/>
              </a:rPr>
              <a:t>flexible</a:t>
            </a:r>
            <a:r>
              <a:rPr sz="3400" spc="-85" dirty="0">
                <a:latin typeface="Trebuchet MS"/>
                <a:cs typeface="Trebuchet MS"/>
              </a:rPr>
              <a:t>  </a:t>
            </a:r>
            <a:r>
              <a:rPr sz="3400" dirty="0">
                <a:latin typeface="Trebuchet MS"/>
                <a:cs typeface="Trebuchet MS"/>
              </a:rPr>
              <a:t>and</a:t>
            </a:r>
            <a:r>
              <a:rPr sz="3400" spc="-90" dirty="0">
                <a:latin typeface="Trebuchet MS"/>
                <a:cs typeface="Trebuchet MS"/>
              </a:rPr>
              <a:t>  </a:t>
            </a:r>
            <a:r>
              <a:rPr sz="3400" spc="-70" dirty="0">
                <a:latin typeface="Trebuchet MS"/>
                <a:cs typeface="Trebuchet MS"/>
              </a:rPr>
              <a:t>user-</a:t>
            </a:r>
            <a:r>
              <a:rPr sz="3400" spc="-85" dirty="0">
                <a:latin typeface="Trebuchet MS"/>
                <a:cs typeface="Trebuchet MS"/>
              </a:rPr>
              <a:t>friendly </a:t>
            </a:r>
            <a:r>
              <a:rPr sz="3400" spc="-10" dirty="0">
                <a:latin typeface="Trebuchet MS"/>
                <a:cs typeface="Trebuchet MS"/>
              </a:rPr>
              <a:t>interface</a:t>
            </a:r>
            <a:r>
              <a:rPr sz="3400" spc="15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to</a:t>
            </a:r>
            <a:r>
              <a:rPr sz="3400" spc="15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meet</a:t>
            </a:r>
            <a:r>
              <a:rPr sz="3400" spc="15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the</a:t>
            </a:r>
            <a:r>
              <a:rPr sz="3400" spc="15" dirty="0">
                <a:latin typeface="Trebuchet MS"/>
                <a:cs typeface="Trebuchet MS"/>
              </a:rPr>
              <a:t> </a:t>
            </a:r>
            <a:r>
              <a:rPr sz="3400" spc="-75" dirty="0">
                <a:latin typeface="Trebuchet MS"/>
                <a:cs typeface="Trebuchet MS"/>
              </a:rPr>
              <a:t>requirements</a:t>
            </a:r>
            <a:r>
              <a:rPr sz="3400" spc="15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of</a:t>
            </a:r>
            <a:r>
              <a:rPr sz="3400" spc="15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the</a:t>
            </a:r>
            <a:r>
              <a:rPr sz="3400" spc="15" dirty="0">
                <a:latin typeface="Trebuchet MS"/>
                <a:cs typeface="Trebuchet MS"/>
              </a:rPr>
              <a:t> </a:t>
            </a:r>
            <a:r>
              <a:rPr sz="3400" spc="-25" dirty="0">
                <a:latin typeface="Trebuchet MS"/>
                <a:cs typeface="Trebuchet MS"/>
              </a:rPr>
              <a:t>project</a:t>
            </a:r>
            <a:r>
              <a:rPr sz="3400" spc="15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while</a:t>
            </a:r>
            <a:r>
              <a:rPr sz="3400" spc="15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keeping</a:t>
            </a:r>
            <a:r>
              <a:rPr sz="3400" spc="15" dirty="0">
                <a:latin typeface="Trebuchet MS"/>
                <a:cs typeface="Trebuchet MS"/>
              </a:rPr>
              <a:t> </a:t>
            </a:r>
            <a:r>
              <a:rPr sz="3400" spc="-25" dirty="0">
                <a:latin typeface="Trebuchet MS"/>
                <a:cs typeface="Trebuchet MS"/>
              </a:rPr>
              <a:t>it </a:t>
            </a:r>
            <a:r>
              <a:rPr sz="3400" spc="-20" dirty="0">
                <a:latin typeface="Trebuchet MS"/>
                <a:cs typeface="Trebuchet MS"/>
              </a:rPr>
              <a:t>simple.</a:t>
            </a:r>
            <a:r>
              <a:rPr sz="3400" spc="135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The</a:t>
            </a:r>
            <a:r>
              <a:rPr sz="3400" spc="135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system</a:t>
            </a:r>
            <a:r>
              <a:rPr sz="3400" spc="135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supports</a:t>
            </a:r>
            <a:r>
              <a:rPr sz="3400" spc="140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the</a:t>
            </a:r>
            <a:r>
              <a:rPr sz="3400" spc="135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specifications</a:t>
            </a:r>
            <a:r>
              <a:rPr sz="3400" spc="135" dirty="0">
                <a:latin typeface="Trebuchet MS"/>
                <a:cs typeface="Trebuchet MS"/>
              </a:rPr>
              <a:t> </a:t>
            </a:r>
            <a:r>
              <a:rPr sz="3400" spc="60" dirty="0">
                <a:latin typeface="Trebuchet MS"/>
                <a:cs typeface="Trebuchet MS"/>
              </a:rPr>
              <a:t>as</a:t>
            </a:r>
            <a:r>
              <a:rPr sz="3400" spc="140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required</a:t>
            </a:r>
            <a:r>
              <a:rPr sz="3400" spc="135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by</a:t>
            </a:r>
            <a:r>
              <a:rPr sz="3400" spc="135" dirty="0">
                <a:latin typeface="Trebuchet MS"/>
                <a:cs typeface="Trebuchet MS"/>
              </a:rPr>
              <a:t> </a:t>
            </a:r>
            <a:r>
              <a:rPr sz="3400" spc="-25" dirty="0">
                <a:latin typeface="Trebuchet MS"/>
                <a:cs typeface="Trebuchet MS"/>
              </a:rPr>
              <a:t>the </a:t>
            </a:r>
            <a:r>
              <a:rPr sz="3400" spc="-95" dirty="0">
                <a:latin typeface="Trebuchet MS"/>
                <a:cs typeface="Trebuchet MS"/>
              </a:rPr>
              <a:t>project,</a:t>
            </a:r>
            <a:r>
              <a:rPr sz="3400" spc="-114" dirty="0">
                <a:latin typeface="Trebuchet MS"/>
                <a:cs typeface="Trebuchet MS"/>
              </a:rPr>
              <a:t> </a:t>
            </a:r>
            <a:r>
              <a:rPr sz="3400" spc="-20" dirty="0">
                <a:latin typeface="Trebuchet MS"/>
                <a:cs typeface="Trebuchet MS"/>
              </a:rPr>
              <a:t>including</a:t>
            </a:r>
            <a:r>
              <a:rPr sz="3400" spc="-110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new</a:t>
            </a:r>
            <a:r>
              <a:rPr sz="3400" spc="-114" dirty="0">
                <a:latin typeface="Trebuchet MS"/>
                <a:cs typeface="Trebuchet MS"/>
              </a:rPr>
              <a:t> </a:t>
            </a:r>
            <a:r>
              <a:rPr sz="3400" spc="-80" dirty="0">
                <a:latin typeface="Trebuchet MS"/>
                <a:cs typeface="Trebuchet MS"/>
              </a:rPr>
              <a:t>registrations,</a:t>
            </a:r>
            <a:r>
              <a:rPr sz="3400" spc="-110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updates,</a:t>
            </a:r>
            <a:r>
              <a:rPr sz="3400" spc="-114" dirty="0">
                <a:latin typeface="Trebuchet MS"/>
                <a:cs typeface="Trebuchet MS"/>
              </a:rPr>
              <a:t> </a:t>
            </a:r>
            <a:r>
              <a:rPr sz="3400" spc="-75" dirty="0">
                <a:latin typeface="Trebuchet MS"/>
                <a:cs typeface="Trebuchet MS"/>
              </a:rPr>
              <a:t>deletions,</a:t>
            </a:r>
            <a:r>
              <a:rPr sz="3400" spc="-110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methods</a:t>
            </a:r>
            <a:r>
              <a:rPr sz="3400" spc="-114" dirty="0">
                <a:latin typeface="Trebuchet MS"/>
                <a:cs typeface="Trebuchet MS"/>
              </a:rPr>
              <a:t> </a:t>
            </a:r>
            <a:r>
              <a:rPr sz="3400" spc="-25" dirty="0">
                <a:latin typeface="Trebuchet MS"/>
                <a:cs typeface="Trebuchet MS"/>
              </a:rPr>
              <a:t>of </a:t>
            </a:r>
            <a:r>
              <a:rPr sz="3400" spc="-60" dirty="0">
                <a:latin typeface="Trebuchet MS"/>
                <a:cs typeface="Trebuchet MS"/>
              </a:rPr>
              <a:t>searching,</a:t>
            </a:r>
            <a:r>
              <a:rPr sz="3400" spc="-180" dirty="0">
                <a:latin typeface="Trebuchet MS"/>
                <a:cs typeface="Trebuchet MS"/>
              </a:rPr>
              <a:t> </a:t>
            </a:r>
            <a:r>
              <a:rPr sz="3400" spc="-160" dirty="0">
                <a:latin typeface="Trebuchet MS"/>
                <a:cs typeface="Trebuchet MS"/>
              </a:rPr>
              <a:t>filtering,</a:t>
            </a:r>
            <a:r>
              <a:rPr sz="3400" spc="-95" dirty="0">
                <a:latin typeface="Trebuchet MS"/>
                <a:cs typeface="Trebuchet MS"/>
              </a:rPr>
              <a:t> </a:t>
            </a:r>
            <a:r>
              <a:rPr sz="3400" spc="-10" dirty="0">
                <a:latin typeface="Trebuchet MS"/>
                <a:cs typeface="Trebuchet MS"/>
              </a:rPr>
              <a:t>showing</a:t>
            </a:r>
            <a:r>
              <a:rPr sz="3400" spc="-114" dirty="0">
                <a:latin typeface="Trebuchet MS"/>
                <a:cs typeface="Trebuchet MS"/>
              </a:rPr>
              <a:t> </a:t>
            </a:r>
            <a:r>
              <a:rPr sz="3400" spc="-85" dirty="0">
                <a:latin typeface="Trebuchet MS"/>
                <a:cs typeface="Trebuchet MS"/>
              </a:rPr>
              <a:t>registration</a:t>
            </a:r>
            <a:r>
              <a:rPr sz="3400" spc="-114" dirty="0">
                <a:latin typeface="Trebuchet MS"/>
                <a:cs typeface="Trebuchet MS"/>
              </a:rPr>
              <a:t> </a:t>
            </a:r>
            <a:r>
              <a:rPr sz="3400" spc="-25" dirty="0">
                <a:latin typeface="Trebuchet MS"/>
                <a:cs typeface="Trebuchet MS"/>
              </a:rPr>
              <a:t>data,</a:t>
            </a:r>
            <a:r>
              <a:rPr sz="3400" spc="-114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and</a:t>
            </a:r>
            <a:r>
              <a:rPr sz="3400" spc="-120" dirty="0">
                <a:latin typeface="Trebuchet MS"/>
                <a:cs typeface="Trebuchet MS"/>
              </a:rPr>
              <a:t> </a:t>
            </a:r>
            <a:r>
              <a:rPr sz="3400" spc="-180" dirty="0">
                <a:latin typeface="Trebuchet MS"/>
                <a:cs typeface="Trebuchet MS"/>
              </a:rPr>
              <a:t>finally,</a:t>
            </a:r>
            <a:r>
              <a:rPr sz="3400" spc="-75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saving</a:t>
            </a:r>
            <a:r>
              <a:rPr sz="3400" spc="-114" dirty="0">
                <a:latin typeface="Trebuchet MS"/>
                <a:cs typeface="Trebuchet MS"/>
              </a:rPr>
              <a:t> </a:t>
            </a:r>
            <a:r>
              <a:rPr sz="3400" spc="-25" dirty="0">
                <a:latin typeface="Trebuchet MS"/>
                <a:cs typeface="Trebuchet MS"/>
              </a:rPr>
              <a:t>and </a:t>
            </a:r>
            <a:r>
              <a:rPr sz="3400" dirty="0">
                <a:latin typeface="Trebuchet MS"/>
                <a:cs typeface="Trebuchet MS"/>
              </a:rPr>
              <a:t>loading</a:t>
            </a:r>
            <a:r>
              <a:rPr sz="3400" spc="409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the</a:t>
            </a:r>
            <a:r>
              <a:rPr sz="3400" spc="409" dirty="0">
                <a:latin typeface="Trebuchet MS"/>
                <a:cs typeface="Trebuchet MS"/>
              </a:rPr>
              <a:t> </a:t>
            </a:r>
            <a:r>
              <a:rPr sz="3400" spc="-50" dirty="0">
                <a:latin typeface="Trebuchet MS"/>
                <a:cs typeface="Trebuchet MS"/>
              </a:rPr>
              <a:t>registrations,</a:t>
            </a:r>
            <a:r>
              <a:rPr sz="3400" spc="409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ensuring</a:t>
            </a:r>
            <a:r>
              <a:rPr sz="3400" spc="409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the</a:t>
            </a:r>
            <a:r>
              <a:rPr sz="3400" spc="409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management</a:t>
            </a:r>
            <a:r>
              <a:rPr sz="3400" spc="409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of</a:t>
            </a:r>
            <a:r>
              <a:rPr sz="3400" spc="415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the</a:t>
            </a:r>
            <a:r>
              <a:rPr sz="3400" spc="409" dirty="0">
                <a:latin typeface="Trebuchet MS"/>
                <a:cs typeface="Trebuchet MS"/>
              </a:rPr>
              <a:t> </a:t>
            </a:r>
            <a:r>
              <a:rPr sz="3400" spc="-10" dirty="0">
                <a:latin typeface="Trebuchet MS"/>
                <a:cs typeface="Trebuchet MS"/>
              </a:rPr>
              <a:t>event </a:t>
            </a:r>
            <a:r>
              <a:rPr sz="3400" spc="-35" dirty="0">
                <a:latin typeface="Trebuchet MS"/>
                <a:cs typeface="Trebuchet MS"/>
              </a:rPr>
              <a:t>could</a:t>
            </a:r>
            <a:r>
              <a:rPr sz="3400" spc="-165" dirty="0">
                <a:latin typeface="Trebuchet MS"/>
                <a:cs typeface="Trebuchet MS"/>
              </a:rPr>
              <a:t> </a:t>
            </a:r>
            <a:r>
              <a:rPr sz="3400" spc="135" dirty="0">
                <a:latin typeface="Trebuchet MS"/>
                <a:cs typeface="Trebuchet MS"/>
              </a:rPr>
              <a:t>go</a:t>
            </a:r>
            <a:r>
              <a:rPr sz="3400" spc="-165" dirty="0">
                <a:latin typeface="Trebuchet MS"/>
                <a:cs typeface="Trebuchet MS"/>
              </a:rPr>
              <a:t> </a:t>
            </a:r>
            <a:r>
              <a:rPr sz="3400" spc="-45" dirty="0">
                <a:latin typeface="Trebuchet MS"/>
                <a:cs typeface="Trebuchet MS"/>
              </a:rPr>
              <a:t>smoothly.</a:t>
            </a:r>
            <a:endParaRPr sz="3400">
              <a:latin typeface="Trebuchet MS"/>
              <a:cs typeface="Trebuchet MS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7225009" y="1213835"/>
            <a:ext cx="383794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Description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42421" y="740833"/>
            <a:ext cx="1712806" cy="68156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73349" y="3053397"/>
            <a:ext cx="104775" cy="1047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73349" y="4043997"/>
            <a:ext cx="104775" cy="10477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936799" y="2273611"/>
            <a:ext cx="10296525" cy="2997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16585" marR="5080" indent="-604520">
              <a:lnSpc>
                <a:spcPct val="116100"/>
              </a:lnSpc>
              <a:spcBef>
                <a:spcPts val="100"/>
              </a:spcBef>
            </a:pPr>
            <a:r>
              <a:rPr sz="2800" spc="-180" dirty="0">
                <a:latin typeface="Trebuchet MS"/>
                <a:cs typeface="Trebuchet MS"/>
              </a:rPr>
              <a:t>The</a:t>
            </a:r>
            <a:r>
              <a:rPr sz="2800" spc="-90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system</a:t>
            </a:r>
            <a:r>
              <a:rPr sz="2800" spc="-90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is</a:t>
            </a:r>
            <a:r>
              <a:rPr sz="2800" spc="-90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divided</a:t>
            </a:r>
            <a:r>
              <a:rPr sz="2800" spc="-90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into</a:t>
            </a:r>
            <a:r>
              <a:rPr sz="2800" spc="-90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smaller</a:t>
            </a:r>
            <a:r>
              <a:rPr sz="2800" spc="-85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modules</a:t>
            </a:r>
            <a:r>
              <a:rPr sz="2800" spc="-90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to</a:t>
            </a:r>
            <a:r>
              <a:rPr sz="2800" spc="-9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manage</a:t>
            </a:r>
            <a:r>
              <a:rPr sz="2800" spc="-9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complexity: </a:t>
            </a:r>
            <a:r>
              <a:rPr sz="2800" dirty="0">
                <a:latin typeface="Trebuchet MS"/>
                <a:cs typeface="Trebuchet MS"/>
              </a:rPr>
              <a:t>Models:</a:t>
            </a:r>
            <a:r>
              <a:rPr sz="2800" spc="1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Classes</a:t>
            </a:r>
            <a:r>
              <a:rPr sz="2800" spc="135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representing</a:t>
            </a:r>
            <a:r>
              <a:rPr sz="2800" spc="1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the</a:t>
            </a:r>
            <a:r>
              <a:rPr sz="2800" spc="1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core</a:t>
            </a:r>
            <a:r>
              <a:rPr sz="2800" spc="1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data</a:t>
            </a:r>
            <a:r>
              <a:rPr sz="2800" spc="140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entities:</a:t>
            </a:r>
            <a:r>
              <a:rPr sz="2800" spc="135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Student, </a:t>
            </a:r>
            <a:r>
              <a:rPr sz="2800" spc="-85" dirty="0">
                <a:latin typeface="Trebuchet MS"/>
                <a:cs typeface="Trebuchet MS"/>
              </a:rPr>
              <a:t>Mountain, </a:t>
            </a:r>
            <a:r>
              <a:rPr sz="2800" spc="-25" dirty="0">
                <a:latin typeface="Trebuchet MS"/>
                <a:cs typeface="Trebuchet MS"/>
              </a:rPr>
              <a:t>MountainCode,</a:t>
            </a:r>
            <a:r>
              <a:rPr sz="2800" spc="-8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8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StatisticRecord.</a:t>
            </a:r>
            <a:endParaRPr sz="2800">
              <a:latin typeface="Trebuchet MS"/>
              <a:cs typeface="Trebuchet MS"/>
            </a:endParaRPr>
          </a:p>
          <a:p>
            <a:pPr marL="616585" marR="5080" algn="just">
              <a:lnSpc>
                <a:spcPct val="116100"/>
              </a:lnSpc>
            </a:pPr>
            <a:r>
              <a:rPr sz="2800" dirty="0">
                <a:latin typeface="Trebuchet MS"/>
                <a:cs typeface="Trebuchet MS"/>
              </a:rPr>
              <a:t>Tools:</a:t>
            </a:r>
            <a:r>
              <a:rPr sz="2800" spc="265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Utility</a:t>
            </a:r>
            <a:r>
              <a:rPr sz="2800" spc="26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classes</a:t>
            </a:r>
            <a:r>
              <a:rPr sz="2800" spc="26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for</a:t>
            </a:r>
            <a:r>
              <a:rPr sz="2800" spc="26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handling</a:t>
            </a:r>
            <a:r>
              <a:rPr sz="2800" spc="26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necessary</a:t>
            </a:r>
            <a:r>
              <a:rPr sz="2800" spc="27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side</a:t>
            </a:r>
            <a:r>
              <a:rPr sz="2800" spc="26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operations </a:t>
            </a:r>
            <a:r>
              <a:rPr sz="2800" dirty="0">
                <a:latin typeface="Trebuchet MS"/>
                <a:cs typeface="Trebuchet MS"/>
              </a:rPr>
              <a:t>such</a:t>
            </a:r>
            <a:r>
              <a:rPr sz="2800" spc="204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as</a:t>
            </a:r>
            <a:r>
              <a:rPr sz="2800" spc="21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file</a:t>
            </a:r>
            <a:r>
              <a:rPr sz="2800" spc="21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loading</a:t>
            </a:r>
            <a:r>
              <a:rPr sz="2800" spc="204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(DataLoader),</a:t>
            </a:r>
            <a:r>
              <a:rPr sz="2800" spc="21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user</a:t>
            </a:r>
            <a:r>
              <a:rPr sz="2800" spc="21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input</a:t>
            </a:r>
            <a:r>
              <a:rPr sz="2800" spc="215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(Inputter),</a:t>
            </a:r>
            <a:r>
              <a:rPr sz="2800" spc="21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and </a:t>
            </a:r>
            <a:r>
              <a:rPr sz="2800" dirty="0">
                <a:latin typeface="Trebuchet MS"/>
                <a:cs typeface="Trebuchet MS"/>
              </a:rPr>
              <a:t>data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validation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(Validation).</a:t>
            </a:r>
            <a:endParaRPr sz="280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73349" y="5529897"/>
            <a:ext cx="104775" cy="10477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541190" y="5245410"/>
            <a:ext cx="1402715" cy="1016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sz="2800" spc="-75" dirty="0">
                <a:latin typeface="Trebuchet MS"/>
                <a:cs typeface="Trebuchet MS"/>
              </a:rPr>
              <a:t>Business: </a:t>
            </a:r>
            <a:r>
              <a:rPr sz="2800" spc="-70" dirty="0">
                <a:latin typeface="Trebuchet MS"/>
                <a:cs typeface="Trebuchet MS"/>
              </a:rPr>
              <a:t>including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84544" y="5245410"/>
            <a:ext cx="1188085" cy="1016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310" marR="5080" indent="-182245">
              <a:lnSpc>
                <a:spcPct val="116100"/>
              </a:lnSpc>
              <a:spcBef>
                <a:spcPts val="100"/>
              </a:spcBef>
            </a:pPr>
            <a:r>
              <a:rPr sz="2800" spc="-10" dirty="0">
                <a:latin typeface="Trebuchet MS"/>
                <a:cs typeface="Trebuchet MS"/>
              </a:rPr>
              <a:t>Classes </a:t>
            </a:r>
            <a:r>
              <a:rPr sz="2800" spc="-20" dirty="0">
                <a:latin typeface="Trebuchet MS"/>
                <a:cs typeface="Trebuchet MS"/>
              </a:rPr>
              <a:t>data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539525" y="5245410"/>
            <a:ext cx="5575300" cy="1016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8425">
              <a:lnSpc>
                <a:spcPct val="116100"/>
              </a:lnSpc>
              <a:spcBef>
                <a:spcPts val="100"/>
              </a:spcBef>
              <a:tabLst>
                <a:tab pos="1019175" algn="l"/>
                <a:tab pos="1438275" algn="l"/>
                <a:tab pos="2453640" algn="l"/>
                <a:tab pos="3236595" algn="l"/>
                <a:tab pos="4263390" algn="l"/>
              </a:tabLst>
            </a:pPr>
            <a:r>
              <a:rPr sz="2800" spc="-20" dirty="0">
                <a:latin typeface="Trebuchet MS"/>
                <a:cs typeface="Trebuchet MS"/>
              </a:rPr>
              <a:t>that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10" dirty="0">
                <a:latin typeface="Trebuchet MS"/>
                <a:cs typeface="Trebuchet MS"/>
              </a:rPr>
              <a:t>contain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25" dirty="0">
                <a:latin typeface="Trebuchet MS"/>
                <a:cs typeface="Trebuchet MS"/>
              </a:rPr>
              <a:t>the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20" dirty="0">
                <a:latin typeface="Trebuchet MS"/>
                <a:cs typeface="Trebuchet MS"/>
              </a:rPr>
              <a:t>main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45" dirty="0">
                <a:latin typeface="Trebuchet MS"/>
                <a:cs typeface="Trebuchet MS"/>
              </a:rPr>
              <a:t>program </a:t>
            </a:r>
            <a:r>
              <a:rPr sz="2800" spc="-10" dirty="0">
                <a:latin typeface="Trebuchet MS"/>
                <a:cs typeface="Trebuchet MS"/>
              </a:rPr>
              <a:t>object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10" dirty="0">
                <a:latin typeface="Trebuchet MS"/>
                <a:cs typeface="Trebuchet MS"/>
              </a:rPr>
              <a:t>access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541190" y="6304629"/>
            <a:ext cx="57518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00300" algn="l"/>
                <a:tab pos="3355975" algn="l"/>
                <a:tab pos="4993640" algn="l"/>
              </a:tabLst>
            </a:pPr>
            <a:r>
              <a:rPr sz="2800" spc="-10" dirty="0">
                <a:latin typeface="Trebuchet MS"/>
                <a:cs typeface="Trebuchet MS"/>
              </a:rPr>
              <a:t>management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25" dirty="0">
                <a:latin typeface="Trebuchet MS"/>
                <a:cs typeface="Trebuchet MS"/>
              </a:rPr>
              <a:t>and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10" dirty="0">
                <a:latin typeface="Trebuchet MS"/>
                <a:cs typeface="Trebuchet MS"/>
              </a:rPr>
              <a:t>business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10" dirty="0">
                <a:latin typeface="Trebuchet MS"/>
                <a:cs typeface="Trebuchet MS"/>
              </a:rPr>
              <a:t>logic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466748" y="5740710"/>
            <a:ext cx="2769235" cy="1016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2245" marR="5080" indent="-170180">
              <a:lnSpc>
                <a:spcPct val="116100"/>
              </a:lnSpc>
              <a:spcBef>
                <a:spcPts val="100"/>
              </a:spcBef>
            </a:pPr>
            <a:r>
              <a:rPr sz="2800" spc="-10" dirty="0">
                <a:latin typeface="Trebuchet MS"/>
                <a:cs typeface="Trebuchet MS"/>
              </a:rPr>
              <a:t>(StudentAccess), </a:t>
            </a:r>
            <a:r>
              <a:rPr sz="2800" spc="-85" dirty="0">
                <a:latin typeface="Trebuchet MS"/>
                <a:cs typeface="Trebuchet MS"/>
              </a:rPr>
              <a:t>(DataController),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379811" y="5245410"/>
            <a:ext cx="853440" cy="1511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4935" marR="5080" indent="-102870" algn="just">
              <a:lnSpc>
                <a:spcPct val="116100"/>
              </a:lnSpc>
              <a:spcBef>
                <a:spcPts val="100"/>
              </a:spcBef>
            </a:pPr>
            <a:r>
              <a:rPr sz="2800" spc="-85" dirty="0">
                <a:latin typeface="Trebuchet MS"/>
                <a:cs typeface="Trebuchet MS"/>
              </a:rPr>
              <a:t>logic, </a:t>
            </a:r>
            <a:r>
              <a:rPr sz="2800" spc="-20" dirty="0">
                <a:latin typeface="Trebuchet MS"/>
                <a:cs typeface="Trebuchet MS"/>
              </a:rPr>
              <a:t>data user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541190" y="6731310"/>
            <a:ext cx="9692005" cy="2006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73990">
              <a:lnSpc>
                <a:spcPct val="116100"/>
              </a:lnSpc>
              <a:spcBef>
                <a:spcPts val="100"/>
              </a:spcBef>
            </a:pPr>
            <a:r>
              <a:rPr sz="2800" spc="-85" dirty="0">
                <a:latin typeface="Trebuchet MS"/>
                <a:cs typeface="Trebuchet MS"/>
              </a:rPr>
              <a:t>interaction</a:t>
            </a:r>
            <a:r>
              <a:rPr sz="2800" spc="-105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(InputManager),</a:t>
            </a:r>
            <a:r>
              <a:rPr sz="2800" spc="-10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100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statistics</a:t>
            </a:r>
            <a:r>
              <a:rPr sz="2800" spc="-100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handling</a:t>
            </a:r>
            <a:r>
              <a:rPr sz="2800" spc="-105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(Statistics). </a:t>
            </a:r>
            <a:r>
              <a:rPr sz="2800" dirty="0">
                <a:latin typeface="Trebuchet MS"/>
                <a:cs typeface="Trebuchet MS"/>
              </a:rPr>
              <a:t>View</a:t>
            </a:r>
            <a:r>
              <a:rPr sz="2800" spc="-95" dirty="0">
                <a:latin typeface="Trebuchet MS"/>
                <a:cs typeface="Trebuchet MS"/>
              </a:rPr>
              <a:t> (Menu): </a:t>
            </a:r>
            <a:r>
              <a:rPr sz="2800" spc="-65" dirty="0">
                <a:latin typeface="Trebuchet MS"/>
                <a:cs typeface="Trebuchet MS"/>
              </a:rPr>
              <a:t>presents</a:t>
            </a:r>
            <a:r>
              <a:rPr sz="2800" spc="-95" dirty="0">
                <a:latin typeface="Trebuchet MS"/>
                <a:cs typeface="Trebuchet MS"/>
              </a:rPr>
              <a:t> </a:t>
            </a:r>
            <a:r>
              <a:rPr sz="2800" spc="114" dirty="0">
                <a:latin typeface="Trebuchet MS"/>
                <a:cs typeface="Trebuchet MS"/>
              </a:rPr>
              <a:t>a</a:t>
            </a:r>
            <a:r>
              <a:rPr sz="2800" spc="-95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clear,</a:t>
            </a:r>
            <a:r>
              <a:rPr sz="2800" spc="-90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interactive</a:t>
            </a:r>
            <a:r>
              <a:rPr sz="2800" spc="-95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menu</a:t>
            </a:r>
            <a:r>
              <a:rPr sz="2800" spc="-95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for</a:t>
            </a:r>
            <a:r>
              <a:rPr sz="2800" spc="-95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the</a:t>
            </a:r>
            <a:r>
              <a:rPr sz="2800" spc="-9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user.</a:t>
            </a:r>
            <a:endParaRPr sz="2800">
              <a:latin typeface="Trebuchet MS"/>
              <a:cs typeface="Trebuchet MS"/>
            </a:endParaRPr>
          </a:p>
          <a:p>
            <a:pPr marL="12700" marR="5080">
              <a:lnSpc>
                <a:spcPct val="116100"/>
              </a:lnSpc>
            </a:pPr>
            <a:r>
              <a:rPr sz="2800" dirty="0">
                <a:latin typeface="Trebuchet MS"/>
                <a:cs typeface="Trebuchet MS"/>
              </a:rPr>
              <a:t>Run</a:t>
            </a:r>
            <a:r>
              <a:rPr sz="2800" spc="-15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(Main):</a:t>
            </a:r>
            <a:r>
              <a:rPr sz="2800" spc="-10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serves</a:t>
            </a:r>
            <a:r>
              <a:rPr sz="2800" spc="-1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as</a:t>
            </a:r>
            <a:r>
              <a:rPr sz="2800" spc="-1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the</a:t>
            </a:r>
            <a:r>
              <a:rPr sz="2800" spc="-1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program's</a:t>
            </a:r>
            <a:r>
              <a:rPr sz="2800" spc="-10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entry</a:t>
            </a:r>
            <a:r>
              <a:rPr sz="2800" spc="-15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point,</a:t>
            </a:r>
            <a:r>
              <a:rPr sz="2800" spc="-10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initializing</a:t>
            </a:r>
            <a:r>
              <a:rPr sz="2800" spc="-1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all </a:t>
            </a:r>
            <a:r>
              <a:rPr sz="2800" spc="-10" dirty="0">
                <a:latin typeface="Trebuchet MS"/>
                <a:cs typeface="Trebuchet MS"/>
              </a:rPr>
              <a:t>components.</a:t>
            </a:r>
            <a:endParaRPr sz="2800">
              <a:latin typeface="Trebuchet MS"/>
              <a:cs typeface="Trebuchet MS"/>
            </a:endParaRPr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73349" y="7511097"/>
            <a:ext cx="104775" cy="10477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73349" y="8006397"/>
            <a:ext cx="104775" cy="10477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0"/>
            <a:ext cx="4943957" cy="10286999"/>
          </a:xfrm>
          <a:prstGeom prst="rect">
            <a:avLst/>
          </a:prstGeom>
        </p:spPr>
      </p:pic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xfrm>
            <a:off x="9662147" y="994654"/>
            <a:ext cx="453136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Decomposition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9654" y="388389"/>
            <a:ext cx="8626101" cy="449119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42987" y="2009226"/>
            <a:ext cx="3096260" cy="904875"/>
          </a:xfrm>
          <a:prstGeom prst="rect">
            <a:avLst/>
          </a:prstGeom>
          <a:ln w="28574">
            <a:solidFill>
              <a:srgbClr val="000000"/>
            </a:solidFill>
          </a:ln>
        </p:spPr>
        <p:txBody>
          <a:bodyPr vert="horz" wrap="square" lIns="0" tIns="76835" rIns="0" bIns="0" rtlCol="0">
            <a:spAutoFit/>
          </a:bodyPr>
          <a:lstStyle/>
          <a:p>
            <a:pPr marL="674370" marR="229870" indent="-436880">
              <a:lnSpc>
                <a:spcPct val="104200"/>
              </a:lnSpc>
              <a:spcBef>
                <a:spcPts val="605"/>
              </a:spcBef>
            </a:pPr>
            <a:r>
              <a:rPr sz="2100" b="1" dirty="0">
                <a:latin typeface="Consolas"/>
                <a:cs typeface="Consolas"/>
              </a:rPr>
              <a:t>Student</a:t>
            </a:r>
            <a:r>
              <a:rPr sz="2100" b="1" spc="-95" dirty="0">
                <a:latin typeface="Consolas"/>
                <a:cs typeface="Consolas"/>
              </a:rPr>
              <a:t> </a:t>
            </a:r>
            <a:r>
              <a:rPr sz="2100" b="1" spc="-10" dirty="0">
                <a:latin typeface="Consolas"/>
                <a:cs typeface="Consolas"/>
              </a:rPr>
              <a:t>implements Serializable</a:t>
            </a:r>
            <a:endParaRPr sz="21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05253" y="3609426"/>
            <a:ext cx="3712845" cy="724535"/>
          </a:xfrm>
          <a:prstGeom prst="rect">
            <a:avLst/>
          </a:prstGeom>
          <a:ln w="28574">
            <a:solidFill>
              <a:srgbClr val="000000"/>
            </a:solidFill>
          </a:ln>
        </p:spPr>
        <p:txBody>
          <a:bodyPr vert="horz" wrap="square" lIns="0" tIns="1663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10"/>
              </a:spcBef>
            </a:pPr>
            <a:r>
              <a:rPr sz="2100" b="1" spc="-10" dirty="0">
                <a:latin typeface="Consolas"/>
                <a:cs typeface="Consolas"/>
              </a:rPr>
              <a:t>Mountain</a:t>
            </a:r>
            <a:endParaRPr sz="21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05253" y="2009226"/>
            <a:ext cx="3712845" cy="904875"/>
          </a:xfrm>
          <a:prstGeom prst="rect">
            <a:avLst/>
          </a:prstGeom>
          <a:ln w="28574">
            <a:solidFill>
              <a:srgbClr val="000000"/>
            </a:solidFill>
          </a:ln>
        </p:spPr>
        <p:txBody>
          <a:bodyPr vert="horz" wrap="square" lIns="0" tIns="901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0"/>
              </a:spcBef>
            </a:pPr>
            <a:r>
              <a:rPr sz="2100" b="1" spc="-10" dirty="0">
                <a:latin typeface="Consolas"/>
                <a:cs typeface="Consolas"/>
              </a:rPr>
              <a:t>StatisticRecord</a:t>
            </a:r>
            <a:endParaRPr sz="2100">
              <a:latin typeface="Consolas"/>
              <a:cs typeface="Consolas"/>
            </a:endParaRPr>
          </a:p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2100" b="1" dirty="0">
                <a:latin typeface="Consolas"/>
                <a:cs typeface="Consolas"/>
              </a:rPr>
              <a:t>implements</a:t>
            </a:r>
            <a:r>
              <a:rPr sz="2100" b="1" spc="-125" dirty="0">
                <a:latin typeface="Consolas"/>
                <a:cs typeface="Consolas"/>
              </a:rPr>
              <a:t> </a:t>
            </a:r>
            <a:r>
              <a:rPr sz="2100" b="1" spc="-10" dirty="0">
                <a:latin typeface="Consolas"/>
                <a:cs typeface="Consolas"/>
              </a:rPr>
              <a:t>Serializable</a:t>
            </a:r>
            <a:endParaRPr sz="21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27167" y="3610786"/>
            <a:ext cx="3012440" cy="724535"/>
          </a:xfrm>
          <a:prstGeom prst="rect">
            <a:avLst/>
          </a:prstGeom>
          <a:ln w="28574">
            <a:solidFill>
              <a:srgbClr val="000000"/>
            </a:solidFill>
          </a:ln>
        </p:spPr>
        <p:txBody>
          <a:bodyPr vert="horz" wrap="square" lIns="0" tIns="166370" rIns="0" bIns="0" rtlCol="0">
            <a:spAutoFit/>
          </a:bodyPr>
          <a:lstStyle/>
          <a:p>
            <a:pPr marL="631825">
              <a:lnSpc>
                <a:spcPct val="100000"/>
              </a:lnSpc>
              <a:spcBef>
                <a:spcPts val="1310"/>
              </a:spcBef>
            </a:pPr>
            <a:r>
              <a:rPr sz="2100" b="1" spc="-10" dirty="0">
                <a:latin typeface="Consolas"/>
                <a:cs typeface="Consolas"/>
              </a:rPr>
              <a:t>MountainCode</a:t>
            </a:r>
            <a:endParaRPr sz="2100">
              <a:latin typeface="Consolas"/>
              <a:cs typeface="Consola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77915" y="5546338"/>
            <a:ext cx="17178655" cy="3743960"/>
            <a:chOff x="577915" y="5546338"/>
            <a:chExt cx="17178655" cy="374396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135979" y="6589988"/>
              <a:ext cx="3620457" cy="219294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68068" y="5577772"/>
              <a:ext cx="6682134" cy="371196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7915" y="5546338"/>
              <a:ext cx="5669441" cy="3711961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3975968" y="7897110"/>
            <a:ext cx="1787525" cy="571500"/>
          </a:xfrm>
          <a:prstGeom prst="rect">
            <a:avLst/>
          </a:prstGeom>
          <a:ln w="28574">
            <a:solidFill>
              <a:srgbClr val="000000"/>
            </a:solidFill>
          </a:ln>
        </p:spPr>
        <p:txBody>
          <a:bodyPr vert="horz" wrap="square" lIns="0" tIns="90170" rIns="0" bIns="0" rtlCol="0">
            <a:spAutoFit/>
          </a:bodyPr>
          <a:lstStyle/>
          <a:p>
            <a:pPr marL="311150">
              <a:lnSpc>
                <a:spcPct val="100000"/>
              </a:lnSpc>
              <a:spcBef>
                <a:spcPts val="710"/>
              </a:spcBef>
            </a:pPr>
            <a:r>
              <a:rPr sz="2100" b="1" spc="-10" dirty="0">
                <a:latin typeface="Consolas"/>
                <a:cs typeface="Consolas"/>
              </a:rPr>
              <a:t>Inputter</a:t>
            </a:r>
            <a:endParaRPr sz="210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40329" y="6805892"/>
            <a:ext cx="3552190" cy="614045"/>
          </a:xfrm>
          <a:prstGeom prst="rect">
            <a:avLst/>
          </a:prstGeom>
          <a:ln w="28574">
            <a:solidFill>
              <a:srgbClr val="000000"/>
            </a:solidFill>
          </a:ln>
        </p:spPr>
        <p:txBody>
          <a:bodyPr vert="horz" wrap="square" lIns="0" tIns="109220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860"/>
              </a:spcBef>
            </a:pPr>
            <a:r>
              <a:rPr sz="2100" b="1" dirty="0">
                <a:latin typeface="Consolas"/>
                <a:cs typeface="Consolas"/>
              </a:rPr>
              <a:t>&lt;interface&gt;</a:t>
            </a:r>
            <a:r>
              <a:rPr sz="2100" b="1" spc="-140" dirty="0">
                <a:latin typeface="Consolas"/>
                <a:cs typeface="Consolas"/>
              </a:rPr>
              <a:t> </a:t>
            </a:r>
            <a:r>
              <a:rPr sz="2100" b="1" spc="-10" dirty="0">
                <a:latin typeface="Consolas"/>
                <a:cs typeface="Consolas"/>
              </a:rPr>
              <a:t>Validation</a:t>
            </a:r>
            <a:endParaRPr sz="210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42987" y="7897110"/>
            <a:ext cx="2580005" cy="571500"/>
          </a:xfrm>
          <a:prstGeom prst="rect">
            <a:avLst/>
          </a:prstGeom>
          <a:ln w="28574">
            <a:solidFill>
              <a:srgbClr val="000000"/>
            </a:solidFill>
          </a:ln>
        </p:spPr>
        <p:txBody>
          <a:bodyPr vert="horz" wrap="square" lIns="0" tIns="90170" rIns="0" bIns="0" rtlCol="0">
            <a:spAutoFit/>
          </a:bodyPr>
          <a:lstStyle/>
          <a:p>
            <a:pPr marL="561340">
              <a:lnSpc>
                <a:spcPct val="100000"/>
              </a:lnSpc>
              <a:spcBef>
                <a:spcPts val="710"/>
              </a:spcBef>
            </a:pPr>
            <a:r>
              <a:rPr sz="2100" b="1" spc="-10" dirty="0">
                <a:latin typeface="Consolas"/>
                <a:cs typeface="Consolas"/>
              </a:rPr>
              <a:t>DataLoader</a:t>
            </a:r>
            <a:endParaRPr sz="2100">
              <a:latin typeface="Consolas"/>
              <a:cs typeface="Consola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455066" y="6930322"/>
            <a:ext cx="2353945" cy="571500"/>
          </a:xfrm>
          <a:prstGeom prst="rect">
            <a:avLst/>
          </a:prstGeom>
          <a:ln w="28574">
            <a:solidFill>
              <a:srgbClr val="000000"/>
            </a:solidFill>
          </a:ln>
        </p:spPr>
        <p:txBody>
          <a:bodyPr vert="horz" wrap="square" lIns="0" tIns="90170" rIns="0" bIns="0" rtlCol="0">
            <a:spAutoFit/>
          </a:bodyPr>
          <a:lstStyle/>
          <a:p>
            <a:pPr marL="448309">
              <a:lnSpc>
                <a:spcPct val="100000"/>
              </a:lnSpc>
              <a:spcBef>
                <a:spcPts val="710"/>
              </a:spcBef>
            </a:pPr>
            <a:r>
              <a:rPr sz="2100" b="1" spc="-10" dirty="0">
                <a:latin typeface="Consolas"/>
                <a:cs typeface="Consolas"/>
              </a:rPr>
              <a:t>Statistics</a:t>
            </a:r>
            <a:endParaRPr sz="2100">
              <a:latin typeface="Consolas"/>
              <a:cs typeface="Consola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426737" y="8197147"/>
            <a:ext cx="2411095" cy="571500"/>
          </a:xfrm>
          <a:prstGeom prst="rect">
            <a:avLst/>
          </a:prstGeom>
          <a:ln w="28574">
            <a:solidFill>
              <a:srgbClr val="000000"/>
            </a:solidFill>
          </a:ln>
        </p:spPr>
        <p:txBody>
          <a:bodyPr vert="horz" wrap="square" lIns="0" tIns="90170" rIns="0" bIns="0" rtlCol="0">
            <a:spAutoFit/>
          </a:bodyPr>
          <a:lstStyle/>
          <a:p>
            <a:pPr marL="258445">
              <a:lnSpc>
                <a:spcPct val="100000"/>
              </a:lnSpc>
              <a:spcBef>
                <a:spcPts val="710"/>
              </a:spcBef>
            </a:pPr>
            <a:r>
              <a:rPr sz="2100" b="1" spc="-10" dirty="0">
                <a:latin typeface="Consolas"/>
                <a:cs typeface="Consolas"/>
              </a:rPr>
              <a:t>StudentAccess</a:t>
            </a:r>
            <a:endParaRPr sz="2100">
              <a:latin typeface="Consolas"/>
              <a:cs typeface="Consola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778510" y="7008110"/>
            <a:ext cx="206375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10" dirty="0">
                <a:latin typeface="Consolas"/>
                <a:cs typeface="Consolas"/>
              </a:rPr>
              <a:t>DataController</a:t>
            </a:r>
            <a:endParaRPr sz="2100">
              <a:latin typeface="Consolas"/>
              <a:cs typeface="Consola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0543113" y="6930322"/>
            <a:ext cx="2534920" cy="571500"/>
          </a:xfrm>
          <a:custGeom>
            <a:avLst/>
            <a:gdLst/>
            <a:ahLst/>
            <a:cxnLst/>
            <a:rect l="l" t="t" r="r" b="b"/>
            <a:pathLst>
              <a:path w="2534919" h="571500">
                <a:moveTo>
                  <a:pt x="14287" y="14287"/>
                </a:moveTo>
                <a:lnTo>
                  <a:pt x="14287" y="557212"/>
                </a:lnTo>
              </a:path>
              <a:path w="2534919" h="571500">
                <a:moveTo>
                  <a:pt x="2520473" y="14287"/>
                </a:moveTo>
                <a:lnTo>
                  <a:pt x="2520473" y="557212"/>
                </a:lnTo>
              </a:path>
              <a:path w="2534919" h="571500">
                <a:moveTo>
                  <a:pt x="0" y="0"/>
                </a:moveTo>
                <a:lnTo>
                  <a:pt x="2534760" y="0"/>
                </a:lnTo>
              </a:path>
              <a:path w="2534919" h="571500">
                <a:moveTo>
                  <a:pt x="0" y="571499"/>
                </a:moveTo>
                <a:lnTo>
                  <a:pt x="2534760" y="571499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0691669" y="8178097"/>
            <a:ext cx="2237740" cy="571500"/>
          </a:xfrm>
          <a:prstGeom prst="rect">
            <a:avLst/>
          </a:prstGeom>
          <a:ln w="28574">
            <a:solidFill>
              <a:srgbClr val="000000"/>
            </a:solidFill>
          </a:ln>
        </p:spPr>
        <p:txBody>
          <a:bodyPr vert="horz" wrap="square" lIns="0" tIns="90170" rIns="0" bIns="0" rtlCol="0">
            <a:spAutoFit/>
          </a:bodyPr>
          <a:lstStyle/>
          <a:p>
            <a:pPr marL="245110">
              <a:lnSpc>
                <a:spcPct val="100000"/>
              </a:lnSpc>
              <a:spcBef>
                <a:spcPts val="710"/>
              </a:spcBef>
            </a:pPr>
            <a:r>
              <a:rPr sz="2100" b="1" spc="-10" dirty="0">
                <a:latin typeface="Consolas"/>
                <a:cs typeface="Consolas"/>
              </a:rPr>
              <a:t>InputManager</a:t>
            </a:r>
            <a:endParaRPr sz="2100">
              <a:latin typeface="Consolas"/>
              <a:cs typeface="Consola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749343" y="7597072"/>
            <a:ext cx="1467485" cy="571500"/>
          </a:xfrm>
          <a:prstGeom prst="rect">
            <a:avLst/>
          </a:prstGeom>
          <a:ln w="28574">
            <a:solidFill>
              <a:srgbClr val="000000"/>
            </a:solidFill>
          </a:ln>
        </p:spPr>
        <p:txBody>
          <a:bodyPr vert="horz" wrap="square" lIns="0" tIns="90170" rIns="0" bIns="0" rtlCol="0">
            <a:spAutoFit/>
          </a:bodyPr>
          <a:lstStyle/>
          <a:p>
            <a:pPr marL="441959">
              <a:lnSpc>
                <a:spcPct val="100000"/>
              </a:lnSpc>
              <a:spcBef>
                <a:spcPts val="710"/>
              </a:spcBef>
            </a:pPr>
            <a:r>
              <a:rPr sz="2100" b="1" spc="-20" dirty="0">
                <a:latin typeface="Consolas"/>
                <a:cs typeface="Consolas"/>
              </a:rPr>
              <a:t>Menu</a:t>
            </a:r>
            <a:endParaRPr sz="2100">
              <a:latin typeface="Consolas"/>
              <a:cs typeface="Consolas"/>
            </a:endParaRPr>
          </a:p>
        </p:txBody>
      </p:sp>
      <p:pic>
        <p:nvPicPr>
          <p:cNvPr id="20" name="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675167" y="1349316"/>
            <a:ext cx="4835959" cy="2172322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11442060" y="2535614"/>
            <a:ext cx="1330325" cy="571500"/>
          </a:xfrm>
          <a:prstGeom prst="rect">
            <a:avLst/>
          </a:prstGeom>
          <a:ln w="28574">
            <a:solidFill>
              <a:srgbClr val="000000"/>
            </a:solidFill>
          </a:ln>
        </p:spPr>
        <p:txBody>
          <a:bodyPr vert="horz" wrap="square" lIns="0" tIns="90170" rIns="0" bIns="0" rtlCol="0">
            <a:spAutoFit/>
          </a:bodyPr>
          <a:lstStyle/>
          <a:p>
            <a:pPr marL="373380">
              <a:lnSpc>
                <a:spcPct val="100000"/>
              </a:lnSpc>
              <a:spcBef>
                <a:spcPts val="710"/>
              </a:spcBef>
            </a:pPr>
            <a:r>
              <a:rPr sz="2100" b="1" spc="-20" dirty="0">
                <a:latin typeface="Consolas"/>
                <a:cs typeface="Consolas"/>
              </a:rPr>
              <a:t>Main</a:t>
            </a:r>
            <a:endParaRPr sz="2100">
              <a:latin typeface="Consolas"/>
              <a:cs typeface="Consolas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520946" y="388389"/>
            <a:ext cx="14738350" cy="8119745"/>
            <a:chOff x="2520946" y="388389"/>
            <a:chExt cx="14738350" cy="8119745"/>
          </a:xfrm>
        </p:grpSpPr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201899" y="388389"/>
              <a:ext cx="2057399" cy="205739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011190" y="2462730"/>
              <a:ext cx="2107565" cy="741045"/>
            </a:xfrm>
            <a:custGeom>
              <a:avLst/>
              <a:gdLst/>
              <a:ahLst/>
              <a:cxnLst/>
              <a:rect l="l" t="t" r="r" b="b"/>
              <a:pathLst>
                <a:path w="2107565" h="741044">
                  <a:moveTo>
                    <a:pt x="1610279" y="374932"/>
                  </a:moveTo>
                  <a:lnTo>
                    <a:pt x="1982070" y="374932"/>
                  </a:lnTo>
                  <a:lnTo>
                    <a:pt x="1531777" y="740614"/>
                  </a:lnTo>
                  <a:lnTo>
                    <a:pt x="1610279" y="374932"/>
                  </a:lnTo>
                  <a:close/>
                </a:path>
                <a:path w="2107565" h="741044">
                  <a:moveTo>
                    <a:pt x="1418282" y="0"/>
                  </a:moveTo>
                  <a:lnTo>
                    <a:pt x="2107022" y="273457"/>
                  </a:lnTo>
                  <a:lnTo>
                    <a:pt x="1982070" y="374932"/>
                  </a:lnTo>
                  <a:lnTo>
                    <a:pt x="1610279" y="374932"/>
                  </a:lnTo>
                  <a:lnTo>
                    <a:pt x="7590" y="620534"/>
                  </a:lnTo>
                  <a:lnTo>
                    <a:pt x="0" y="571005"/>
                  </a:lnTo>
                  <a:lnTo>
                    <a:pt x="1602716" y="325398"/>
                  </a:lnTo>
                  <a:lnTo>
                    <a:pt x="1418282" y="0"/>
                  </a:lnTo>
                  <a:close/>
                </a:path>
              </a:pathLst>
            </a:custGeom>
            <a:solidFill>
              <a:srgbClr val="8B8B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2804935" y="2445790"/>
              <a:ext cx="2397125" cy="372745"/>
            </a:xfrm>
            <a:custGeom>
              <a:avLst/>
              <a:gdLst/>
              <a:ahLst/>
              <a:cxnLst/>
              <a:rect l="l" t="t" r="r" b="b"/>
              <a:pathLst>
                <a:path w="2397125" h="372744">
                  <a:moveTo>
                    <a:pt x="2396958" y="0"/>
                  </a:moveTo>
                  <a:lnTo>
                    <a:pt x="0" y="372648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2804935" y="2750261"/>
              <a:ext cx="84455" cy="113030"/>
            </a:xfrm>
            <a:custGeom>
              <a:avLst/>
              <a:gdLst/>
              <a:ahLst/>
              <a:cxnLst/>
              <a:rect l="l" t="t" r="r" b="b"/>
              <a:pathLst>
                <a:path w="84454" h="113030">
                  <a:moveTo>
                    <a:pt x="84074" y="112943"/>
                  </a:moveTo>
                  <a:lnTo>
                    <a:pt x="0" y="68177"/>
                  </a:lnTo>
                  <a:lnTo>
                    <a:pt x="66515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2106920" y="3121444"/>
              <a:ext cx="2578100" cy="4669790"/>
            </a:xfrm>
            <a:custGeom>
              <a:avLst/>
              <a:gdLst/>
              <a:ahLst/>
              <a:cxnLst/>
              <a:rect l="l" t="t" r="r" b="b"/>
              <a:pathLst>
                <a:path w="2578100" h="4669790">
                  <a:moveTo>
                    <a:pt x="0" y="0"/>
                  </a:moveTo>
                  <a:lnTo>
                    <a:pt x="2577479" y="466969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619918" y="7752807"/>
              <a:ext cx="138168" cy="132429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12961727" y="7888693"/>
              <a:ext cx="1755775" cy="569595"/>
            </a:xfrm>
            <a:custGeom>
              <a:avLst/>
              <a:gdLst/>
              <a:ahLst/>
              <a:cxnLst/>
              <a:rect l="l" t="t" r="r" b="b"/>
              <a:pathLst>
                <a:path w="1755775" h="569595">
                  <a:moveTo>
                    <a:pt x="0" y="569270"/>
                  </a:moveTo>
                  <a:lnTo>
                    <a:pt x="1755206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2961727" y="7857840"/>
              <a:ext cx="1755775" cy="631190"/>
            </a:xfrm>
            <a:custGeom>
              <a:avLst/>
              <a:gdLst/>
              <a:ahLst/>
              <a:cxnLst/>
              <a:rect l="l" t="t" r="r" b="b"/>
              <a:pathLst>
                <a:path w="1755775" h="631190">
                  <a:moveTo>
                    <a:pt x="54851" y="522253"/>
                  </a:moveTo>
                  <a:lnTo>
                    <a:pt x="0" y="600124"/>
                  </a:lnTo>
                  <a:lnTo>
                    <a:pt x="90114" y="630977"/>
                  </a:lnTo>
                </a:path>
                <a:path w="1755775" h="631190">
                  <a:moveTo>
                    <a:pt x="1665091" y="0"/>
                  </a:moveTo>
                  <a:lnTo>
                    <a:pt x="1755206" y="30853"/>
                  </a:lnTo>
                  <a:lnTo>
                    <a:pt x="1700354" y="108724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1810493" y="7535159"/>
              <a:ext cx="0" cy="609600"/>
            </a:xfrm>
            <a:custGeom>
              <a:avLst/>
              <a:gdLst/>
              <a:ahLst/>
              <a:cxnLst/>
              <a:rect l="l" t="t" r="r" b="b"/>
              <a:pathLst>
                <a:path h="609600">
                  <a:moveTo>
                    <a:pt x="0" y="0"/>
                  </a:moveTo>
                  <a:lnTo>
                    <a:pt x="0" y="609599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1753343" y="7535159"/>
              <a:ext cx="114300" cy="609600"/>
            </a:xfrm>
            <a:custGeom>
              <a:avLst/>
              <a:gdLst/>
              <a:ahLst/>
              <a:cxnLst/>
              <a:rect l="l" t="t" r="r" b="b"/>
              <a:pathLst>
                <a:path w="114300" h="609600">
                  <a:moveTo>
                    <a:pt x="114299" y="76199"/>
                  </a:moveTo>
                  <a:lnTo>
                    <a:pt x="57149" y="0"/>
                  </a:lnTo>
                  <a:lnTo>
                    <a:pt x="0" y="76199"/>
                  </a:lnTo>
                </a:path>
                <a:path w="114300" h="609600">
                  <a:moveTo>
                    <a:pt x="114299" y="533399"/>
                  </a:moveTo>
                  <a:lnTo>
                    <a:pt x="57149" y="609599"/>
                  </a:lnTo>
                  <a:lnTo>
                    <a:pt x="0" y="533399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9834041" y="7231793"/>
              <a:ext cx="833119" cy="1216660"/>
            </a:xfrm>
            <a:custGeom>
              <a:avLst/>
              <a:gdLst/>
              <a:ahLst/>
              <a:cxnLst/>
              <a:rect l="l" t="t" r="r" b="b"/>
              <a:pathLst>
                <a:path w="833120" h="1216659">
                  <a:moveTo>
                    <a:pt x="0" y="0"/>
                  </a:moveTo>
                  <a:lnTo>
                    <a:pt x="832579" y="1216334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9829922" y="7231793"/>
              <a:ext cx="94615" cy="95250"/>
            </a:xfrm>
            <a:custGeom>
              <a:avLst/>
              <a:gdLst/>
              <a:ahLst/>
              <a:cxnLst/>
              <a:rect l="l" t="t" r="r" b="b"/>
              <a:pathLst>
                <a:path w="94615" h="95250">
                  <a:moveTo>
                    <a:pt x="94319" y="30599"/>
                  </a:moveTo>
                  <a:lnTo>
                    <a:pt x="4118" y="0"/>
                  </a:lnTo>
                  <a:lnTo>
                    <a:pt x="0" y="9516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557369" y="8333917"/>
              <a:ext cx="132419" cy="148947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5921514" y="8172170"/>
              <a:ext cx="4605020" cy="302260"/>
            </a:xfrm>
            <a:custGeom>
              <a:avLst/>
              <a:gdLst/>
              <a:ahLst/>
              <a:cxnLst/>
              <a:rect l="l" t="t" r="r" b="b"/>
              <a:pathLst>
                <a:path w="4605020" h="302259">
                  <a:moveTo>
                    <a:pt x="40220" y="2184"/>
                  </a:moveTo>
                  <a:lnTo>
                    <a:pt x="2184" y="0"/>
                  </a:lnTo>
                  <a:lnTo>
                    <a:pt x="0" y="38036"/>
                  </a:lnTo>
                  <a:lnTo>
                    <a:pt x="38036" y="40220"/>
                  </a:lnTo>
                  <a:lnTo>
                    <a:pt x="40220" y="2184"/>
                  </a:lnTo>
                  <a:close/>
                </a:path>
                <a:path w="4605020" h="302259">
                  <a:moveTo>
                    <a:pt x="116293" y="6553"/>
                  </a:moveTo>
                  <a:lnTo>
                    <a:pt x="78257" y="4368"/>
                  </a:lnTo>
                  <a:lnTo>
                    <a:pt x="76073" y="42405"/>
                  </a:lnTo>
                  <a:lnTo>
                    <a:pt x="114109" y="44589"/>
                  </a:lnTo>
                  <a:lnTo>
                    <a:pt x="116293" y="6553"/>
                  </a:lnTo>
                  <a:close/>
                </a:path>
                <a:path w="4605020" h="302259">
                  <a:moveTo>
                    <a:pt x="192366" y="10909"/>
                  </a:moveTo>
                  <a:lnTo>
                    <a:pt x="154330" y="8724"/>
                  </a:lnTo>
                  <a:lnTo>
                    <a:pt x="152146" y="46761"/>
                  </a:lnTo>
                  <a:lnTo>
                    <a:pt x="190182" y="48945"/>
                  </a:lnTo>
                  <a:lnTo>
                    <a:pt x="192366" y="10909"/>
                  </a:lnTo>
                  <a:close/>
                </a:path>
                <a:path w="4605020" h="302259">
                  <a:moveTo>
                    <a:pt x="268439" y="15278"/>
                  </a:moveTo>
                  <a:lnTo>
                    <a:pt x="230403" y="13093"/>
                  </a:lnTo>
                  <a:lnTo>
                    <a:pt x="228219" y="51130"/>
                  </a:lnTo>
                  <a:lnTo>
                    <a:pt x="266255" y="53314"/>
                  </a:lnTo>
                  <a:lnTo>
                    <a:pt x="268439" y="15278"/>
                  </a:lnTo>
                  <a:close/>
                </a:path>
                <a:path w="4605020" h="302259">
                  <a:moveTo>
                    <a:pt x="344512" y="19634"/>
                  </a:moveTo>
                  <a:lnTo>
                    <a:pt x="306476" y="17449"/>
                  </a:lnTo>
                  <a:lnTo>
                    <a:pt x="304292" y="55486"/>
                  </a:lnTo>
                  <a:lnTo>
                    <a:pt x="342341" y="57670"/>
                  </a:lnTo>
                  <a:lnTo>
                    <a:pt x="344512" y="19634"/>
                  </a:lnTo>
                  <a:close/>
                </a:path>
                <a:path w="4605020" h="302259">
                  <a:moveTo>
                    <a:pt x="420585" y="24003"/>
                  </a:moveTo>
                  <a:lnTo>
                    <a:pt x="382549" y="21818"/>
                  </a:lnTo>
                  <a:lnTo>
                    <a:pt x="380377" y="59855"/>
                  </a:lnTo>
                  <a:lnTo>
                    <a:pt x="418414" y="62039"/>
                  </a:lnTo>
                  <a:lnTo>
                    <a:pt x="420585" y="24003"/>
                  </a:lnTo>
                  <a:close/>
                </a:path>
                <a:path w="4605020" h="302259">
                  <a:moveTo>
                    <a:pt x="496671" y="28359"/>
                  </a:moveTo>
                  <a:lnTo>
                    <a:pt x="458635" y="26174"/>
                  </a:lnTo>
                  <a:lnTo>
                    <a:pt x="456450" y="64211"/>
                  </a:lnTo>
                  <a:lnTo>
                    <a:pt x="494487" y="66395"/>
                  </a:lnTo>
                  <a:lnTo>
                    <a:pt x="496671" y="28359"/>
                  </a:lnTo>
                  <a:close/>
                </a:path>
                <a:path w="4605020" h="302259">
                  <a:moveTo>
                    <a:pt x="572744" y="32727"/>
                  </a:moveTo>
                  <a:lnTo>
                    <a:pt x="534708" y="30543"/>
                  </a:lnTo>
                  <a:lnTo>
                    <a:pt x="532523" y="68580"/>
                  </a:lnTo>
                  <a:lnTo>
                    <a:pt x="570560" y="70764"/>
                  </a:lnTo>
                  <a:lnTo>
                    <a:pt x="572744" y="32727"/>
                  </a:lnTo>
                  <a:close/>
                </a:path>
                <a:path w="4605020" h="302259">
                  <a:moveTo>
                    <a:pt x="648817" y="37084"/>
                  </a:moveTo>
                  <a:lnTo>
                    <a:pt x="610781" y="34899"/>
                  </a:lnTo>
                  <a:lnTo>
                    <a:pt x="608596" y="72936"/>
                  </a:lnTo>
                  <a:lnTo>
                    <a:pt x="646633" y="75120"/>
                  </a:lnTo>
                  <a:lnTo>
                    <a:pt x="648817" y="37084"/>
                  </a:lnTo>
                  <a:close/>
                </a:path>
                <a:path w="4605020" h="302259">
                  <a:moveTo>
                    <a:pt x="724890" y="41452"/>
                  </a:moveTo>
                  <a:lnTo>
                    <a:pt x="686854" y="39268"/>
                  </a:lnTo>
                  <a:lnTo>
                    <a:pt x="684669" y="77304"/>
                  </a:lnTo>
                  <a:lnTo>
                    <a:pt x="722706" y="79489"/>
                  </a:lnTo>
                  <a:lnTo>
                    <a:pt x="724890" y="41452"/>
                  </a:lnTo>
                  <a:close/>
                </a:path>
                <a:path w="4605020" h="302259">
                  <a:moveTo>
                    <a:pt x="800963" y="45808"/>
                  </a:moveTo>
                  <a:lnTo>
                    <a:pt x="762927" y="43624"/>
                  </a:lnTo>
                  <a:lnTo>
                    <a:pt x="760742" y="81661"/>
                  </a:lnTo>
                  <a:lnTo>
                    <a:pt x="798779" y="83845"/>
                  </a:lnTo>
                  <a:lnTo>
                    <a:pt x="800963" y="45808"/>
                  </a:lnTo>
                  <a:close/>
                </a:path>
                <a:path w="4605020" h="302259">
                  <a:moveTo>
                    <a:pt x="877036" y="50177"/>
                  </a:moveTo>
                  <a:lnTo>
                    <a:pt x="839000" y="47993"/>
                  </a:lnTo>
                  <a:lnTo>
                    <a:pt x="836828" y="86029"/>
                  </a:lnTo>
                  <a:lnTo>
                    <a:pt x="874864" y="88214"/>
                  </a:lnTo>
                  <a:lnTo>
                    <a:pt x="877036" y="50177"/>
                  </a:lnTo>
                  <a:close/>
                </a:path>
                <a:path w="4605020" h="302259">
                  <a:moveTo>
                    <a:pt x="953122" y="54533"/>
                  </a:moveTo>
                  <a:lnTo>
                    <a:pt x="915073" y="52349"/>
                  </a:lnTo>
                  <a:lnTo>
                    <a:pt x="912901" y="90398"/>
                  </a:lnTo>
                  <a:lnTo>
                    <a:pt x="950937" y="92570"/>
                  </a:lnTo>
                  <a:lnTo>
                    <a:pt x="953122" y="54533"/>
                  </a:lnTo>
                  <a:close/>
                </a:path>
                <a:path w="4605020" h="302259">
                  <a:moveTo>
                    <a:pt x="1029195" y="58902"/>
                  </a:moveTo>
                  <a:lnTo>
                    <a:pt x="991158" y="56718"/>
                  </a:lnTo>
                  <a:lnTo>
                    <a:pt x="988974" y="94754"/>
                  </a:lnTo>
                  <a:lnTo>
                    <a:pt x="1027010" y="96939"/>
                  </a:lnTo>
                  <a:lnTo>
                    <a:pt x="1029195" y="58902"/>
                  </a:lnTo>
                  <a:close/>
                </a:path>
                <a:path w="4605020" h="302259">
                  <a:moveTo>
                    <a:pt x="1105268" y="63258"/>
                  </a:moveTo>
                  <a:lnTo>
                    <a:pt x="1067231" y="61074"/>
                  </a:lnTo>
                  <a:lnTo>
                    <a:pt x="1065047" y="99123"/>
                  </a:lnTo>
                  <a:lnTo>
                    <a:pt x="1103083" y="101295"/>
                  </a:lnTo>
                  <a:lnTo>
                    <a:pt x="1105268" y="63258"/>
                  </a:lnTo>
                  <a:close/>
                </a:path>
                <a:path w="4605020" h="302259">
                  <a:moveTo>
                    <a:pt x="1181341" y="67627"/>
                  </a:moveTo>
                  <a:lnTo>
                    <a:pt x="1143304" y="65443"/>
                  </a:lnTo>
                  <a:lnTo>
                    <a:pt x="1141120" y="103479"/>
                  </a:lnTo>
                  <a:lnTo>
                    <a:pt x="1179156" y="105664"/>
                  </a:lnTo>
                  <a:lnTo>
                    <a:pt x="1181341" y="67627"/>
                  </a:lnTo>
                  <a:close/>
                </a:path>
                <a:path w="4605020" h="302259">
                  <a:moveTo>
                    <a:pt x="1257414" y="71983"/>
                  </a:moveTo>
                  <a:lnTo>
                    <a:pt x="1219377" y="69799"/>
                  </a:lnTo>
                  <a:lnTo>
                    <a:pt x="1217193" y="107848"/>
                  </a:lnTo>
                  <a:lnTo>
                    <a:pt x="1255229" y="110020"/>
                  </a:lnTo>
                  <a:lnTo>
                    <a:pt x="1257414" y="71983"/>
                  </a:lnTo>
                  <a:close/>
                </a:path>
                <a:path w="4605020" h="302259">
                  <a:moveTo>
                    <a:pt x="1333487" y="76352"/>
                  </a:moveTo>
                  <a:lnTo>
                    <a:pt x="1295450" y="74168"/>
                  </a:lnTo>
                  <a:lnTo>
                    <a:pt x="1293279" y="112204"/>
                  </a:lnTo>
                  <a:lnTo>
                    <a:pt x="1331315" y="114388"/>
                  </a:lnTo>
                  <a:lnTo>
                    <a:pt x="1333487" y="76352"/>
                  </a:lnTo>
                  <a:close/>
                </a:path>
                <a:path w="4605020" h="302259">
                  <a:moveTo>
                    <a:pt x="1409573" y="80708"/>
                  </a:moveTo>
                  <a:lnTo>
                    <a:pt x="1371523" y="78524"/>
                  </a:lnTo>
                  <a:lnTo>
                    <a:pt x="1369352" y="116573"/>
                  </a:lnTo>
                  <a:lnTo>
                    <a:pt x="1407388" y="118745"/>
                  </a:lnTo>
                  <a:lnTo>
                    <a:pt x="1409573" y="80708"/>
                  </a:lnTo>
                  <a:close/>
                </a:path>
                <a:path w="4605020" h="302259">
                  <a:moveTo>
                    <a:pt x="1485646" y="85077"/>
                  </a:moveTo>
                  <a:lnTo>
                    <a:pt x="1447609" y="82892"/>
                  </a:lnTo>
                  <a:lnTo>
                    <a:pt x="1445425" y="120929"/>
                  </a:lnTo>
                  <a:lnTo>
                    <a:pt x="1483461" y="123113"/>
                  </a:lnTo>
                  <a:lnTo>
                    <a:pt x="1485646" y="85077"/>
                  </a:lnTo>
                  <a:close/>
                </a:path>
                <a:path w="4605020" h="302259">
                  <a:moveTo>
                    <a:pt x="1561719" y="89433"/>
                  </a:moveTo>
                  <a:lnTo>
                    <a:pt x="1523682" y="87249"/>
                  </a:lnTo>
                  <a:lnTo>
                    <a:pt x="1521498" y="125298"/>
                  </a:lnTo>
                  <a:lnTo>
                    <a:pt x="1559534" y="127469"/>
                  </a:lnTo>
                  <a:lnTo>
                    <a:pt x="1561719" y="89433"/>
                  </a:lnTo>
                  <a:close/>
                </a:path>
                <a:path w="4605020" h="302259">
                  <a:moveTo>
                    <a:pt x="1637792" y="93802"/>
                  </a:moveTo>
                  <a:lnTo>
                    <a:pt x="1599755" y="91617"/>
                  </a:lnTo>
                  <a:lnTo>
                    <a:pt x="1597571" y="129654"/>
                  </a:lnTo>
                  <a:lnTo>
                    <a:pt x="1635607" y="131838"/>
                  </a:lnTo>
                  <a:lnTo>
                    <a:pt x="1637792" y="93802"/>
                  </a:lnTo>
                  <a:close/>
                </a:path>
                <a:path w="4605020" h="302259">
                  <a:moveTo>
                    <a:pt x="1713865" y="98158"/>
                  </a:moveTo>
                  <a:lnTo>
                    <a:pt x="1675828" y="95973"/>
                  </a:lnTo>
                  <a:lnTo>
                    <a:pt x="1673644" y="134023"/>
                  </a:lnTo>
                  <a:lnTo>
                    <a:pt x="1711680" y="136194"/>
                  </a:lnTo>
                  <a:lnTo>
                    <a:pt x="1713865" y="98158"/>
                  </a:lnTo>
                  <a:close/>
                </a:path>
                <a:path w="4605020" h="302259">
                  <a:moveTo>
                    <a:pt x="1789938" y="102527"/>
                  </a:moveTo>
                  <a:lnTo>
                    <a:pt x="1751901" y="100342"/>
                  </a:lnTo>
                  <a:lnTo>
                    <a:pt x="1749717" y="138379"/>
                  </a:lnTo>
                  <a:lnTo>
                    <a:pt x="1787766" y="140563"/>
                  </a:lnTo>
                  <a:lnTo>
                    <a:pt x="1789938" y="102527"/>
                  </a:lnTo>
                  <a:close/>
                </a:path>
                <a:path w="4605020" h="302259">
                  <a:moveTo>
                    <a:pt x="1866011" y="106883"/>
                  </a:moveTo>
                  <a:lnTo>
                    <a:pt x="1827974" y="104711"/>
                  </a:lnTo>
                  <a:lnTo>
                    <a:pt x="1825802" y="142748"/>
                  </a:lnTo>
                  <a:lnTo>
                    <a:pt x="1863839" y="144919"/>
                  </a:lnTo>
                  <a:lnTo>
                    <a:pt x="1866011" y="106883"/>
                  </a:lnTo>
                  <a:close/>
                </a:path>
                <a:path w="4605020" h="302259">
                  <a:moveTo>
                    <a:pt x="1942096" y="111252"/>
                  </a:moveTo>
                  <a:lnTo>
                    <a:pt x="1904060" y="109067"/>
                  </a:lnTo>
                  <a:lnTo>
                    <a:pt x="1901875" y="147104"/>
                  </a:lnTo>
                  <a:lnTo>
                    <a:pt x="1939912" y="149288"/>
                  </a:lnTo>
                  <a:lnTo>
                    <a:pt x="1942096" y="111252"/>
                  </a:lnTo>
                  <a:close/>
                </a:path>
                <a:path w="4605020" h="302259">
                  <a:moveTo>
                    <a:pt x="2018169" y="115608"/>
                  </a:moveTo>
                  <a:lnTo>
                    <a:pt x="1980133" y="113436"/>
                  </a:lnTo>
                  <a:lnTo>
                    <a:pt x="1977948" y="151472"/>
                  </a:lnTo>
                  <a:lnTo>
                    <a:pt x="2015985" y="153644"/>
                  </a:lnTo>
                  <a:lnTo>
                    <a:pt x="2018169" y="115608"/>
                  </a:lnTo>
                  <a:close/>
                </a:path>
                <a:path w="4605020" h="302259">
                  <a:moveTo>
                    <a:pt x="2094242" y="119976"/>
                  </a:moveTo>
                  <a:lnTo>
                    <a:pt x="2056206" y="117792"/>
                  </a:lnTo>
                  <a:lnTo>
                    <a:pt x="2054021" y="155829"/>
                  </a:lnTo>
                  <a:lnTo>
                    <a:pt x="2092058" y="158013"/>
                  </a:lnTo>
                  <a:lnTo>
                    <a:pt x="2094242" y="119976"/>
                  </a:lnTo>
                  <a:close/>
                </a:path>
                <a:path w="4605020" h="302259">
                  <a:moveTo>
                    <a:pt x="2170315" y="124333"/>
                  </a:moveTo>
                  <a:lnTo>
                    <a:pt x="2132279" y="122161"/>
                  </a:lnTo>
                  <a:lnTo>
                    <a:pt x="2130094" y="160197"/>
                  </a:lnTo>
                  <a:lnTo>
                    <a:pt x="2168131" y="162369"/>
                  </a:lnTo>
                  <a:lnTo>
                    <a:pt x="2170315" y="124333"/>
                  </a:lnTo>
                  <a:close/>
                </a:path>
                <a:path w="4605020" h="302259">
                  <a:moveTo>
                    <a:pt x="2246388" y="128701"/>
                  </a:moveTo>
                  <a:lnTo>
                    <a:pt x="2208352" y="126517"/>
                  </a:lnTo>
                  <a:lnTo>
                    <a:pt x="2206167" y="164553"/>
                  </a:lnTo>
                  <a:lnTo>
                    <a:pt x="2244217" y="166738"/>
                  </a:lnTo>
                  <a:lnTo>
                    <a:pt x="2246388" y="128701"/>
                  </a:lnTo>
                  <a:close/>
                </a:path>
                <a:path w="4605020" h="302259">
                  <a:moveTo>
                    <a:pt x="2322461" y="133057"/>
                  </a:moveTo>
                  <a:lnTo>
                    <a:pt x="2284425" y="130886"/>
                  </a:lnTo>
                  <a:lnTo>
                    <a:pt x="2282253" y="168922"/>
                  </a:lnTo>
                  <a:lnTo>
                    <a:pt x="2320290" y="171094"/>
                  </a:lnTo>
                  <a:lnTo>
                    <a:pt x="2322461" y="133057"/>
                  </a:lnTo>
                  <a:close/>
                </a:path>
                <a:path w="4605020" h="302259">
                  <a:moveTo>
                    <a:pt x="2398547" y="137426"/>
                  </a:moveTo>
                  <a:lnTo>
                    <a:pt x="2360511" y="135242"/>
                  </a:lnTo>
                  <a:lnTo>
                    <a:pt x="2358326" y="173278"/>
                  </a:lnTo>
                  <a:lnTo>
                    <a:pt x="2396363" y="175463"/>
                  </a:lnTo>
                  <a:lnTo>
                    <a:pt x="2398547" y="137426"/>
                  </a:lnTo>
                  <a:close/>
                </a:path>
                <a:path w="4605020" h="302259">
                  <a:moveTo>
                    <a:pt x="2474620" y="141782"/>
                  </a:moveTo>
                  <a:lnTo>
                    <a:pt x="2436584" y="139611"/>
                  </a:lnTo>
                  <a:lnTo>
                    <a:pt x="2434399" y="177647"/>
                  </a:lnTo>
                  <a:lnTo>
                    <a:pt x="2472436" y="179819"/>
                  </a:lnTo>
                  <a:lnTo>
                    <a:pt x="2474620" y="141782"/>
                  </a:lnTo>
                  <a:close/>
                </a:path>
                <a:path w="4605020" h="302259">
                  <a:moveTo>
                    <a:pt x="2550693" y="146151"/>
                  </a:moveTo>
                  <a:lnTo>
                    <a:pt x="2512657" y="143967"/>
                  </a:lnTo>
                  <a:lnTo>
                    <a:pt x="2510472" y="182003"/>
                  </a:lnTo>
                  <a:lnTo>
                    <a:pt x="2548509" y="184188"/>
                  </a:lnTo>
                  <a:lnTo>
                    <a:pt x="2550693" y="146151"/>
                  </a:lnTo>
                  <a:close/>
                </a:path>
                <a:path w="4605020" h="302259">
                  <a:moveTo>
                    <a:pt x="2626766" y="150507"/>
                  </a:moveTo>
                  <a:lnTo>
                    <a:pt x="2588730" y="148336"/>
                  </a:lnTo>
                  <a:lnTo>
                    <a:pt x="2586545" y="186372"/>
                  </a:lnTo>
                  <a:lnTo>
                    <a:pt x="2624582" y="188544"/>
                  </a:lnTo>
                  <a:lnTo>
                    <a:pt x="2626766" y="150507"/>
                  </a:lnTo>
                  <a:close/>
                </a:path>
                <a:path w="4605020" h="302259">
                  <a:moveTo>
                    <a:pt x="2702839" y="154876"/>
                  </a:moveTo>
                  <a:lnTo>
                    <a:pt x="2664803" y="152692"/>
                  </a:lnTo>
                  <a:lnTo>
                    <a:pt x="2662618" y="190728"/>
                  </a:lnTo>
                  <a:lnTo>
                    <a:pt x="2700655" y="192913"/>
                  </a:lnTo>
                  <a:lnTo>
                    <a:pt x="2702839" y="154876"/>
                  </a:lnTo>
                  <a:close/>
                </a:path>
                <a:path w="4605020" h="302259">
                  <a:moveTo>
                    <a:pt x="2778912" y="159232"/>
                  </a:moveTo>
                  <a:lnTo>
                    <a:pt x="2740876" y="157060"/>
                  </a:lnTo>
                  <a:lnTo>
                    <a:pt x="2738704" y="195097"/>
                  </a:lnTo>
                  <a:lnTo>
                    <a:pt x="2776740" y="197269"/>
                  </a:lnTo>
                  <a:lnTo>
                    <a:pt x="2778912" y="159232"/>
                  </a:lnTo>
                  <a:close/>
                </a:path>
                <a:path w="4605020" h="302259">
                  <a:moveTo>
                    <a:pt x="2854998" y="163601"/>
                  </a:moveTo>
                  <a:lnTo>
                    <a:pt x="2816949" y="161417"/>
                  </a:lnTo>
                  <a:lnTo>
                    <a:pt x="2814777" y="199453"/>
                  </a:lnTo>
                  <a:lnTo>
                    <a:pt x="2852813" y="201637"/>
                  </a:lnTo>
                  <a:lnTo>
                    <a:pt x="2854998" y="163601"/>
                  </a:lnTo>
                  <a:close/>
                </a:path>
                <a:path w="4605020" h="302259">
                  <a:moveTo>
                    <a:pt x="2931071" y="167957"/>
                  </a:moveTo>
                  <a:lnTo>
                    <a:pt x="2893034" y="165785"/>
                  </a:lnTo>
                  <a:lnTo>
                    <a:pt x="2890850" y="203822"/>
                  </a:lnTo>
                  <a:lnTo>
                    <a:pt x="2928886" y="205994"/>
                  </a:lnTo>
                  <a:lnTo>
                    <a:pt x="2931071" y="167957"/>
                  </a:lnTo>
                  <a:close/>
                </a:path>
                <a:path w="4605020" h="302259">
                  <a:moveTo>
                    <a:pt x="3007144" y="172326"/>
                  </a:moveTo>
                  <a:lnTo>
                    <a:pt x="2969107" y="170141"/>
                  </a:lnTo>
                  <a:lnTo>
                    <a:pt x="2966923" y="208178"/>
                  </a:lnTo>
                  <a:lnTo>
                    <a:pt x="3004959" y="210362"/>
                  </a:lnTo>
                  <a:lnTo>
                    <a:pt x="3007144" y="172326"/>
                  </a:lnTo>
                  <a:close/>
                </a:path>
                <a:path w="4605020" h="302259">
                  <a:moveTo>
                    <a:pt x="3083217" y="176682"/>
                  </a:moveTo>
                  <a:lnTo>
                    <a:pt x="3045180" y="174510"/>
                  </a:lnTo>
                  <a:lnTo>
                    <a:pt x="3042996" y="212547"/>
                  </a:lnTo>
                  <a:lnTo>
                    <a:pt x="3081032" y="214718"/>
                  </a:lnTo>
                  <a:lnTo>
                    <a:pt x="3083217" y="176682"/>
                  </a:lnTo>
                  <a:close/>
                </a:path>
                <a:path w="4605020" h="302259">
                  <a:moveTo>
                    <a:pt x="3159290" y="181051"/>
                  </a:moveTo>
                  <a:lnTo>
                    <a:pt x="3121253" y="178866"/>
                  </a:lnTo>
                  <a:lnTo>
                    <a:pt x="3119069" y="216903"/>
                  </a:lnTo>
                  <a:lnTo>
                    <a:pt x="3157105" y="219087"/>
                  </a:lnTo>
                  <a:lnTo>
                    <a:pt x="3159290" y="181051"/>
                  </a:lnTo>
                  <a:close/>
                </a:path>
                <a:path w="4605020" h="302259">
                  <a:moveTo>
                    <a:pt x="3235363" y="185407"/>
                  </a:moveTo>
                  <a:lnTo>
                    <a:pt x="3197326" y="183235"/>
                  </a:lnTo>
                  <a:lnTo>
                    <a:pt x="3195142" y="221272"/>
                  </a:lnTo>
                  <a:lnTo>
                    <a:pt x="3233191" y="223443"/>
                  </a:lnTo>
                  <a:lnTo>
                    <a:pt x="3235363" y="185407"/>
                  </a:lnTo>
                  <a:close/>
                </a:path>
                <a:path w="4605020" h="302259">
                  <a:moveTo>
                    <a:pt x="3311436" y="189776"/>
                  </a:moveTo>
                  <a:lnTo>
                    <a:pt x="3273399" y="187591"/>
                  </a:lnTo>
                  <a:lnTo>
                    <a:pt x="3271228" y="225628"/>
                  </a:lnTo>
                  <a:lnTo>
                    <a:pt x="3309264" y="227812"/>
                  </a:lnTo>
                  <a:lnTo>
                    <a:pt x="3311436" y="189776"/>
                  </a:lnTo>
                  <a:close/>
                </a:path>
                <a:path w="4605020" h="302259">
                  <a:moveTo>
                    <a:pt x="3387521" y="194132"/>
                  </a:moveTo>
                  <a:lnTo>
                    <a:pt x="3349485" y="191960"/>
                  </a:lnTo>
                  <a:lnTo>
                    <a:pt x="3347301" y="229997"/>
                  </a:lnTo>
                  <a:lnTo>
                    <a:pt x="3385337" y="232168"/>
                  </a:lnTo>
                  <a:lnTo>
                    <a:pt x="3387521" y="194132"/>
                  </a:lnTo>
                  <a:close/>
                </a:path>
                <a:path w="4605020" h="302259">
                  <a:moveTo>
                    <a:pt x="3463594" y="198501"/>
                  </a:moveTo>
                  <a:lnTo>
                    <a:pt x="3425558" y="196316"/>
                  </a:lnTo>
                  <a:lnTo>
                    <a:pt x="3423374" y="234353"/>
                  </a:lnTo>
                  <a:lnTo>
                    <a:pt x="3461410" y="236537"/>
                  </a:lnTo>
                  <a:lnTo>
                    <a:pt x="3463594" y="198501"/>
                  </a:lnTo>
                  <a:close/>
                </a:path>
                <a:path w="4605020" h="302259">
                  <a:moveTo>
                    <a:pt x="3539667" y="202857"/>
                  </a:moveTo>
                  <a:lnTo>
                    <a:pt x="3501631" y="200685"/>
                  </a:lnTo>
                  <a:lnTo>
                    <a:pt x="3499447" y="238721"/>
                  </a:lnTo>
                  <a:lnTo>
                    <a:pt x="3537483" y="240893"/>
                  </a:lnTo>
                  <a:lnTo>
                    <a:pt x="3539667" y="202857"/>
                  </a:lnTo>
                  <a:close/>
                </a:path>
                <a:path w="4605020" h="302259">
                  <a:moveTo>
                    <a:pt x="3615740" y="207225"/>
                  </a:moveTo>
                  <a:lnTo>
                    <a:pt x="3577704" y="205041"/>
                  </a:lnTo>
                  <a:lnTo>
                    <a:pt x="3575520" y="243078"/>
                  </a:lnTo>
                  <a:lnTo>
                    <a:pt x="3613556" y="245262"/>
                  </a:lnTo>
                  <a:lnTo>
                    <a:pt x="3615740" y="207225"/>
                  </a:lnTo>
                  <a:close/>
                </a:path>
                <a:path w="4605020" h="302259">
                  <a:moveTo>
                    <a:pt x="3691813" y="211582"/>
                  </a:moveTo>
                  <a:lnTo>
                    <a:pt x="3653777" y="209410"/>
                  </a:lnTo>
                  <a:lnTo>
                    <a:pt x="3651593" y="247446"/>
                  </a:lnTo>
                  <a:lnTo>
                    <a:pt x="3689642" y="249618"/>
                  </a:lnTo>
                  <a:lnTo>
                    <a:pt x="3691813" y="211582"/>
                  </a:lnTo>
                  <a:close/>
                </a:path>
                <a:path w="4605020" h="302259">
                  <a:moveTo>
                    <a:pt x="3767886" y="215950"/>
                  </a:moveTo>
                  <a:lnTo>
                    <a:pt x="3729850" y="213766"/>
                  </a:lnTo>
                  <a:lnTo>
                    <a:pt x="3727678" y="251802"/>
                  </a:lnTo>
                  <a:lnTo>
                    <a:pt x="3765715" y="253987"/>
                  </a:lnTo>
                  <a:lnTo>
                    <a:pt x="3767886" y="215950"/>
                  </a:lnTo>
                  <a:close/>
                </a:path>
                <a:path w="4605020" h="302259">
                  <a:moveTo>
                    <a:pt x="3843972" y="220306"/>
                  </a:moveTo>
                  <a:lnTo>
                    <a:pt x="3805936" y="218135"/>
                  </a:lnTo>
                  <a:lnTo>
                    <a:pt x="3803751" y="256171"/>
                  </a:lnTo>
                  <a:lnTo>
                    <a:pt x="3841788" y="258356"/>
                  </a:lnTo>
                  <a:lnTo>
                    <a:pt x="3843972" y="220306"/>
                  </a:lnTo>
                  <a:close/>
                </a:path>
                <a:path w="4605020" h="302259">
                  <a:moveTo>
                    <a:pt x="3920045" y="224675"/>
                  </a:moveTo>
                  <a:lnTo>
                    <a:pt x="3882009" y="222491"/>
                  </a:lnTo>
                  <a:lnTo>
                    <a:pt x="3879824" y="260527"/>
                  </a:lnTo>
                  <a:lnTo>
                    <a:pt x="3917861" y="262712"/>
                  </a:lnTo>
                  <a:lnTo>
                    <a:pt x="3920045" y="224675"/>
                  </a:lnTo>
                  <a:close/>
                </a:path>
                <a:path w="4605020" h="302259">
                  <a:moveTo>
                    <a:pt x="3996118" y="229031"/>
                  </a:moveTo>
                  <a:lnTo>
                    <a:pt x="3958082" y="226860"/>
                  </a:lnTo>
                  <a:lnTo>
                    <a:pt x="3955897" y="264896"/>
                  </a:lnTo>
                  <a:lnTo>
                    <a:pt x="3993934" y="267081"/>
                  </a:lnTo>
                  <a:lnTo>
                    <a:pt x="3996118" y="229031"/>
                  </a:lnTo>
                  <a:close/>
                </a:path>
                <a:path w="4605020" h="302259">
                  <a:moveTo>
                    <a:pt x="4072191" y="233400"/>
                  </a:moveTo>
                  <a:lnTo>
                    <a:pt x="4034155" y="231216"/>
                  </a:lnTo>
                  <a:lnTo>
                    <a:pt x="4031970" y="269252"/>
                  </a:lnTo>
                  <a:lnTo>
                    <a:pt x="4070007" y="271437"/>
                  </a:lnTo>
                  <a:lnTo>
                    <a:pt x="4072191" y="233400"/>
                  </a:lnTo>
                  <a:close/>
                </a:path>
                <a:path w="4605020" h="302259">
                  <a:moveTo>
                    <a:pt x="4148264" y="237756"/>
                  </a:moveTo>
                  <a:lnTo>
                    <a:pt x="4110228" y="235585"/>
                  </a:lnTo>
                  <a:lnTo>
                    <a:pt x="4108043" y="273621"/>
                  </a:lnTo>
                  <a:lnTo>
                    <a:pt x="4146080" y="275805"/>
                  </a:lnTo>
                  <a:lnTo>
                    <a:pt x="4148264" y="237756"/>
                  </a:lnTo>
                  <a:close/>
                </a:path>
                <a:path w="4605020" h="302259">
                  <a:moveTo>
                    <a:pt x="4224337" y="242125"/>
                  </a:moveTo>
                  <a:lnTo>
                    <a:pt x="4186301" y="239941"/>
                  </a:lnTo>
                  <a:lnTo>
                    <a:pt x="4184129" y="277977"/>
                  </a:lnTo>
                  <a:lnTo>
                    <a:pt x="4222166" y="280162"/>
                  </a:lnTo>
                  <a:lnTo>
                    <a:pt x="4224337" y="242125"/>
                  </a:lnTo>
                  <a:close/>
                </a:path>
                <a:path w="4605020" h="302259">
                  <a:moveTo>
                    <a:pt x="4300423" y="246481"/>
                  </a:moveTo>
                  <a:lnTo>
                    <a:pt x="4262374" y="244309"/>
                  </a:lnTo>
                  <a:lnTo>
                    <a:pt x="4260202" y="282346"/>
                  </a:lnTo>
                  <a:lnTo>
                    <a:pt x="4298239" y="284530"/>
                  </a:lnTo>
                  <a:lnTo>
                    <a:pt x="4300423" y="246481"/>
                  </a:lnTo>
                  <a:close/>
                </a:path>
                <a:path w="4605020" h="302259">
                  <a:moveTo>
                    <a:pt x="4376496" y="250850"/>
                  </a:moveTo>
                  <a:lnTo>
                    <a:pt x="4338459" y="248666"/>
                  </a:lnTo>
                  <a:lnTo>
                    <a:pt x="4336275" y="286702"/>
                  </a:lnTo>
                  <a:lnTo>
                    <a:pt x="4374312" y="288886"/>
                  </a:lnTo>
                  <a:lnTo>
                    <a:pt x="4376496" y="250850"/>
                  </a:lnTo>
                  <a:close/>
                </a:path>
                <a:path w="4605020" h="302259">
                  <a:moveTo>
                    <a:pt x="4452569" y="255206"/>
                  </a:moveTo>
                  <a:lnTo>
                    <a:pt x="4414532" y="253034"/>
                  </a:lnTo>
                  <a:lnTo>
                    <a:pt x="4412348" y="291071"/>
                  </a:lnTo>
                  <a:lnTo>
                    <a:pt x="4450385" y="293255"/>
                  </a:lnTo>
                  <a:lnTo>
                    <a:pt x="4452569" y="255206"/>
                  </a:lnTo>
                  <a:close/>
                </a:path>
                <a:path w="4605020" h="302259">
                  <a:moveTo>
                    <a:pt x="4528642" y="259575"/>
                  </a:moveTo>
                  <a:lnTo>
                    <a:pt x="4490605" y="257390"/>
                  </a:lnTo>
                  <a:lnTo>
                    <a:pt x="4488421" y="295427"/>
                  </a:lnTo>
                  <a:lnTo>
                    <a:pt x="4526458" y="297611"/>
                  </a:lnTo>
                  <a:lnTo>
                    <a:pt x="4528642" y="259575"/>
                  </a:lnTo>
                  <a:close/>
                </a:path>
                <a:path w="4605020" h="302259">
                  <a:moveTo>
                    <a:pt x="4604715" y="263931"/>
                  </a:moveTo>
                  <a:lnTo>
                    <a:pt x="4566678" y="261759"/>
                  </a:lnTo>
                  <a:lnTo>
                    <a:pt x="4564494" y="299796"/>
                  </a:lnTo>
                  <a:lnTo>
                    <a:pt x="4602531" y="301980"/>
                  </a:lnTo>
                  <a:lnTo>
                    <a:pt x="4604715" y="263931"/>
                  </a:lnTo>
                  <a:close/>
                </a:path>
              </a:pathLst>
            </a:custGeom>
            <a:solidFill>
              <a:srgbClr val="000000">
                <a:alpha val="2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777329" y="8112205"/>
              <a:ext cx="117446" cy="152212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9491984" y="7523321"/>
              <a:ext cx="1590040" cy="652780"/>
            </a:xfrm>
            <a:custGeom>
              <a:avLst/>
              <a:gdLst/>
              <a:ahLst/>
              <a:cxnLst/>
              <a:rect l="l" t="t" r="r" b="b"/>
              <a:pathLst>
                <a:path w="1590040" h="652779">
                  <a:moveTo>
                    <a:pt x="0" y="652289"/>
                  </a:moveTo>
                  <a:lnTo>
                    <a:pt x="1590023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9491984" y="7499369"/>
              <a:ext cx="1590040" cy="700405"/>
            </a:xfrm>
            <a:custGeom>
              <a:avLst/>
              <a:gdLst/>
              <a:ahLst/>
              <a:cxnLst/>
              <a:rect l="l" t="t" r="r" b="b"/>
              <a:pathLst>
                <a:path w="1590040" h="700404">
                  <a:moveTo>
                    <a:pt x="48807" y="594447"/>
                  </a:moveTo>
                  <a:lnTo>
                    <a:pt x="0" y="676241"/>
                  </a:lnTo>
                  <a:lnTo>
                    <a:pt x="92189" y="700194"/>
                  </a:lnTo>
                </a:path>
                <a:path w="1590040" h="700404">
                  <a:moveTo>
                    <a:pt x="1497834" y="0"/>
                  </a:moveTo>
                  <a:lnTo>
                    <a:pt x="1590023" y="23952"/>
                  </a:lnTo>
                  <a:lnTo>
                    <a:pt x="1541215" y="105747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457380" y="7157351"/>
              <a:ext cx="5224780" cy="1325245"/>
            </a:xfrm>
            <a:custGeom>
              <a:avLst/>
              <a:gdLst/>
              <a:ahLst/>
              <a:cxnLst/>
              <a:rect l="l" t="t" r="r" b="b"/>
              <a:pathLst>
                <a:path w="5224780" h="1325245">
                  <a:moveTo>
                    <a:pt x="46126" y="9131"/>
                  </a:moveTo>
                  <a:lnTo>
                    <a:pt x="9131" y="0"/>
                  </a:lnTo>
                  <a:lnTo>
                    <a:pt x="0" y="36995"/>
                  </a:lnTo>
                  <a:lnTo>
                    <a:pt x="36995" y="46126"/>
                  </a:lnTo>
                  <a:lnTo>
                    <a:pt x="46126" y="9131"/>
                  </a:lnTo>
                  <a:close/>
                </a:path>
                <a:path w="5224780" h="1325245">
                  <a:moveTo>
                    <a:pt x="120103" y="27406"/>
                  </a:moveTo>
                  <a:lnTo>
                    <a:pt x="83108" y="18275"/>
                  </a:lnTo>
                  <a:lnTo>
                    <a:pt x="73977" y="55257"/>
                  </a:lnTo>
                  <a:lnTo>
                    <a:pt x="110972" y="64389"/>
                  </a:lnTo>
                  <a:lnTo>
                    <a:pt x="120103" y="27406"/>
                  </a:lnTo>
                  <a:close/>
                </a:path>
                <a:path w="5224780" h="1325245">
                  <a:moveTo>
                    <a:pt x="194081" y="45669"/>
                  </a:moveTo>
                  <a:lnTo>
                    <a:pt x="157086" y="36537"/>
                  </a:lnTo>
                  <a:lnTo>
                    <a:pt x="147955" y="73533"/>
                  </a:lnTo>
                  <a:lnTo>
                    <a:pt x="184950" y="82664"/>
                  </a:lnTo>
                  <a:lnTo>
                    <a:pt x="194081" y="45669"/>
                  </a:lnTo>
                  <a:close/>
                </a:path>
                <a:path w="5224780" h="1325245">
                  <a:moveTo>
                    <a:pt x="268058" y="63944"/>
                  </a:moveTo>
                  <a:lnTo>
                    <a:pt x="231063" y="54813"/>
                  </a:lnTo>
                  <a:lnTo>
                    <a:pt x="221932" y="91795"/>
                  </a:lnTo>
                  <a:lnTo>
                    <a:pt x="258927" y="100926"/>
                  </a:lnTo>
                  <a:lnTo>
                    <a:pt x="268058" y="63944"/>
                  </a:lnTo>
                  <a:close/>
                </a:path>
                <a:path w="5224780" h="1325245">
                  <a:moveTo>
                    <a:pt x="342036" y="82219"/>
                  </a:moveTo>
                  <a:lnTo>
                    <a:pt x="305041" y="73075"/>
                  </a:lnTo>
                  <a:lnTo>
                    <a:pt x="295910" y="110070"/>
                  </a:lnTo>
                  <a:lnTo>
                    <a:pt x="332905" y="119202"/>
                  </a:lnTo>
                  <a:lnTo>
                    <a:pt x="342036" y="82219"/>
                  </a:lnTo>
                  <a:close/>
                </a:path>
                <a:path w="5224780" h="1325245">
                  <a:moveTo>
                    <a:pt x="416013" y="100482"/>
                  </a:moveTo>
                  <a:lnTo>
                    <a:pt x="379018" y="91351"/>
                  </a:lnTo>
                  <a:lnTo>
                    <a:pt x="369887" y="128333"/>
                  </a:lnTo>
                  <a:lnTo>
                    <a:pt x="406882" y="137477"/>
                  </a:lnTo>
                  <a:lnTo>
                    <a:pt x="416013" y="100482"/>
                  </a:lnTo>
                  <a:close/>
                </a:path>
                <a:path w="5224780" h="1325245">
                  <a:moveTo>
                    <a:pt x="489991" y="118757"/>
                  </a:moveTo>
                  <a:lnTo>
                    <a:pt x="452996" y="109613"/>
                  </a:lnTo>
                  <a:lnTo>
                    <a:pt x="443865" y="146608"/>
                  </a:lnTo>
                  <a:lnTo>
                    <a:pt x="480847" y="155740"/>
                  </a:lnTo>
                  <a:lnTo>
                    <a:pt x="489991" y="118757"/>
                  </a:lnTo>
                  <a:close/>
                </a:path>
                <a:path w="5224780" h="1325245">
                  <a:moveTo>
                    <a:pt x="563968" y="137020"/>
                  </a:moveTo>
                  <a:lnTo>
                    <a:pt x="526973" y="127889"/>
                  </a:lnTo>
                  <a:lnTo>
                    <a:pt x="517842" y="164871"/>
                  </a:lnTo>
                  <a:lnTo>
                    <a:pt x="554824" y="174015"/>
                  </a:lnTo>
                  <a:lnTo>
                    <a:pt x="563968" y="137020"/>
                  </a:lnTo>
                  <a:close/>
                </a:path>
                <a:path w="5224780" h="1325245">
                  <a:moveTo>
                    <a:pt x="637946" y="155295"/>
                  </a:moveTo>
                  <a:lnTo>
                    <a:pt x="600951" y="146151"/>
                  </a:lnTo>
                  <a:lnTo>
                    <a:pt x="591820" y="183146"/>
                  </a:lnTo>
                  <a:lnTo>
                    <a:pt x="628802" y="192278"/>
                  </a:lnTo>
                  <a:lnTo>
                    <a:pt x="637946" y="155295"/>
                  </a:lnTo>
                  <a:close/>
                </a:path>
                <a:path w="5224780" h="1325245">
                  <a:moveTo>
                    <a:pt x="711923" y="173558"/>
                  </a:moveTo>
                  <a:lnTo>
                    <a:pt x="674928" y="164426"/>
                  </a:lnTo>
                  <a:lnTo>
                    <a:pt x="665797" y="201409"/>
                  </a:lnTo>
                  <a:lnTo>
                    <a:pt x="702779" y="210553"/>
                  </a:lnTo>
                  <a:lnTo>
                    <a:pt x="711923" y="173558"/>
                  </a:lnTo>
                  <a:close/>
                </a:path>
                <a:path w="5224780" h="1325245">
                  <a:moveTo>
                    <a:pt x="785901" y="191833"/>
                  </a:moveTo>
                  <a:lnTo>
                    <a:pt x="748906" y="182702"/>
                  </a:lnTo>
                  <a:lnTo>
                    <a:pt x="739775" y="219684"/>
                  </a:lnTo>
                  <a:lnTo>
                    <a:pt x="776757" y="228815"/>
                  </a:lnTo>
                  <a:lnTo>
                    <a:pt x="785901" y="191833"/>
                  </a:lnTo>
                  <a:close/>
                </a:path>
                <a:path w="5224780" h="1325245">
                  <a:moveTo>
                    <a:pt x="859878" y="210096"/>
                  </a:moveTo>
                  <a:lnTo>
                    <a:pt x="822883" y="200964"/>
                  </a:lnTo>
                  <a:lnTo>
                    <a:pt x="813752" y="237959"/>
                  </a:lnTo>
                  <a:lnTo>
                    <a:pt x="850734" y="247091"/>
                  </a:lnTo>
                  <a:lnTo>
                    <a:pt x="859878" y="210096"/>
                  </a:lnTo>
                  <a:close/>
                </a:path>
                <a:path w="5224780" h="1325245">
                  <a:moveTo>
                    <a:pt x="933856" y="228371"/>
                  </a:moveTo>
                  <a:lnTo>
                    <a:pt x="896861" y="219240"/>
                  </a:lnTo>
                  <a:lnTo>
                    <a:pt x="887730" y="256222"/>
                  </a:lnTo>
                  <a:lnTo>
                    <a:pt x="924712" y="265353"/>
                  </a:lnTo>
                  <a:lnTo>
                    <a:pt x="933856" y="228371"/>
                  </a:lnTo>
                  <a:close/>
                </a:path>
                <a:path w="5224780" h="1325245">
                  <a:moveTo>
                    <a:pt x="1007833" y="246634"/>
                  </a:moveTo>
                  <a:lnTo>
                    <a:pt x="970838" y="237502"/>
                  </a:lnTo>
                  <a:lnTo>
                    <a:pt x="961707" y="274497"/>
                  </a:lnTo>
                  <a:lnTo>
                    <a:pt x="998689" y="283629"/>
                  </a:lnTo>
                  <a:lnTo>
                    <a:pt x="1007833" y="246634"/>
                  </a:lnTo>
                  <a:close/>
                </a:path>
                <a:path w="5224780" h="1325245">
                  <a:moveTo>
                    <a:pt x="1081811" y="264909"/>
                  </a:moveTo>
                  <a:lnTo>
                    <a:pt x="1044816" y="255778"/>
                  </a:lnTo>
                  <a:lnTo>
                    <a:pt x="1035685" y="292760"/>
                  </a:lnTo>
                  <a:lnTo>
                    <a:pt x="1072667" y="301891"/>
                  </a:lnTo>
                  <a:lnTo>
                    <a:pt x="1081811" y="264909"/>
                  </a:lnTo>
                  <a:close/>
                </a:path>
                <a:path w="5224780" h="1325245">
                  <a:moveTo>
                    <a:pt x="1155788" y="283184"/>
                  </a:moveTo>
                  <a:lnTo>
                    <a:pt x="1118793" y="274040"/>
                  </a:lnTo>
                  <a:lnTo>
                    <a:pt x="1109662" y="311035"/>
                  </a:lnTo>
                  <a:lnTo>
                    <a:pt x="1146644" y="320167"/>
                  </a:lnTo>
                  <a:lnTo>
                    <a:pt x="1155788" y="283184"/>
                  </a:lnTo>
                  <a:close/>
                </a:path>
                <a:path w="5224780" h="1325245">
                  <a:moveTo>
                    <a:pt x="1229766" y="301447"/>
                  </a:moveTo>
                  <a:lnTo>
                    <a:pt x="1192771" y="292315"/>
                  </a:lnTo>
                  <a:lnTo>
                    <a:pt x="1183640" y="329298"/>
                  </a:lnTo>
                  <a:lnTo>
                    <a:pt x="1220622" y="338442"/>
                  </a:lnTo>
                  <a:lnTo>
                    <a:pt x="1229766" y="301447"/>
                  </a:lnTo>
                  <a:close/>
                </a:path>
                <a:path w="5224780" h="1325245">
                  <a:moveTo>
                    <a:pt x="1303743" y="319722"/>
                  </a:moveTo>
                  <a:lnTo>
                    <a:pt x="1266748" y="310578"/>
                  </a:lnTo>
                  <a:lnTo>
                    <a:pt x="1257617" y="347573"/>
                  </a:lnTo>
                  <a:lnTo>
                    <a:pt x="1294599" y="356704"/>
                  </a:lnTo>
                  <a:lnTo>
                    <a:pt x="1303743" y="319722"/>
                  </a:lnTo>
                  <a:close/>
                </a:path>
                <a:path w="5224780" h="1325245">
                  <a:moveTo>
                    <a:pt x="1377721" y="337985"/>
                  </a:moveTo>
                  <a:lnTo>
                    <a:pt x="1340726" y="328853"/>
                  </a:lnTo>
                  <a:lnTo>
                    <a:pt x="1331595" y="365836"/>
                  </a:lnTo>
                  <a:lnTo>
                    <a:pt x="1368577" y="374980"/>
                  </a:lnTo>
                  <a:lnTo>
                    <a:pt x="1377721" y="337985"/>
                  </a:lnTo>
                  <a:close/>
                </a:path>
                <a:path w="5224780" h="1325245">
                  <a:moveTo>
                    <a:pt x="1451698" y="356260"/>
                  </a:moveTo>
                  <a:lnTo>
                    <a:pt x="1414703" y="347116"/>
                  </a:lnTo>
                  <a:lnTo>
                    <a:pt x="1405572" y="384111"/>
                  </a:lnTo>
                  <a:lnTo>
                    <a:pt x="1442554" y="393242"/>
                  </a:lnTo>
                  <a:lnTo>
                    <a:pt x="1451698" y="356260"/>
                  </a:lnTo>
                  <a:close/>
                </a:path>
                <a:path w="5224780" h="1325245">
                  <a:moveTo>
                    <a:pt x="1525676" y="374523"/>
                  </a:moveTo>
                  <a:lnTo>
                    <a:pt x="1488681" y="365391"/>
                  </a:lnTo>
                  <a:lnTo>
                    <a:pt x="1479550" y="402386"/>
                  </a:lnTo>
                  <a:lnTo>
                    <a:pt x="1516532" y="411518"/>
                  </a:lnTo>
                  <a:lnTo>
                    <a:pt x="1525676" y="374523"/>
                  </a:lnTo>
                  <a:close/>
                </a:path>
                <a:path w="5224780" h="1325245">
                  <a:moveTo>
                    <a:pt x="1599653" y="392798"/>
                  </a:moveTo>
                  <a:lnTo>
                    <a:pt x="1562658" y="383667"/>
                  </a:lnTo>
                  <a:lnTo>
                    <a:pt x="1553527" y="420649"/>
                  </a:lnTo>
                  <a:lnTo>
                    <a:pt x="1590509" y="429780"/>
                  </a:lnTo>
                  <a:lnTo>
                    <a:pt x="1599653" y="392798"/>
                  </a:lnTo>
                  <a:close/>
                </a:path>
                <a:path w="5224780" h="1325245">
                  <a:moveTo>
                    <a:pt x="1673631" y="411060"/>
                  </a:moveTo>
                  <a:lnTo>
                    <a:pt x="1636636" y="401929"/>
                  </a:lnTo>
                  <a:lnTo>
                    <a:pt x="1627505" y="438924"/>
                  </a:lnTo>
                  <a:lnTo>
                    <a:pt x="1664487" y="448056"/>
                  </a:lnTo>
                  <a:lnTo>
                    <a:pt x="1673631" y="411060"/>
                  </a:lnTo>
                  <a:close/>
                </a:path>
                <a:path w="5224780" h="1325245">
                  <a:moveTo>
                    <a:pt x="1747608" y="429336"/>
                  </a:moveTo>
                  <a:lnTo>
                    <a:pt x="1710613" y="420204"/>
                  </a:lnTo>
                  <a:lnTo>
                    <a:pt x="1701482" y="457187"/>
                  </a:lnTo>
                  <a:lnTo>
                    <a:pt x="1738464" y="466318"/>
                  </a:lnTo>
                  <a:lnTo>
                    <a:pt x="1747608" y="429336"/>
                  </a:lnTo>
                  <a:close/>
                </a:path>
                <a:path w="5224780" h="1325245">
                  <a:moveTo>
                    <a:pt x="1821586" y="447598"/>
                  </a:moveTo>
                  <a:lnTo>
                    <a:pt x="1784591" y="438467"/>
                  </a:lnTo>
                  <a:lnTo>
                    <a:pt x="1775460" y="475462"/>
                  </a:lnTo>
                  <a:lnTo>
                    <a:pt x="1812442" y="484593"/>
                  </a:lnTo>
                  <a:lnTo>
                    <a:pt x="1821586" y="447598"/>
                  </a:lnTo>
                  <a:close/>
                </a:path>
                <a:path w="5224780" h="1325245">
                  <a:moveTo>
                    <a:pt x="1895563" y="465874"/>
                  </a:moveTo>
                  <a:lnTo>
                    <a:pt x="1858568" y="456742"/>
                  </a:lnTo>
                  <a:lnTo>
                    <a:pt x="1849437" y="493725"/>
                  </a:lnTo>
                  <a:lnTo>
                    <a:pt x="1886419" y="502869"/>
                  </a:lnTo>
                  <a:lnTo>
                    <a:pt x="1895563" y="465874"/>
                  </a:lnTo>
                  <a:close/>
                </a:path>
                <a:path w="5224780" h="1325245">
                  <a:moveTo>
                    <a:pt x="1969541" y="484149"/>
                  </a:moveTo>
                  <a:lnTo>
                    <a:pt x="1932546" y="475005"/>
                  </a:lnTo>
                  <a:lnTo>
                    <a:pt x="1923415" y="512000"/>
                  </a:lnTo>
                  <a:lnTo>
                    <a:pt x="1960397" y="521131"/>
                  </a:lnTo>
                  <a:lnTo>
                    <a:pt x="1969541" y="484149"/>
                  </a:lnTo>
                  <a:close/>
                </a:path>
                <a:path w="5224780" h="1325245">
                  <a:moveTo>
                    <a:pt x="2043518" y="502412"/>
                  </a:moveTo>
                  <a:lnTo>
                    <a:pt x="2006523" y="493280"/>
                  </a:lnTo>
                  <a:lnTo>
                    <a:pt x="1997392" y="530263"/>
                  </a:lnTo>
                  <a:lnTo>
                    <a:pt x="2034374" y="539407"/>
                  </a:lnTo>
                  <a:lnTo>
                    <a:pt x="2043518" y="502412"/>
                  </a:lnTo>
                  <a:close/>
                </a:path>
                <a:path w="5224780" h="1325245">
                  <a:moveTo>
                    <a:pt x="2117496" y="520687"/>
                  </a:moveTo>
                  <a:lnTo>
                    <a:pt x="2080501" y="511543"/>
                  </a:lnTo>
                  <a:lnTo>
                    <a:pt x="2071370" y="548538"/>
                  </a:lnTo>
                  <a:lnTo>
                    <a:pt x="2108352" y="557669"/>
                  </a:lnTo>
                  <a:lnTo>
                    <a:pt x="2117496" y="520687"/>
                  </a:lnTo>
                  <a:close/>
                </a:path>
                <a:path w="5224780" h="1325245">
                  <a:moveTo>
                    <a:pt x="2191474" y="538949"/>
                  </a:moveTo>
                  <a:lnTo>
                    <a:pt x="2154478" y="529818"/>
                  </a:lnTo>
                  <a:lnTo>
                    <a:pt x="2145347" y="566801"/>
                  </a:lnTo>
                  <a:lnTo>
                    <a:pt x="2182330" y="575945"/>
                  </a:lnTo>
                  <a:lnTo>
                    <a:pt x="2191474" y="538949"/>
                  </a:lnTo>
                  <a:close/>
                </a:path>
                <a:path w="5224780" h="1325245">
                  <a:moveTo>
                    <a:pt x="2265451" y="557225"/>
                  </a:moveTo>
                  <a:lnTo>
                    <a:pt x="2228456" y="548093"/>
                  </a:lnTo>
                  <a:lnTo>
                    <a:pt x="2219325" y="585076"/>
                  </a:lnTo>
                  <a:lnTo>
                    <a:pt x="2256307" y="594207"/>
                  </a:lnTo>
                  <a:lnTo>
                    <a:pt x="2265451" y="557225"/>
                  </a:lnTo>
                  <a:close/>
                </a:path>
                <a:path w="5224780" h="1325245">
                  <a:moveTo>
                    <a:pt x="2339429" y="575487"/>
                  </a:moveTo>
                  <a:lnTo>
                    <a:pt x="2302433" y="566356"/>
                  </a:lnTo>
                  <a:lnTo>
                    <a:pt x="2293302" y="603351"/>
                  </a:lnTo>
                  <a:lnTo>
                    <a:pt x="2330285" y="612482"/>
                  </a:lnTo>
                  <a:lnTo>
                    <a:pt x="2339429" y="575487"/>
                  </a:lnTo>
                  <a:close/>
                </a:path>
                <a:path w="5224780" h="1325245">
                  <a:moveTo>
                    <a:pt x="2413406" y="593763"/>
                  </a:moveTo>
                  <a:lnTo>
                    <a:pt x="2376411" y="584631"/>
                  </a:lnTo>
                  <a:lnTo>
                    <a:pt x="2367280" y="621614"/>
                  </a:lnTo>
                  <a:lnTo>
                    <a:pt x="2404262" y="630745"/>
                  </a:lnTo>
                  <a:lnTo>
                    <a:pt x="2413406" y="593763"/>
                  </a:lnTo>
                  <a:close/>
                </a:path>
                <a:path w="5224780" h="1325245">
                  <a:moveTo>
                    <a:pt x="2487384" y="612025"/>
                  </a:moveTo>
                  <a:lnTo>
                    <a:pt x="2450388" y="602894"/>
                  </a:lnTo>
                  <a:lnTo>
                    <a:pt x="2441257" y="639889"/>
                  </a:lnTo>
                  <a:lnTo>
                    <a:pt x="2478240" y="649020"/>
                  </a:lnTo>
                  <a:lnTo>
                    <a:pt x="2487384" y="612025"/>
                  </a:lnTo>
                  <a:close/>
                </a:path>
                <a:path w="5224780" h="1325245">
                  <a:moveTo>
                    <a:pt x="2561361" y="630301"/>
                  </a:moveTo>
                  <a:lnTo>
                    <a:pt x="2524366" y="621169"/>
                  </a:lnTo>
                  <a:lnTo>
                    <a:pt x="2515235" y="658152"/>
                  </a:lnTo>
                  <a:lnTo>
                    <a:pt x="2552217" y="667283"/>
                  </a:lnTo>
                  <a:lnTo>
                    <a:pt x="2561361" y="630301"/>
                  </a:lnTo>
                  <a:close/>
                </a:path>
                <a:path w="5224780" h="1325245">
                  <a:moveTo>
                    <a:pt x="2635339" y="648576"/>
                  </a:moveTo>
                  <a:lnTo>
                    <a:pt x="2598343" y="639432"/>
                  </a:lnTo>
                  <a:lnTo>
                    <a:pt x="2589212" y="676427"/>
                  </a:lnTo>
                  <a:lnTo>
                    <a:pt x="2626195" y="685558"/>
                  </a:lnTo>
                  <a:lnTo>
                    <a:pt x="2635339" y="648576"/>
                  </a:lnTo>
                  <a:close/>
                </a:path>
                <a:path w="5224780" h="1325245">
                  <a:moveTo>
                    <a:pt x="2709316" y="666838"/>
                  </a:moveTo>
                  <a:lnTo>
                    <a:pt x="2672321" y="657707"/>
                  </a:lnTo>
                  <a:lnTo>
                    <a:pt x="2663190" y="694690"/>
                  </a:lnTo>
                  <a:lnTo>
                    <a:pt x="2700172" y="703834"/>
                  </a:lnTo>
                  <a:lnTo>
                    <a:pt x="2709316" y="666838"/>
                  </a:lnTo>
                  <a:close/>
                </a:path>
                <a:path w="5224780" h="1325245">
                  <a:moveTo>
                    <a:pt x="2783294" y="685114"/>
                  </a:moveTo>
                  <a:lnTo>
                    <a:pt x="2746298" y="675970"/>
                  </a:lnTo>
                  <a:lnTo>
                    <a:pt x="2737167" y="712965"/>
                  </a:lnTo>
                  <a:lnTo>
                    <a:pt x="2774150" y="722096"/>
                  </a:lnTo>
                  <a:lnTo>
                    <a:pt x="2783294" y="685114"/>
                  </a:lnTo>
                  <a:close/>
                </a:path>
                <a:path w="5224780" h="1325245">
                  <a:moveTo>
                    <a:pt x="2857271" y="703376"/>
                  </a:moveTo>
                  <a:lnTo>
                    <a:pt x="2820276" y="694245"/>
                  </a:lnTo>
                  <a:lnTo>
                    <a:pt x="2811145" y="731227"/>
                  </a:lnTo>
                  <a:lnTo>
                    <a:pt x="2848127" y="740371"/>
                  </a:lnTo>
                  <a:lnTo>
                    <a:pt x="2857271" y="703376"/>
                  </a:lnTo>
                  <a:close/>
                </a:path>
                <a:path w="5224780" h="1325245">
                  <a:moveTo>
                    <a:pt x="2931249" y="721652"/>
                  </a:moveTo>
                  <a:lnTo>
                    <a:pt x="2894253" y="712508"/>
                  </a:lnTo>
                  <a:lnTo>
                    <a:pt x="2885122" y="749503"/>
                  </a:lnTo>
                  <a:lnTo>
                    <a:pt x="2922105" y="758634"/>
                  </a:lnTo>
                  <a:lnTo>
                    <a:pt x="2931249" y="721652"/>
                  </a:lnTo>
                  <a:close/>
                </a:path>
                <a:path w="5224780" h="1325245">
                  <a:moveTo>
                    <a:pt x="3005226" y="739914"/>
                  </a:moveTo>
                  <a:lnTo>
                    <a:pt x="2968231" y="730783"/>
                  </a:lnTo>
                  <a:lnTo>
                    <a:pt x="2959100" y="767778"/>
                  </a:lnTo>
                  <a:lnTo>
                    <a:pt x="2996082" y="776909"/>
                  </a:lnTo>
                  <a:lnTo>
                    <a:pt x="3005226" y="739914"/>
                  </a:lnTo>
                  <a:close/>
                </a:path>
                <a:path w="5224780" h="1325245">
                  <a:moveTo>
                    <a:pt x="3079204" y="758190"/>
                  </a:moveTo>
                  <a:lnTo>
                    <a:pt x="3042208" y="749058"/>
                  </a:lnTo>
                  <a:lnTo>
                    <a:pt x="3033077" y="786041"/>
                  </a:lnTo>
                  <a:lnTo>
                    <a:pt x="3070060" y="795172"/>
                  </a:lnTo>
                  <a:lnTo>
                    <a:pt x="3079204" y="758190"/>
                  </a:lnTo>
                  <a:close/>
                </a:path>
                <a:path w="5224780" h="1325245">
                  <a:moveTo>
                    <a:pt x="3153181" y="776452"/>
                  </a:moveTo>
                  <a:lnTo>
                    <a:pt x="3116186" y="767321"/>
                  </a:lnTo>
                  <a:lnTo>
                    <a:pt x="3107055" y="804316"/>
                  </a:lnTo>
                  <a:lnTo>
                    <a:pt x="3144037" y="813447"/>
                  </a:lnTo>
                  <a:lnTo>
                    <a:pt x="3153181" y="776452"/>
                  </a:lnTo>
                  <a:close/>
                </a:path>
                <a:path w="5224780" h="1325245">
                  <a:moveTo>
                    <a:pt x="3227159" y="794727"/>
                  </a:moveTo>
                  <a:lnTo>
                    <a:pt x="3190163" y="785596"/>
                  </a:lnTo>
                  <a:lnTo>
                    <a:pt x="3181032" y="822579"/>
                  </a:lnTo>
                  <a:lnTo>
                    <a:pt x="3218015" y="831710"/>
                  </a:lnTo>
                  <a:lnTo>
                    <a:pt x="3227159" y="794727"/>
                  </a:lnTo>
                  <a:close/>
                </a:path>
                <a:path w="5224780" h="1325245">
                  <a:moveTo>
                    <a:pt x="3301136" y="812990"/>
                  </a:moveTo>
                  <a:lnTo>
                    <a:pt x="3264141" y="803859"/>
                  </a:lnTo>
                  <a:lnTo>
                    <a:pt x="3255010" y="840854"/>
                  </a:lnTo>
                  <a:lnTo>
                    <a:pt x="3291992" y="849985"/>
                  </a:lnTo>
                  <a:lnTo>
                    <a:pt x="3301136" y="812990"/>
                  </a:lnTo>
                  <a:close/>
                </a:path>
                <a:path w="5224780" h="1325245">
                  <a:moveTo>
                    <a:pt x="3375114" y="831265"/>
                  </a:moveTo>
                  <a:lnTo>
                    <a:pt x="3338118" y="822134"/>
                  </a:lnTo>
                  <a:lnTo>
                    <a:pt x="3328987" y="859116"/>
                  </a:lnTo>
                  <a:lnTo>
                    <a:pt x="3365970" y="868260"/>
                  </a:lnTo>
                  <a:lnTo>
                    <a:pt x="3375114" y="831265"/>
                  </a:lnTo>
                  <a:close/>
                </a:path>
                <a:path w="5224780" h="1325245">
                  <a:moveTo>
                    <a:pt x="3449091" y="849541"/>
                  </a:moveTo>
                  <a:lnTo>
                    <a:pt x="3412096" y="840397"/>
                  </a:lnTo>
                  <a:lnTo>
                    <a:pt x="3402965" y="877392"/>
                  </a:lnTo>
                  <a:lnTo>
                    <a:pt x="3439947" y="886523"/>
                  </a:lnTo>
                  <a:lnTo>
                    <a:pt x="3449091" y="849541"/>
                  </a:lnTo>
                  <a:close/>
                </a:path>
                <a:path w="5224780" h="1325245">
                  <a:moveTo>
                    <a:pt x="3523069" y="867803"/>
                  </a:moveTo>
                  <a:lnTo>
                    <a:pt x="3486073" y="858672"/>
                  </a:lnTo>
                  <a:lnTo>
                    <a:pt x="3476942" y="895654"/>
                  </a:lnTo>
                  <a:lnTo>
                    <a:pt x="3513925" y="904798"/>
                  </a:lnTo>
                  <a:lnTo>
                    <a:pt x="3523069" y="867803"/>
                  </a:lnTo>
                  <a:close/>
                </a:path>
                <a:path w="5224780" h="1325245">
                  <a:moveTo>
                    <a:pt x="3597046" y="886079"/>
                  </a:moveTo>
                  <a:lnTo>
                    <a:pt x="3560051" y="876935"/>
                  </a:lnTo>
                  <a:lnTo>
                    <a:pt x="3550920" y="913930"/>
                  </a:lnTo>
                  <a:lnTo>
                    <a:pt x="3587902" y="923061"/>
                  </a:lnTo>
                  <a:lnTo>
                    <a:pt x="3597046" y="886079"/>
                  </a:lnTo>
                  <a:close/>
                </a:path>
                <a:path w="5224780" h="1325245">
                  <a:moveTo>
                    <a:pt x="3671024" y="904341"/>
                  </a:moveTo>
                  <a:lnTo>
                    <a:pt x="3634028" y="895210"/>
                  </a:lnTo>
                  <a:lnTo>
                    <a:pt x="3624897" y="932192"/>
                  </a:lnTo>
                  <a:lnTo>
                    <a:pt x="3661880" y="941336"/>
                  </a:lnTo>
                  <a:lnTo>
                    <a:pt x="3671024" y="904341"/>
                  </a:lnTo>
                  <a:close/>
                </a:path>
                <a:path w="5224780" h="1325245">
                  <a:moveTo>
                    <a:pt x="3745001" y="922616"/>
                  </a:moveTo>
                  <a:lnTo>
                    <a:pt x="3708006" y="913485"/>
                  </a:lnTo>
                  <a:lnTo>
                    <a:pt x="3698875" y="950468"/>
                  </a:lnTo>
                  <a:lnTo>
                    <a:pt x="3735857" y="959599"/>
                  </a:lnTo>
                  <a:lnTo>
                    <a:pt x="3745001" y="922616"/>
                  </a:lnTo>
                  <a:close/>
                </a:path>
                <a:path w="5224780" h="1325245">
                  <a:moveTo>
                    <a:pt x="3818979" y="940879"/>
                  </a:moveTo>
                  <a:lnTo>
                    <a:pt x="3781983" y="931748"/>
                  </a:lnTo>
                  <a:lnTo>
                    <a:pt x="3772852" y="968743"/>
                  </a:lnTo>
                  <a:lnTo>
                    <a:pt x="3809835" y="977874"/>
                  </a:lnTo>
                  <a:lnTo>
                    <a:pt x="3818979" y="940879"/>
                  </a:lnTo>
                  <a:close/>
                </a:path>
                <a:path w="5224780" h="1325245">
                  <a:moveTo>
                    <a:pt x="3892956" y="959154"/>
                  </a:moveTo>
                  <a:lnTo>
                    <a:pt x="3855961" y="950023"/>
                  </a:lnTo>
                  <a:lnTo>
                    <a:pt x="3846830" y="987005"/>
                  </a:lnTo>
                  <a:lnTo>
                    <a:pt x="3883812" y="996137"/>
                  </a:lnTo>
                  <a:lnTo>
                    <a:pt x="3892956" y="959154"/>
                  </a:lnTo>
                  <a:close/>
                </a:path>
                <a:path w="5224780" h="1325245">
                  <a:moveTo>
                    <a:pt x="3966934" y="977417"/>
                  </a:moveTo>
                  <a:lnTo>
                    <a:pt x="3929938" y="968286"/>
                  </a:lnTo>
                  <a:lnTo>
                    <a:pt x="3920807" y="1005281"/>
                  </a:lnTo>
                  <a:lnTo>
                    <a:pt x="3957790" y="1014412"/>
                  </a:lnTo>
                  <a:lnTo>
                    <a:pt x="3966934" y="977417"/>
                  </a:lnTo>
                  <a:close/>
                </a:path>
                <a:path w="5224780" h="1325245">
                  <a:moveTo>
                    <a:pt x="4040911" y="995692"/>
                  </a:moveTo>
                  <a:lnTo>
                    <a:pt x="4003916" y="986561"/>
                  </a:lnTo>
                  <a:lnTo>
                    <a:pt x="3994785" y="1023543"/>
                  </a:lnTo>
                  <a:lnTo>
                    <a:pt x="4031767" y="1032675"/>
                  </a:lnTo>
                  <a:lnTo>
                    <a:pt x="4040911" y="995692"/>
                  </a:lnTo>
                  <a:close/>
                </a:path>
                <a:path w="5224780" h="1325245">
                  <a:moveTo>
                    <a:pt x="4114889" y="1013968"/>
                  </a:moveTo>
                  <a:lnTo>
                    <a:pt x="4077893" y="1004824"/>
                  </a:lnTo>
                  <a:lnTo>
                    <a:pt x="4068762" y="1041819"/>
                  </a:lnTo>
                  <a:lnTo>
                    <a:pt x="4105745" y="1050950"/>
                  </a:lnTo>
                  <a:lnTo>
                    <a:pt x="4114889" y="1013968"/>
                  </a:lnTo>
                  <a:close/>
                </a:path>
                <a:path w="5224780" h="1325245">
                  <a:moveTo>
                    <a:pt x="4188866" y="1032230"/>
                  </a:moveTo>
                  <a:lnTo>
                    <a:pt x="4151871" y="1023099"/>
                  </a:lnTo>
                  <a:lnTo>
                    <a:pt x="4142740" y="1060081"/>
                  </a:lnTo>
                  <a:lnTo>
                    <a:pt x="4179722" y="1069225"/>
                  </a:lnTo>
                  <a:lnTo>
                    <a:pt x="4188866" y="1032230"/>
                  </a:lnTo>
                  <a:close/>
                </a:path>
                <a:path w="5224780" h="1325245">
                  <a:moveTo>
                    <a:pt x="4262844" y="1050505"/>
                  </a:moveTo>
                  <a:lnTo>
                    <a:pt x="4225849" y="1041361"/>
                  </a:lnTo>
                  <a:lnTo>
                    <a:pt x="4216717" y="1078357"/>
                  </a:lnTo>
                  <a:lnTo>
                    <a:pt x="4253700" y="1087488"/>
                  </a:lnTo>
                  <a:lnTo>
                    <a:pt x="4262844" y="1050505"/>
                  </a:lnTo>
                  <a:close/>
                </a:path>
                <a:path w="5224780" h="1325245">
                  <a:moveTo>
                    <a:pt x="4336821" y="1068768"/>
                  </a:moveTo>
                  <a:lnTo>
                    <a:pt x="4299826" y="1059637"/>
                  </a:lnTo>
                  <a:lnTo>
                    <a:pt x="4290695" y="1096619"/>
                  </a:lnTo>
                  <a:lnTo>
                    <a:pt x="4327677" y="1105763"/>
                  </a:lnTo>
                  <a:lnTo>
                    <a:pt x="4336821" y="1068768"/>
                  </a:lnTo>
                  <a:close/>
                </a:path>
                <a:path w="5224780" h="1325245">
                  <a:moveTo>
                    <a:pt x="4410799" y="1087043"/>
                  </a:moveTo>
                  <a:lnTo>
                    <a:pt x="4373804" y="1077899"/>
                  </a:lnTo>
                  <a:lnTo>
                    <a:pt x="4364672" y="1114894"/>
                  </a:lnTo>
                  <a:lnTo>
                    <a:pt x="4401655" y="1124026"/>
                  </a:lnTo>
                  <a:lnTo>
                    <a:pt x="4410799" y="1087043"/>
                  </a:lnTo>
                  <a:close/>
                </a:path>
                <a:path w="5224780" h="1325245">
                  <a:moveTo>
                    <a:pt x="4484776" y="1105306"/>
                  </a:moveTo>
                  <a:lnTo>
                    <a:pt x="4447781" y="1096175"/>
                  </a:lnTo>
                  <a:lnTo>
                    <a:pt x="4438650" y="1133170"/>
                  </a:lnTo>
                  <a:lnTo>
                    <a:pt x="4475632" y="1142301"/>
                  </a:lnTo>
                  <a:lnTo>
                    <a:pt x="4484776" y="1105306"/>
                  </a:lnTo>
                  <a:close/>
                </a:path>
                <a:path w="5224780" h="1325245">
                  <a:moveTo>
                    <a:pt x="4558754" y="1123581"/>
                  </a:moveTo>
                  <a:lnTo>
                    <a:pt x="4521759" y="1114450"/>
                  </a:lnTo>
                  <a:lnTo>
                    <a:pt x="4512627" y="1151432"/>
                  </a:lnTo>
                  <a:lnTo>
                    <a:pt x="4549610" y="1160564"/>
                  </a:lnTo>
                  <a:lnTo>
                    <a:pt x="4558754" y="1123581"/>
                  </a:lnTo>
                  <a:close/>
                </a:path>
                <a:path w="5224780" h="1325245">
                  <a:moveTo>
                    <a:pt x="4632731" y="1141844"/>
                  </a:moveTo>
                  <a:lnTo>
                    <a:pt x="4595736" y="1132713"/>
                  </a:lnTo>
                  <a:lnTo>
                    <a:pt x="4586605" y="1169708"/>
                  </a:lnTo>
                  <a:lnTo>
                    <a:pt x="4623587" y="1178839"/>
                  </a:lnTo>
                  <a:lnTo>
                    <a:pt x="4632731" y="1141844"/>
                  </a:lnTo>
                  <a:close/>
                </a:path>
                <a:path w="5224780" h="1325245">
                  <a:moveTo>
                    <a:pt x="4706709" y="1160119"/>
                  </a:moveTo>
                  <a:lnTo>
                    <a:pt x="4669714" y="1150988"/>
                  </a:lnTo>
                  <a:lnTo>
                    <a:pt x="4660582" y="1187970"/>
                  </a:lnTo>
                  <a:lnTo>
                    <a:pt x="4697565" y="1197102"/>
                  </a:lnTo>
                  <a:lnTo>
                    <a:pt x="4706709" y="1160119"/>
                  </a:lnTo>
                  <a:close/>
                </a:path>
                <a:path w="5224780" h="1325245">
                  <a:moveTo>
                    <a:pt x="4780686" y="1178382"/>
                  </a:moveTo>
                  <a:lnTo>
                    <a:pt x="4743691" y="1169250"/>
                  </a:lnTo>
                  <a:lnTo>
                    <a:pt x="4734560" y="1206246"/>
                  </a:lnTo>
                  <a:lnTo>
                    <a:pt x="4771542" y="1215377"/>
                  </a:lnTo>
                  <a:lnTo>
                    <a:pt x="4780686" y="1178382"/>
                  </a:lnTo>
                  <a:close/>
                </a:path>
                <a:path w="5224780" h="1325245">
                  <a:moveTo>
                    <a:pt x="4854664" y="1196657"/>
                  </a:moveTo>
                  <a:lnTo>
                    <a:pt x="4817669" y="1187526"/>
                  </a:lnTo>
                  <a:lnTo>
                    <a:pt x="4808537" y="1224508"/>
                  </a:lnTo>
                  <a:lnTo>
                    <a:pt x="4845520" y="1233652"/>
                  </a:lnTo>
                  <a:lnTo>
                    <a:pt x="4854664" y="1196657"/>
                  </a:lnTo>
                  <a:close/>
                </a:path>
                <a:path w="5224780" h="1325245">
                  <a:moveTo>
                    <a:pt x="4928641" y="1214932"/>
                  </a:moveTo>
                  <a:lnTo>
                    <a:pt x="4891646" y="1205788"/>
                  </a:lnTo>
                  <a:lnTo>
                    <a:pt x="4882515" y="1242783"/>
                  </a:lnTo>
                  <a:lnTo>
                    <a:pt x="4919497" y="1251915"/>
                  </a:lnTo>
                  <a:lnTo>
                    <a:pt x="4928641" y="1214932"/>
                  </a:lnTo>
                  <a:close/>
                </a:path>
                <a:path w="5224780" h="1325245">
                  <a:moveTo>
                    <a:pt x="5002619" y="1233195"/>
                  </a:moveTo>
                  <a:lnTo>
                    <a:pt x="4965624" y="1224064"/>
                  </a:lnTo>
                  <a:lnTo>
                    <a:pt x="4956492" y="1261046"/>
                  </a:lnTo>
                  <a:lnTo>
                    <a:pt x="4993475" y="1270190"/>
                  </a:lnTo>
                  <a:lnTo>
                    <a:pt x="5002619" y="1233195"/>
                  </a:lnTo>
                  <a:close/>
                </a:path>
                <a:path w="5224780" h="1325245">
                  <a:moveTo>
                    <a:pt x="5076596" y="1251470"/>
                  </a:moveTo>
                  <a:lnTo>
                    <a:pt x="5039601" y="1242326"/>
                  </a:lnTo>
                  <a:lnTo>
                    <a:pt x="5030470" y="1279321"/>
                  </a:lnTo>
                  <a:lnTo>
                    <a:pt x="5067452" y="1288453"/>
                  </a:lnTo>
                  <a:lnTo>
                    <a:pt x="5076596" y="1251470"/>
                  </a:lnTo>
                  <a:close/>
                </a:path>
                <a:path w="5224780" h="1325245">
                  <a:moveTo>
                    <a:pt x="5150574" y="1269733"/>
                  </a:moveTo>
                  <a:lnTo>
                    <a:pt x="5113579" y="1260602"/>
                  </a:lnTo>
                  <a:lnTo>
                    <a:pt x="5104447" y="1297584"/>
                  </a:lnTo>
                  <a:lnTo>
                    <a:pt x="5141430" y="1306728"/>
                  </a:lnTo>
                  <a:lnTo>
                    <a:pt x="5150574" y="1269733"/>
                  </a:lnTo>
                  <a:close/>
                </a:path>
                <a:path w="5224780" h="1325245">
                  <a:moveTo>
                    <a:pt x="5224538" y="1288008"/>
                  </a:moveTo>
                  <a:lnTo>
                    <a:pt x="5187556" y="1278877"/>
                  </a:lnTo>
                  <a:lnTo>
                    <a:pt x="5178425" y="1315859"/>
                  </a:lnTo>
                  <a:lnTo>
                    <a:pt x="5215407" y="1324991"/>
                  </a:lnTo>
                  <a:lnTo>
                    <a:pt x="5224538" y="1288008"/>
                  </a:lnTo>
                  <a:close/>
                </a:path>
              </a:pathLst>
            </a:custGeom>
            <a:solidFill>
              <a:srgbClr val="000000">
                <a:alpha val="2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383403" y="7139076"/>
              <a:ext cx="120650" cy="64769"/>
            </a:xfrm>
            <a:custGeom>
              <a:avLst/>
              <a:gdLst/>
              <a:ahLst/>
              <a:cxnLst/>
              <a:rect l="l" t="t" r="r" b="b"/>
              <a:pathLst>
                <a:path w="120650" h="64770">
                  <a:moveTo>
                    <a:pt x="46126" y="9144"/>
                  </a:moveTo>
                  <a:lnTo>
                    <a:pt x="9131" y="0"/>
                  </a:lnTo>
                  <a:lnTo>
                    <a:pt x="0" y="36995"/>
                  </a:lnTo>
                  <a:lnTo>
                    <a:pt x="36995" y="46126"/>
                  </a:lnTo>
                  <a:lnTo>
                    <a:pt x="46126" y="9144"/>
                  </a:lnTo>
                  <a:close/>
                </a:path>
                <a:path w="120650" h="64770">
                  <a:moveTo>
                    <a:pt x="120103" y="27406"/>
                  </a:moveTo>
                  <a:lnTo>
                    <a:pt x="83108" y="18275"/>
                  </a:lnTo>
                  <a:lnTo>
                    <a:pt x="73977" y="55270"/>
                  </a:lnTo>
                  <a:lnTo>
                    <a:pt x="110972" y="64401"/>
                  </a:lnTo>
                  <a:lnTo>
                    <a:pt x="120103" y="27406"/>
                  </a:lnTo>
                  <a:close/>
                </a:path>
              </a:pathLst>
            </a:custGeom>
            <a:solidFill>
              <a:srgbClr val="000000">
                <a:alpha val="2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205640" y="7060981"/>
              <a:ext cx="149915" cy="149066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3434273" y="7439369"/>
              <a:ext cx="1435735" cy="443865"/>
            </a:xfrm>
            <a:custGeom>
              <a:avLst/>
              <a:gdLst/>
              <a:ahLst/>
              <a:cxnLst/>
              <a:rect l="l" t="t" r="r" b="b"/>
              <a:pathLst>
                <a:path w="1435735" h="443865">
                  <a:moveTo>
                    <a:pt x="1435233" y="443445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434273" y="7407260"/>
              <a:ext cx="90170" cy="109220"/>
            </a:xfrm>
            <a:custGeom>
              <a:avLst/>
              <a:gdLst/>
              <a:ahLst/>
              <a:cxnLst/>
              <a:rect l="l" t="t" r="r" b="b"/>
              <a:pathLst>
                <a:path w="90170" h="109220">
                  <a:moveTo>
                    <a:pt x="55933" y="109206"/>
                  </a:moveTo>
                  <a:lnTo>
                    <a:pt x="0" y="32108"/>
                  </a:lnTo>
                  <a:lnTo>
                    <a:pt x="89674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592242" y="2947397"/>
              <a:ext cx="41275" cy="649605"/>
            </a:xfrm>
            <a:custGeom>
              <a:avLst/>
              <a:gdLst/>
              <a:ahLst/>
              <a:cxnLst/>
              <a:rect l="l" t="t" r="r" b="b"/>
              <a:pathLst>
                <a:path w="41275" h="649604">
                  <a:moveTo>
                    <a:pt x="40892" y="649098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539996" y="2947397"/>
              <a:ext cx="114300" cy="80010"/>
            </a:xfrm>
            <a:custGeom>
              <a:avLst/>
              <a:gdLst/>
              <a:ahLst/>
              <a:cxnLst/>
              <a:rect l="l" t="t" r="r" b="b"/>
              <a:pathLst>
                <a:path w="114300" h="80010">
                  <a:moveTo>
                    <a:pt x="0" y="79642"/>
                  </a:moveTo>
                  <a:lnTo>
                    <a:pt x="52245" y="0"/>
                  </a:lnTo>
                  <a:lnTo>
                    <a:pt x="114073" y="72456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633137" y="2931431"/>
              <a:ext cx="4109720" cy="665480"/>
            </a:xfrm>
            <a:custGeom>
              <a:avLst/>
              <a:gdLst/>
              <a:ahLst/>
              <a:cxnLst/>
              <a:rect l="l" t="t" r="r" b="b"/>
              <a:pathLst>
                <a:path w="4109720" h="665479">
                  <a:moveTo>
                    <a:pt x="0" y="665067"/>
                  </a:moveTo>
                  <a:lnTo>
                    <a:pt x="4109555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658341" y="2887189"/>
              <a:ext cx="84455" cy="113030"/>
            </a:xfrm>
            <a:custGeom>
              <a:avLst/>
              <a:gdLst/>
              <a:ahLst/>
              <a:cxnLst/>
              <a:rect l="l" t="t" r="r" b="b"/>
              <a:pathLst>
                <a:path w="84454" h="113030">
                  <a:moveTo>
                    <a:pt x="0" y="0"/>
                  </a:moveTo>
                  <a:lnTo>
                    <a:pt x="84351" y="44242"/>
                  </a:lnTo>
                  <a:lnTo>
                    <a:pt x="18260" y="112831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289717" y="3219449"/>
              <a:ext cx="10864850" cy="4536440"/>
            </a:xfrm>
            <a:custGeom>
              <a:avLst/>
              <a:gdLst/>
              <a:ahLst/>
              <a:cxnLst/>
              <a:rect l="l" t="t" r="r" b="b"/>
              <a:pathLst>
                <a:path w="10864850" h="4536440">
                  <a:moveTo>
                    <a:pt x="713676" y="1828317"/>
                  </a:moveTo>
                  <a:lnTo>
                    <a:pt x="464388" y="1828317"/>
                  </a:lnTo>
                  <a:lnTo>
                    <a:pt x="464388" y="1329740"/>
                  </a:lnTo>
                  <a:lnTo>
                    <a:pt x="249288" y="1329740"/>
                  </a:lnTo>
                  <a:lnTo>
                    <a:pt x="249288" y="1828317"/>
                  </a:lnTo>
                  <a:lnTo>
                    <a:pt x="0" y="1828317"/>
                  </a:lnTo>
                  <a:lnTo>
                    <a:pt x="356831" y="2326894"/>
                  </a:lnTo>
                  <a:lnTo>
                    <a:pt x="713676" y="1828317"/>
                  </a:lnTo>
                  <a:close/>
                </a:path>
                <a:path w="10864850" h="4536440">
                  <a:moveTo>
                    <a:pt x="2604732" y="3370465"/>
                  </a:moveTo>
                  <a:lnTo>
                    <a:pt x="2305964" y="3106851"/>
                  </a:lnTo>
                  <a:lnTo>
                    <a:pt x="2368118" y="3271380"/>
                  </a:lnTo>
                  <a:lnTo>
                    <a:pt x="1964512" y="3271380"/>
                  </a:lnTo>
                  <a:lnTo>
                    <a:pt x="1964512" y="3469589"/>
                  </a:lnTo>
                  <a:lnTo>
                    <a:pt x="2368105" y="3469589"/>
                  </a:lnTo>
                  <a:lnTo>
                    <a:pt x="2305964" y="3634079"/>
                  </a:lnTo>
                  <a:lnTo>
                    <a:pt x="2604732" y="3370465"/>
                  </a:lnTo>
                  <a:close/>
                </a:path>
                <a:path w="10864850" h="4536440">
                  <a:moveTo>
                    <a:pt x="5561101" y="2320874"/>
                  </a:moveTo>
                  <a:lnTo>
                    <a:pt x="5486755" y="1930476"/>
                  </a:lnTo>
                  <a:lnTo>
                    <a:pt x="5425922" y="1611045"/>
                  </a:lnTo>
                  <a:lnTo>
                    <a:pt x="5282285" y="1930476"/>
                  </a:lnTo>
                  <a:lnTo>
                    <a:pt x="4712259" y="1360462"/>
                  </a:lnTo>
                  <a:lnTo>
                    <a:pt x="4600676" y="1472057"/>
                  </a:lnTo>
                  <a:lnTo>
                    <a:pt x="5170678" y="2042058"/>
                  </a:lnTo>
                  <a:lnTo>
                    <a:pt x="4851273" y="2185695"/>
                  </a:lnTo>
                  <a:lnTo>
                    <a:pt x="5561101" y="2320874"/>
                  </a:lnTo>
                  <a:close/>
                </a:path>
                <a:path w="10864850" h="4536440">
                  <a:moveTo>
                    <a:pt x="9846259" y="4336173"/>
                  </a:moveTo>
                  <a:lnTo>
                    <a:pt x="9619564" y="4136148"/>
                  </a:lnTo>
                  <a:lnTo>
                    <a:pt x="9666719" y="4260989"/>
                  </a:lnTo>
                  <a:lnTo>
                    <a:pt x="9360484" y="4260989"/>
                  </a:lnTo>
                  <a:lnTo>
                    <a:pt x="9360484" y="4411383"/>
                  </a:lnTo>
                  <a:lnTo>
                    <a:pt x="9666719" y="4411383"/>
                  </a:lnTo>
                  <a:lnTo>
                    <a:pt x="9619564" y="4536198"/>
                  </a:lnTo>
                  <a:lnTo>
                    <a:pt x="9846259" y="4336173"/>
                  </a:lnTo>
                  <a:close/>
                </a:path>
                <a:path w="10864850" h="4536440">
                  <a:moveTo>
                    <a:pt x="10864812" y="3286874"/>
                  </a:moveTo>
                  <a:lnTo>
                    <a:pt x="9282049" y="477075"/>
                  </a:lnTo>
                  <a:lnTo>
                    <a:pt x="9241599" y="405282"/>
                  </a:lnTo>
                  <a:lnTo>
                    <a:pt x="9611995" y="349275"/>
                  </a:lnTo>
                  <a:lnTo>
                    <a:pt x="8929319" y="0"/>
                  </a:lnTo>
                  <a:lnTo>
                    <a:pt x="8874239" y="764857"/>
                  </a:lnTo>
                  <a:lnTo>
                    <a:pt x="9114104" y="477075"/>
                  </a:lnTo>
                  <a:lnTo>
                    <a:pt x="10737329" y="3358680"/>
                  </a:lnTo>
                  <a:lnTo>
                    <a:pt x="10864812" y="3286874"/>
                  </a:lnTo>
                  <a:close/>
                </a:path>
              </a:pathLst>
            </a:custGeom>
            <a:solidFill>
              <a:srgbClr val="8B8B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 descr="$PPTXTitle"/>
          <p:cNvSpPr txBox="1">
            <a:spLocks noGrp="1"/>
          </p:cNvSpPr>
          <p:nvPr>
            <p:ph type="title"/>
          </p:nvPr>
        </p:nvSpPr>
        <p:spPr>
          <a:xfrm>
            <a:off x="2838598" y="663638"/>
            <a:ext cx="366458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dirty="0"/>
              <a:t>package</a:t>
            </a:r>
            <a:r>
              <a:rPr sz="3500" spc="-180" dirty="0"/>
              <a:t> </a:t>
            </a:r>
            <a:r>
              <a:rPr sz="3500" spc="-10" dirty="0"/>
              <a:t>models;</a:t>
            </a:r>
            <a:endParaRPr sz="3500"/>
          </a:p>
        </p:txBody>
      </p:sp>
      <p:sp>
        <p:nvSpPr>
          <p:cNvPr id="51" name="object 51"/>
          <p:cNvSpPr txBox="1"/>
          <p:nvPr/>
        </p:nvSpPr>
        <p:spPr>
          <a:xfrm>
            <a:off x="1593842" y="5649273"/>
            <a:ext cx="342201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b="1" dirty="0">
                <a:latin typeface="Consolas"/>
                <a:cs typeface="Consolas"/>
              </a:rPr>
              <a:t>package</a:t>
            </a:r>
            <a:r>
              <a:rPr sz="3500" b="1" spc="-180" dirty="0">
                <a:latin typeface="Consolas"/>
                <a:cs typeface="Consolas"/>
              </a:rPr>
              <a:t> </a:t>
            </a:r>
            <a:r>
              <a:rPr sz="3500" b="1" spc="-10" dirty="0">
                <a:latin typeface="Consolas"/>
                <a:cs typeface="Consolas"/>
              </a:rPr>
              <a:t>tools;</a:t>
            </a:r>
            <a:endParaRPr sz="3500">
              <a:latin typeface="Consolas"/>
              <a:cs typeface="Consolas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8645871" y="5649273"/>
            <a:ext cx="414972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b="1" dirty="0">
                <a:latin typeface="Consolas"/>
                <a:cs typeface="Consolas"/>
              </a:rPr>
              <a:t>package</a:t>
            </a:r>
            <a:r>
              <a:rPr sz="3500" b="1" spc="-180" dirty="0">
                <a:latin typeface="Consolas"/>
                <a:cs typeface="Consolas"/>
              </a:rPr>
              <a:t> </a:t>
            </a:r>
            <a:r>
              <a:rPr sz="3500" b="1" spc="-10" dirty="0">
                <a:latin typeface="Consolas"/>
                <a:cs typeface="Consolas"/>
              </a:rPr>
              <a:t>business;</a:t>
            </a:r>
            <a:endParaRPr sz="3500">
              <a:latin typeface="Consolas"/>
              <a:cs typeface="Consolas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4589472" y="6840092"/>
            <a:ext cx="317944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b="1" dirty="0">
                <a:latin typeface="Consolas"/>
                <a:cs typeface="Consolas"/>
              </a:rPr>
              <a:t>package</a:t>
            </a:r>
            <a:r>
              <a:rPr sz="3500" b="1" spc="-180" dirty="0">
                <a:latin typeface="Consolas"/>
                <a:cs typeface="Consolas"/>
              </a:rPr>
              <a:t> </a:t>
            </a:r>
            <a:r>
              <a:rPr sz="3500" b="1" spc="-10" dirty="0">
                <a:latin typeface="Consolas"/>
                <a:cs typeface="Consolas"/>
              </a:rPr>
              <a:t>view;</a:t>
            </a:r>
            <a:endParaRPr sz="3500">
              <a:latin typeface="Consolas"/>
              <a:cs typeface="Consolas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0725929" y="1662742"/>
            <a:ext cx="293687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b="1" dirty="0">
                <a:latin typeface="Consolas"/>
                <a:cs typeface="Consolas"/>
              </a:rPr>
              <a:t>package</a:t>
            </a:r>
            <a:r>
              <a:rPr sz="3500" b="1" spc="-180" dirty="0">
                <a:latin typeface="Consolas"/>
                <a:cs typeface="Consolas"/>
              </a:rPr>
              <a:t> </a:t>
            </a:r>
            <a:r>
              <a:rPr sz="3500" b="1" spc="-20" dirty="0">
                <a:latin typeface="Consolas"/>
                <a:cs typeface="Consolas"/>
              </a:rPr>
              <a:t>run;</a:t>
            </a:r>
            <a:endParaRPr sz="3500">
              <a:latin typeface="Consolas"/>
              <a:cs typeface="Consolas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5489930" y="2674185"/>
            <a:ext cx="1481455" cy="126365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33985">
              <a:lnSpc>
                <a:spcPct val="100000"/>
              </a:lnSpc>
              <a:spcBef>
                <a:spcPts val="775"/>
              </a:spcBef>
            </a:pPr>
            <a:r>
              <a:rPr sz="3500" b="1" spc="-10" dirty="0">
                <a:latin typeface="Consolas"/>
                <a:cs typeface="Consolas"/>
              </a:rPr>
              <a:t>ADMIN</a:t>
            </a:r>
            <a:endParaRPr sz="35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3500" spc="-10" dirty="0">
                <a:latin typeface="Consolas"/>
                <a:cs typeface="Consolas"/>
              </a:rPr>
              <a:t>(user)</a:t>
            </a:r>
            <a:endParaRPr sz="3500">
              <a:latin typeface="Consolas"/>
              <a:cs typeface="Consolas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2576647" y="2915931"/>
            <a:ext cx="6085840" cy="5572125"/>
            <a:chOff x="2576647" y="2915931"/>
            <a:chExt cx="6085840" cy="5572125"/>
          </a:xfrm>
        </p:grpSpPr>
        <p:sp>
          <p:nvSpPr>
            <p:cNvPr id="57" name="object 57"/>
            <p:cNvSpPr/>
            <p:nvPr/>
          </p:nvSpPr>
          <p:spPr>
            <a:xfrm>
              <a:off x="2576639" y="2915932"/>
              <a:ext cx="3550285" cy="4082415"/>
            </a:xfrm>
            <a:custGeom>
              <a:avLst/>
              <a:gdLst/>
              <a:ahLst/>
              <a:cxnLst/>
              <a:rect l="l" t="t" r="r" b="b"/>
              <a:pathLst>
                <a:path w="3550285" h="4082415">
                  <a:moveTo>
                    <a:pt x="53746" y="28778"/>
                  </a:moveTo>
                  <a:lnTo>
                    <a:pt x="28778" y="0"/>
                  </a:lnTo>
                  <a:lnTo>
                    <a:pt x="0" y="24980"/>
                  </a:lnTo>
                  <a:lnTo>
                    <a:pt x="24980" y="53759"/>
                  </a:lnTo>
                  <a:lnTo>
                    <a:pt x="53746" y="28778"/>
                  </a:lnTo>
                  <a:close/>
                </a:path>
                <a:path w="3550285" h="4082415">
                  <a:moveTo>
                    <a:pt x="103695" y="86321"/>
                  </a:moveTo>
                  <a:lnTo>
                    <a:pt x="78727" y="57556"/>
                  </a:lnTo>
                  <a:lnTo>
                    <a:pt x="49949" y="82524"/>
                  </a:lnTo>
                  <a:lnTo>
                    <a:pt x="74930" y="111302"/>
                  </a:lnTo>
                  <a:lnTo>
                    <a:pt x="103695" y="86321"/>
                  </a:lnTo>
                  <a:close/>
                </a:path>
                <a:path w="3550285" h="4082415">
                  <a:moveTo>
                    <a:pt x="153644" y="143865"/>
                  </a:moveTo>
                  <a:lnTo>
                    <a:pt x="128676" y="115100"/>
                  </a:lnTo>
                  <a:lnTo>
                    <a:pt x="99898" y="140068"/>
                  </a:lnTo>
                  <a:lnTo>
                    <a:pt x="124879" y="168846"/>
                  </a:lnTo>
                  <a:lnTo>
                    <a:pt x="153644" y="143865"/>
                  </a:lnTo>
                  <a:close/>
                </a:path>
                <a:path w="3550285" h="4082415">
                  <a:moveTo>
                    <a:pt x="203593" y="201409"/>
                  </a:moveTo>
                  <a:lnTo>
                    <a:pt x="178625" y="172643"/>
                  </a:lnTo>
                  <a:lnTo>
                    <a:pt x="149847" y="197612"/>
                  </a:lnTo>
                  <a:lnTo>
                    <a:pt x="174828" y="226390"/>
                  </a:lnTo>
                  <a:lnTo>
                    <a:pt x="203593" y="201409"/>
                  </a:lnTo>
                  <a:close/>
                </a:path>
                <a:path w="3550285" h="4082415">
                  <a:moveTo>
                    <a:pt x="253555" y="258953"/>
                  </a:moveTo>
                  <a:lnTo>
                    <a:pt x="228574" y="230187"/>
                  </a:lnTo>
                  <a:lnTo>
                    <a:pt x="199796" y="255155"/>
                  </a:lnTo>
                  <a:lnTo>
                    <a:pt x="224777" y="283933"/>
                  </a:lnTo>
                  <a:lnTo>
                    <a:pt x="253555" y="258953"/>
                  </a:lnTo>
                  <a:close/>
                </a:path>
                <a:path w="3550285" h="4082415">
                  <a:moveTo>
                    <a:pt x="303504" y="316509"/>
                  </a:moveTo>
                  <a:lnTo>
                    <a:pt x="278523" y="287731"/>
                  </a:lnTo>
                  <a:lnTo>
                    <a:pt x="249758" y="312712"/>
                  </a:lnTo>
                  <a:lnTo>
                    <a:pt x="274726" y="341477"/>
                  </a:lnTo>
                  <a:lnTo>
                    <a:pt x="303504" y="316509"/>
                  </a:lnTo>
                  <a:close/>
                </a:path>
                <a:path w="3550285" h="4082415">
                  <a:moveTo>
                    <a:pt x="353453" y="374053"/>
                  </a:moveTo>
                  <a:lnTo>
                    <a:pt x="328472" y="345274"/>
                  </a:lnTo>
                  <a:lnTo>
                    <a:pt x="299707" y="370255"/>
                  </a:lnTo>
                  <a:lnTo>
                    <a:pt x="324675" y="399021"/>
                  </a:lnTo>
                  <a:lnTo>
                    <a:pt x="353453" y="374053"/>
                  </a:lnTo>
                  <a:close/>
                </a:path>
                <a:path w="3550285" h="4082415">
                  <a:moveTo>
                    <a:pt x="403402" y="431596"/>
                  </a:moveTo>
                  <a:lnTo>
                    <a:pt x="378421" y="402818"/>
                  </a:lnTo>
                  <a:lnTo>
                    <a:pt x="349656" y="427799"/>
                  </a:lnTo>
                  <a:lnTo>
                    <a:pt x="374624" y="456565"/>
                  </a:lnTo>
                  <a:lnTo>
                    <a:pt x="403402" y="431596"/>
                  </a:lnTo>
                  <a:close/>
                </a:path>
                <a:path w="3550285" h="4082415">
                  <a:moveTo>
                    <a:pt x="453351" y="489140"/>
                  </a:moveTo>
                  <a:lnTo>
                    <a:pt x="428371" y="460362"/>
                  </a:lnTo>
                  <a:lnTo>
                    <a:pt x="399605" y="485343"/>
                  </a:lnTo>
                  <a:lnTo>
                    <a:pt x="424573" y="514108"/>
                  </a:lnTo>
                  <a:lnTo>
                    <a:pt x="453351" y="489140"/>
                  </a:lnTo>
                  <a:close/>
                </a:path>
                <a:path w="3550285" h="4082415">
                  <a:moveTo>
                    <a:pt x="503301" y="546684"/>
                  </a:moveTo>
                  <a:lnTo>
                    <a:pt x="478320" y="517906"/>
                  </a:lnTo>
                  <a:lnTo>
                    <a:pt x="449554" y="542886"/>
                  </a:lnTo>
                  <a:lnTo>
                    <a:pt x="474522" y="571665"/>
                  </a:lnTo>
                  <a:lnTo>
                    <a:pt x="503301" y="546684"/>
                  </a:lnTo>
                  <a:close/>
                </a:path>
                <a:path w="3550285" h="4082415">
                  <a:moveTo>
                    <a:pt x="553250" y="604227"/>
                  </a:moveTo>
                  <a:lnTo>
                    <a:pt x="528269" y="575462"/>
                  </a:lnTo>
                  <a:lnTo>
                    <a:pt x="499503" y="600430"/>
                  </a:lnTo>
                  <a:lnTo>
                    <a:pt x="524471" y="629208"/>
                  </a:lnTo>
                  <a:lnTo>
                    <a:pt x="553250" y="604227"/>
                  </a:lnTo>
                  <a:close/>
                </a:path>
                <a:path w="3550285" h="4082415">
                  <a:moveTo>
                    <a:pt x="603199" y="661771"/>
                  </a:moveTo>
                  <a:lnTo>
                    <a:pt x="578231" y="633006"/>
                  </a:lnTo>
                  <a:lnTo>
                    <a:pt x="549452" y="657974"/>
                  </a:lnTo>
                  <a:lnTo>
                    <a:pt x="574421" y="686752"/>
                  </a:lnTo>
                  <a:lnTo>
                    <a:pt x="603199" y="661771"/>
                  </a:lnTo>
                  <a:close/>
                </a:path>
                <a:path w="3550285" h="4082415">
                  <a:moveTo>
                    <a:pt x="653148" y="719315"/>
                  </a:moveTo>
                  <a:lnTo>
                    <a:pt x="628180" y="690549"/>
                  </a:lnTo>
                  <a:lnTo>
                    <a:pt x="599401" y="715518"/>
                  </a:lnTo>
                  <a:lnTo>
                    <a:pt x="624382" y="744296"/>
                  </a:lnTo>
                  <a:lnTo>
                    <a:pt x="653148" y="719315"/>
                  </a:lnTo>
                  <a:close/>
                </a:path>
                <a:path w="3550285" h="4082415">
                  <a:moveTo>
                    <a:pt x="703097" y="776859"/>
                  </a:moveTo>
                  <a:lnTo>
                    <a:pt x="678129" y="748093"/>
                  </a:lnTo>
                  <a:lnTo>
                    <a:pt x="649351" y="773061"/>
                  </a:lnTo>
                  <a:lnTo>
                    <a:pt x="674331" y="801839"/>
                  </a:lnTo>
                  <a:lnTo>
                    <a:pt x="703097" y="776859"/>
                  </a:lnTo>
                  <a:close/>
                </a:path>
                <a:path w="3550285" h="4082415">
                  <a:moveTo>
                    <a:pt x="753046" y="834415"/>
                  </a:moveTo>
                  <a:lnTo>
                    <a:pt x="728078" y="805637"/>
                  </a:lnTo>
                  <a:lnTo>
                    <a:pt x="699300" y="830605"/>
                  </a:lnTo>
                  <a:lnTo>
                    <a:pt x="724281" y="859383"/>
                  </a:lnTo>
                  <a:lnTo>
                    <a:pt x="753046" y="834415"/>
                  </a:lnTo>
                  <a:close/>
                </a:path>
                <a:path w="3550285" h="4082415">
                  <a:moveTo>
                    <a:pt x="802995" y="891959"/>
                  </a:moveTo>
                  <a:lnTo>
                    <a:pt x="778027" y="863180"/>
                  </a:lnTo>
                  <a:lnTo>
                    <a:pt x="749249" y="888161"/>
                  </a:lnTo>
                  <a:lnTo>
                    <a:pt x="774230" y="916927"/>
                  </a:lnTo>
                  <a:lnTo>
                    <a:pt x="802995" y="891959"/>
                  </a:lnTo>
                  <a:close/>
                </a:path>
                <a:path w="3550285" h="4082415">
                  <a:moveTo>
                    <a:pt x="852944" y="949502"/>
                  </a:moveTo>
                  <a:lnTo>
                    <a:pt x="827976" y="920724"/>
                  </a:lnTo>
                  <a:lnTo>
                    <a:pt x="799198" y="945705"/>
                  </a:lnTo>
                  <a:lnTo>
                    <a:pt x="824179" y="974471"/>
                  </a:lnTo>
                  <a:lnTo>
                    <a:pt x="852944" y="949502"/>
                  </a:lnTo>
                  <a:close/>
                </a:path>
                <a:path w="3550285" h="4082415">
                  <a:moveTo>
                    <a:pt x="902893" y="1007046"/>
                  </a:moveTo>
                  <a:lnTo>
                    <a:pt x="877925" y="978268"/>
                  </a:lnTo>
                  <a:lnTo>
                    <a:pt x="849147" y="1003249"/>
                  </a:lnTo>
                  <a:lnTo>
                    <a:pt x="874128" y="1032014"/>
                  </a:lnTo>
                  <a:lnTo>
                    <a:pt x="902893" y="1007046"/>
                  </a:lnTo>
                  <a:close/>
                </a:path>
                <a:path w="3550285" h="4082415">
                  <a:moveTo>
                    <a:pt x="952855" y="1064590"/>
                  </a:moveTo>
                  <a:lnTo>
                    <a:pt x="927874" y="1035812"/>
                  </a:lnTo>
                  <a:lnTo>
                    <a:pt x="899096" y="1060792"/>
                  </a:lnTo>
                  <a:lnTo>
                    <a:pt x="924077" y="1089558"/>
                  </a:lnTo>
                  <a:lnTo>
                    <a:pt x="952855" y="1064590"/>
                  </a:lnTo>
                  <a:close/>
                </a:path>
                <a:path w="3550285" h="4082415">
                  <a:moveTo>
                    <a:pt x="1002804" y="1122133"/>
                  </a:moveTo>
                  <a:lnTo>
                    <a:pt x="977823" y="1093355"/>
                  </a:lnTo>
                  <a:lnTo>
                    <a:pt x="949058" y="1118336"/>
                  </a:lnTo>
                  <a:lnTo>
                    <a:pt x="974026" y="1147114"/>
                  </a:lnTo>
                  <a:lnTo>
                    <a:pt x="1002804" y="1122133"/>
                  </a:lnTo>
                  <a:close/>
                </a:path>
                <a:path w="3550285" h="4082415">
                  <a:moveTo>
                    <a:pt x="1052753" y="1179677"/>
                  </a:moveTo>
                  <a:lnTo>
                    <a:pt x="1027772" y="1150912"/>
                  </a:lnTo>
                  <a:lnTo>
                    <a:pt x="999007" y="1175880"/>
                  </a:lnTo>
                  <a:lnTo>
                    <a:pt x="1023975" y="1204658"/>
                  </a:lnTo>
                  <a:lnTo>
                    <a:pt x="1052753" y="1179677"/>
                  </a:lnTo>
                  <a:close/>
                </a:path>
                <a:path w="3550285" h="4082415">
                  <a:moveTo>
                    <a:pt x="1102702" y="1237221"/>
                  </a:moveTo>
                  <a:lnTo>
                    <a:pt x="1077722" y="1208455"/>
                  </a:lnTo>
                  <a:lnTo>
                    <a:pt x="1048956" y="1233424"/>
                  </a:lnTo>
                  <a:lnTo>
                    <a:pt x="1073924" y="1262202"/>
                  </a:lnTo>
                  <a:lnTo>
                    <a:pt x="1102702" y="1237221"/>
                  </a:lnTo>
                  <a:close/>
                </a:path>
                <a:path w="3550285" h="4082415">
                  <a:moveTo>
                    <a:pt x="1152652" y="1294765"/>
                  </a:moveTo>
                  <a:lnTo>
                    <a:pt x="1127671" y="1265999"/>
                  </a:lnTo>
                  <a:lnTo>
                    <a:pt x="1098905" y="1290967"/>
                  </a:lnTo>
                  <a:lnTo>
                    <a:pt x="1123873" y="1319745"/>
                  </a:lnTo>
                  <a:lnTo>
                    <a:pt x="1152652" y="1294765"/>
                  </a:lnTo>
                  <a:close/>
                </a:path>
                <a:path w="3550285" h="4082415">
                  <a:moveTo>
                    <a:pt x="1202601" y="1352308"/>
                  </a:moveTo>
                  <a:lnTo>
                    <a:pt x="1177620" y="1323543"/>
                  </a:lnTo>
                  <a:lnTo>
                    <a:pt x="1148854" y="1348511"/>
                  </a:lnTo>
                  <a:lnTo>
                    <a:pt x="1173822" y="1377289"/>
                  </a:lnTo>
                  <a:lnTo>
                    <a:pt x="1202601" y="1352308"/>
                  </a:lnTo>
                  <a:close/>
                </a:path>
                <a:path w="3550285" h="4082415">
                  <a:moveTo>
                    <a:pt x="1252550" y="1409865"/>
                  </a:moveTo>
                  <a:lnTo>
                    <a:pt x="1227569" y="1381086"/>
                  </a:lnTo>
                  <a:lnTo>
                    <a:pt x="1198803" y="1406067"/>
                  </a:lnTo>
                  <a:lnTo>
                    <a:pt x="1223772" y="1434833"/>
                  </a:lnTo>
                  <a:lnTo>
                    <a:pt x="1252550" y="1409865"/>
                  </a:lnTo>
                  <a:close/>
                </a:path>
                <a:path w="3550285" h="4082415">
                  <a:moveTo>
                    <a:pt x="1302499" y="1467408"/>
                  </a:moveTo>
                  <a:lnTo>
                    <a:pt x="1277531" y="1438630"/>
                  </a:lnTo>
                  <a:lnTo>
                    <a:pt x="1248752" y="1463611"/>
                  </a:lnTo>
                  <a:lnTo>
                    <a:pt x="1273733" y="1492377"/>
                  </a:lnTo>
                  <a:lnTo>
                    <a:pt x="1302499" y="1467408"/>
                  </a:lnTo>
                  <a:close/>
                </a:path>
                <a:path w="3550285" h="4082415">
                  <a:moveTo>
                    <a:pt x="1352448" y="1524952"/>
                  </a:moveTo>
                  <a:lnTo>
                    <a:pt x="1327480" y="1496174"/>
                  </a:lnTo>
                  <a:lnTo>
                    <a:pt x="1298702" y="1521155"/>
                  </a:lnTo>
                  <a:lnTo>
                    <a:pt x="1323682" y="1549920"/>
                  </a:lnTo>
                  <a:lnTo>
                    <a:pt x="1352448" y="1524952"/>
                  </a:lnTo>
                  <a:close/>
                </a:path>
                <a:path w="3550285" h="4082415">
                  <a:moveTo>
                    <a:pt x="1402397" y="1582496"/>
                  </a:moveTo>
                  <a:lnTo>
                    <a:pt x="1377429" y="1553718"/>
                  </a:lnTo>
                  <a:lnTo>
                    <a:pt x="1348651" y="1578698"/>
                  </a:lnTo>
                  <a:lnTo>
                    <a:pt x="1373632" y="1607464"/>
                  </a:lnTo>
                  <a:lnTo>
                    <a:pt x="1402397" y="1582496"/>
                  </a:lnTo>
                  <a:close/>
                </a:path>
                <a:path w="3550285" h="4082415">
                  <a:moveTo>
                    <a:pt x="1452346" y="1640039"/>
                  </a:moveTo>
                  <a:lnTo>
                    <a:pt x="1427378" y="1611261"/>
                  </a:lnTo>
                  <a:lnTo>
                    <a:pt x="1398600" y="1636242"/>
                  </a:lnTo>
                  <a:lnTo>
                    <a:pt x="1423581" y="1665020"/>
                  </a:lnTo>
                  <a:lnTo>
                    <a:pt x="1452346" y="1640039"/>
                  </a:lnTo>
                  <a:close/>
                </a:path>
                <a:path w="3550285" h="4082415">
                  <a:moveTo>
                    <a:pt x="1502295" y="1697583"/>
                  </a:moveTo>
                  <a:lnTo>
                    <a:pt x="1477327" y="1668818"/>
                  </a:lnTo>
                  <a:lnTo>
                    <a:pt x="1448549" y="1693786"/>
                  </a:lnTo>
                  <a:lnTo>
                    <a:pt x="1473530" y="1722564"/>
                  </a:lnTo>
                  <a:lnTo>
                    <a:pt x="1502295" y="1697583"/>
                  </a:lnTo>
                  <a:close/>
                </a:path>
                <a:path w="3550285" h="4082415">
                  <a:moveTo>
                    <a:pt x="1552244" y="1755127"/>
                  </a:moveTo>
                  <a:lnTo>
                    <a:pt x="1527276" y="1726361"/>
                  </a:lnTo>
                  <a:lnTo>
                    <a:pt x="1498498" y="1751330"/>
                  </a:lnTo>
                  <a:lnTo>
                    <a:pt x="1523479" y="1780108"/>
                  </a:lnTo>
                  <a:lnTo>
                    <a:pt x="1552244" y="1755127"/>
                  </a:lnTo>
                  <a:close/>
                </a:path>
                <a:path w="3550285" h="4082415">
                  <a:moveTo>
                    <a:pt x="1602206" y="1812671"/>
                  </a:moveTo>
                  <a:lnTo>
                    <a:pt x="1577225" y="1783905"/>
                  </a:lnTo>
                  <a:lnTo>
                    <a:pt x="1548447" y="1808873"/>
                  </a:lnTo>
                  <a:lnTo>
                    <a:pt x="1573428" y="1837651"/>
                  </a:lnTo>
                  <a:lnTo>
                    <a:pt x="1602206" y="1812671"/>
                  </a:lnTo>
                  <a:close/>
                </a:path>
                <a:path w="3550285" h="4082415">
                  <a:moveTo>
                    <a:pt x="1652155" y="1870214"/>
                  </a:moveTo>
                  <a:lnTo>
                    <a:pt x="1627174" y="1841449"/>
                  </a:lnTo>
                  <a:lnTo>
                    <a:pt x="1598396" y="1866417"/>
                  </a:lnTo>
                  <a:lnTo>
                    <a:pt x="1623377" y="1895195"/>
                  </a:lnTo>
                  <a:lnTo>
                    <a:pt x="1652155" y="1870214"/>
                  </a:lnTo>
                  <a:close/>
                </a:path>
                <a:path w="3550285" h="4082415">
                  <a:moveTo>
                    <a:pt x="1702104" y="1927771"/>
                  </a:moveTo>
                  <a:lnTo>
                    <a:pt x="1677123" y="1898992"/>
                  </a:lnTo>
                  <a:lnTo>
                    <a:pt x="1648358" y="1923973"/>
                  </a:lnTo>
                  <a:lnTo>
                    <a:pt x="1673326" y="1952739"/>
                  </a:lnTo>
                  <a:lnTo>
                    <a:pt x="1702104" y="1927771"/>
                  </a:lnTo>
                  <a:close/>
                </a:path>
                <a:path w="3550285" h="4082415">
                  <a:moveTo>
                    <a:pt x="1752053" y="1985314"/>
                  </a:moveTo>
                  <a:lnTo>
                    <a:pt x="1727073" y="1956536"/>
                  </a:lnTo>
                  <a:lnTo>
                    <a:pt x="1698307" y="1981517"/>
                  </a:lnTo>
                  <a:lnTo>
                    <a:pt x="1723275" y="2010283"/>
                  </a:lnTo>
                  <a:lnTo>
                    <a:pt x="1752053" y="1985314"/>
                  </a:lnTo>
                  <a:close/>
                </a:path>
                <a:path w="3550285" h="4082415">
                  <a:moveTo>
                    <a:pt x="1802003" y="2042858"/>
                  </a:moveTo>
                  <a:lnTo>
                    <a:pt x="1777022" y="2014080"/>
                  </a:lnTo>
                  <a:lnTo>
                    <a:pt x="1748256" y="2039061"/>
                  </a:lnTo>
                  <a:lnTo>
                    <a:pt x="1773224" y="2067826"/>
                  </a:lnTo>
                  <a:lnTo>
                    <a:pt x="1802003" y="2042858"/>
                  </a:lnTo>
                  <a:close/>
                </a:path>
                <a:path w="3550285" h="4082415">
                  <a:moveTo>
                    <a:pt x="1851952" y="2100402"/>
                  </a:moveTo>
                  <a:lnTo>
                    <a:pt x="1826971" y="2071624"/>
                  </a:lnTo>
                  <a:lnTo>
                    <a:pt x="1798205" y="2096604"/>
                  </a:lnTo>
                  <a:lnTo>
                    <a:pt x="1823173" y="2125370"/>
                  </a:lnTo>
                  <a:lnTo>
                    <a:pt x="1851952" y="2100402"/>
                  </a:lnTo>
                  <a:close/>
                </a:path>
                <a:path w="3550285" h="4082415">
                  <a:moveTo>
                    <a:pt x="1901901" y="2157946"/>
                  </a:moveTo>
                  <a:lnTo>
                    <a:pt x="1876920" y="2129167"/>
                  </a:lnTo>
                  <a:lnTo>
                    <a:pt x="1848154" y="2154148"/>
                  </a:lnTo>
                  <a:lnTo>
                    <a:pt x="1873123" y="2182926"/>
                  </a:lnTo>
                  <a:lnTo>
                    <a:pt x="1901901" y="2157946"/>
                  </a:lnTo>
                  <a:close/>
                </a:path>
                <a:path w="3550285" h="4082415">
                  <a:moveTo>
                    <a:pt x="1951850" y="2215489"/>
                  </a:moveTo>
                  <a:lnTo>
                    <a:pt x="1926869" y="2186724"/>
                  </a:lnTo>
                  <a:lnTo>
                    <a:pt x="1898103" y="2211692"/>
                  </a:lnTo>
                  <a:lnTo>
                    <a:pt x="1923072" y="2240470"/>
                  </a:lnTo>
                  <a:lnTo>
                    <a:pt x="1951850" y="2215489"/>
                  </a:lnTo>
                  <a:close/>
                </a:path>
                <a:path w="3550285" h="4082415">
                  <a:moveTo>
                    <a:pt x="2001799" y="2273033"/>
                  </a:moveTo>
                  <a:lnTo>
                    <a:pt x="1976831" y="2244267"/>
                  </a:lnTo>
                  <a:lnTo>
                    <a:pt x="1948053" y="2269236"/>
                  </a:lnTo>
                  <a:lnTo>
                    <a:pt x="1973033" y="2298014"/>
                  </a:lnTo>
                  <a:lnTo>
                    <a:pt x="2001799" y="2273033"/>
                  </a:lnTo>
                  <a:close/>
                </a:path>
                <a:path w="3550285" h="4082415">
                  <a:moveTo>
                    <a:pt x="2051748" y="2330577"/>
                  </a:moveTo>
                  <a:lnTo>
                    <a:pt x="2026780" y="2301811"/>
                  </a:lnTo>
                  <a:lnTo>
                    <a:pt x="1998002" y="2326779"/>
                  </a:lnTo>
                  <a:lnTo>
                    <a:pt x="2022983" y="2355558"/>
                  </a:lnTo>
                  <a:lnTo>
                    <a:pt x="2051748" y="2330577"/>
                  </a:lnTo>
                  <a:close/>
                </a:path>
                <a:path w="3550285" h="4082415">
                  <a:moveTo>
                    <a:pt x="2101697" y="2388120"/>
                  </a:moveTo>
                  <a:lnTo>
                    <a:pt x="2076729" y="2359355"/>
                  </a:lnTo>
                  <a:lnTo>
                    <a:pt x="2047951" y="2384323"/>
                  </a:lnTo>
                  <a:lnTo>
                    <a:pt x="2072932" y="2413101"/>
                  </a:lnTo>
                  <a:lnTo>
                    <a:pt x="2101697" y="2388120"/>
                  </a:lnTo>
                  <a:close/>
                </a:path>
                <a:path w="3550285" h="4082415">
                  <a:moveTo>
                    <a:pt x="2151646" y="2445677"/>
                  </a:moveTo>
                  <a:lnTo>
                    <a:pt x="2126678" y="2416899"/>
                  </a:lnTo>
                  <a:lnTo>
                    <a:pt x="2097900" y="2441867"/>
                  </a:lnTo>
                  <a:lnTo>
                    <a:pt x="2122881" y="2470645"/>
                  </a:lnTo>
                  <a:lnTo>
                    <a:pt x="2151646" y="2445677"/>
                  </a:lnTo>
                  <a:close/>
                </a:path>
                <a:path w="3550285" h="4082415">
                  <a:moveTo>
                    <a:pt x="2201595" y="2503220"/>
                  </a:moveTo>
                  <a:lnTo>
                    <a:pt x="2176627" y="2474442"/>
                  </a:lnTo>
                  <a:lnTo>
                    <a:pt x="2147849" y="2499423"/>
                  </a:lnTo>
                  <a:lnTo>
                    <a:pt x="2172830" y="2528189"/>
                  </a:lnTo>
                  <a:lnTo>
                    <a:pt x="2201595" y="2503220"/>
                  </a:lnTo>
                  <a:close/>
                </a:path>
                <a:path w="3550285" h="4082415">
                  <a:moveTo>
                    <a:pt x="2251545" y="2560764"/>
                  </a:moveTo>
                  <a:lnTo>
                    <a:pt x="2226576" y="2531986"/>
                  </a:lnTo>
                  <a:lnTo>
                    <a:pt x="2197798" y="2556967"/>
                  </a:lnTo>
                  <a:lnTo>
                    <a:pt x="2222779" y="2585732"/>
                  </a:lnTo>
                  <a:lnTo>
                    <a:pt x="2251545" y="2560764"/>
                  </a:lnTo>
                  <a:close/>
                </a:path>
                <a:path w="3550285" h="4082415">
                  <a:moveTo>
                    <a:pt x="2301506" y="2618308"/>
                  </a:moveTo>
                  <a:lnTo>
                    <a:pt x="2276525" y="2589530"/>
                  </a:lnTo>
                  <a:lnTo>
                    <a:pt x="2247747" y="2614511"/>
                  </a:lnTo>
                  <a:lnTo>
                    <a:pt x="2272728" y="2643276"/>
                  </a:lnTo>
                  <a:lnTo>
                    <a:pt x="2301506" y="2618308"/>
                  </a:lnTo>
                  <a:close/>
                </a:path>
                <a:path w="3550285" h="4082415">
                  <a:moveTo>
                    <a:pt x="2351455" y="2675852"/>
                  </a:moveTo>
                  <a:lnTo>
                    <a:pt x="2326475" y="2647073"/>
                  </a:lnTo>
                  <a:lnTo>
                    <a:pt x="2297709" y="2672054"/>
                  </a:lnTo>
                  <a:lnTo>
                    <a:pt x="2322677" y="2700820"/>
                  </a:lnTo>
                  <a:lnTo>
                    <a:pt x="2351455" y="2675852"/>
                  </a:lnTo>
                  <a:close/>
                </a:path>
                <a:path w="3550285" h="4082415">
                  <a:moveTo>
                    <a:pt x="2401405" y="2733395"/>
                  </a:moveTo>
                  <a:lnTo>
                    <a:pt x="2376424" y="2704617"/>
                  </a:lnTo>
                  <a:lnTo>
                    <a:pt x="2347658" y="2729598"/>
                  </a:lnTo>
                  <a:lnTo>
                    <a:pt x="2372626" y="2758376"/>
                  </a:lnTo>
                  <a:lnTo>
                    <a:pt x="2401405" y="2733395"/>
                  </a:lnTo>
                  <a:close/>
                </a:path>
                <a:path w="3550285" h="4082415">
                  <a:moveTo>
                    <a:pt x="2451354" y="2790939"/>
                  </a:moveTo>
                  <a:lnTo>
                    <a:pt x="2426373" y="2762173"/>
                  </a:lnTo>
                  <a:lnTo>
                    <a:pt x="2397607" y="2787142"/>
                  </a:lnTo>
                  <a:lnTo>
                    <a:pt x="2422575" y="2815920"/>
                  </a:lnTo>
                  <a:lnTo>
                    <a:pt x="2451354" y="2790939"/>
                  </a:lnTo>
                  <a:close/>
                </a:path>
                <a:path w="3550285" h="4082415">
                  <a:moveTo>
                    <a:pt x="2501303" y="2848483"/>
                  </a:moveTo>
                  <a:lnTo>
                    <a:pt x="2476322" y="2819717"/>
                  </a:lnTo>
                  <a:lnTo>
                    <a:pt x="2447556" y="2844685"/>
                  </a:lnTo>
                  <a:lnTo>
                    <a:pt x="2472525" y="2873464"/>
                  </a:lnTo>
                  <a:lnTo>
                    <a:pt x="2501303" y="2848483"/>
                  </a:lnTo>
                  <a:close/>
                </a:path>
                <a:path w="3550285" h="4082415">
                  <a:moveTo>
                    <a:pt x="2551252" y="2906026"/>
                  </a:moveTo>
                  <a:lnTo>
                    <a:pt x="2526271" y="2877261"/>
                  </a:lnTo>
                  <a:lnTo>
                    <a:pt x="2497505" y="2902229"/>
                  </a:lnTo>
                  <a:lnTo>
                    <a:pt x="2522474" y="2931007"/>
                  </a:lnTo>
                  <a:lnTo>
                    <a:pt x="2551252" y="2906026"/>
                  </a:lnTo>
                  <a:close/>
                </a:path>
                <a:path w="3550285" h="4082415">
                  <a:moveTo>
                    <a:pt x="2601201" y="2963570"/>
                  </a:moveTo>
                  <a:lnTo>
                    <a:pt x="2576220" y="2934805"/>
                  </a:lnTo>
                  <a:lnTo>
                    <a:pt x="2547455" y="2959773"/>
                  </a:lnTo>
                  <a:lnTo>
                    <a:pt x="2572423" y="2988551"/>
                  </a:lnTo>
                  <a:lnTo>
                    <a:pt x="2601201" y="2963570"/>
                  </a:lnTo>
                  <a:close/>
                </a:path>
                <a:path w="3550285" h="4082415">
                  <a:moveTo>
                    <a:pt x="2651150" y="3021126"/>
                  </a:moveTo>
                  <a:lnTo>
                    <a:pt x="2626182" y="2992348"/>
                  </a:lnTo>
                  <a:lnTo>
                    <a:pt x="2597404" y="3017329"/>
                  </a:lnTo>
                  <a:lnTo>
                    <a:pt x="2622372" y="3046095"/>
                  </a:lnTo>
                  <a:lnTo>
                    <a:pt x="2651150" y="3021126"/>
                  </a:lnTo>
                  <a:close/>
                </a:path>
                <a:path w="3550285" h="4082415">
                  <a:moveTo>
                    <a:pt x="2701099" y="3078670"/>
                  </a:moveTo>
                  <a:lnTo>
                    <a:pt x="2676131" y="3049892"/>
                  </a:lnTo>
                  <a:lnTo>
                    <a:pt x="2647353" y="3074873"/>
                  </a:lnTo>
                  <a:lnTo>
                    <a:pt x="2672334" y="3103638"/>
                  </a:lnTo>
                  <a:lnTo>
                    <a:pt x="2701099" y="3078670"/>
                  </a:lnTo>
                  <a:close/>
                </a:path>
                <a:path w="3550285" h="4082415">
                  <a:moveTo>
                    <a:pt x="2751048" y="3136214"/>
                  </a:moveTo>
                  <a:lnTo>
                    <a:pt x="2726080" y="3107436"/>
                  </a:lnTo>
                  <a:lnTo>
                    <a:pt x="2697302" y="3132417"/>
                  </a:lnTo>
                  <a:lnTo>
                    <a:pt x="2722283" y="3161182"/>
                  </a:lnTo>
                  <a:lnTo>
                    <a:pt x="2751048" y="3136214"/>
                  </a:lnTo>
                  <a:close/>
                </a:path>
                <a:path w="3550285" h="4082415">
                  <a:moveTo>
                    <a:pt x="2800997" y="3193758"/>
                  </a:moveTo>
                  <a:lnTo>
                    <a:pt x="2776029" y="3164979"/>
                  </a:lnTo>
                  <a:lnTo>
                    <a:pt x="2747251" y="3189960"/>
                  </a:lnTo>
                  <a:lnTo>
                    <a:pt x="2772232" y="3218726"/>
                  </a:lnTo>
                  <a:lnTo>
                    <a:pt x="2800997" y="3193758"/>
                  </a:lnTo>
                  <a:close/>
                </a:path>
                <a:path w="3550285" h="4082415">
                  <a:moveTo>
                    <a:pt x="2850946" y="3251301"/>
                  </a:moveTo>
                  <a:lnTo>
                    <a:pt x="2825978" y="3222523"/>
                  </a:lnTo>
                  <a:lnTo>
                    <a:pt x="2797200" y="3247504"/>
                  </a:lnTo>
                  <a:lnTo>
                    <a:pt x="2822181" y="3276282"/>
                  </a:lnTo>
                  <a:lnTo>
                    <a:pt x="2850946" y="3251301"/>
                  </a:lnTo>
                  <a:close/>
                </a:path>
                <a:path w="3550285" h="4082415">
                  <a:moveTo>
                    <a:pt x="2900896" y="3308845"/>
                  </a:moveTo>
                  <a:lnTo>
                    <a:pt x="2875927" y="3280079"/>
                  </a:lnTo>
                  <a:lnTo>
                    <a:pt x="2847149" y="3305048"/>
                  </a:lnTo>
                  <a:lnTo>
                    <a:pt x="2872130" y="3333826"/>
                  </a:lnTo>
                  <a:lnTo>
                    <a:pt x="2900896" y="3308845"/>
                  </a:lnTo>
                  <a:close/>
                </a:path>
                <a:path w="3550285" h="4082415">
                  <a:moveTo>
                    <a:pt x="2950845" y="3366389"/>
                  </a:moveTo>
                  <a:lnTo>
                    <a:pt x="2925876" y="3337623"/>
                  </a:lnTo>
                  <a:lnTo>
                    <a:pt x="2897098" y="3362591"/>
                  </a:lnTo>
                  <a:lnTo>
                    <a:pt x="2922079" y="3391370"/>
                  </a:lnTo>
                  <a:lnTo>
                    <a:pt x="2950845" y="3366389"/>
                  </a:lnTo>
                  <a:close/>
                </a:path>
                <a:path w="3550285" h="4082415">
                  <a:moveTo>
                    <a:pt x="3000806" y="3423932"/>
                  </a:moveTo>
                  <a:lnTo>
                    <a:pt x="2975826" y="3395167"/>
                  </a:lnTo>
                  <a:lnTo>
                    <a:pt x="2947047" y="3420135"/>
                  </a:lnTo>
                  <a:lnTo>
                    <a:pt x="2972028" y="3448913"/>
                  </a:lnTo>
                  <a:lnTo>
                    <a:pt x="3000806" y="3423932"/>
                  </a:lnTo>
                  <a:close/>
                </a:path>
                <a:path w="3550285" h="4082415">
                  <a:moveTo>
                    <a:pt x="3050756" y="3481476"/>
                  </a:moveTo>
                  <a:lnTo>
                    <a:pt x="3025775" y="3452711"/>
                  </a:lnTo>
                  <a:lnTo>
                    <a:pt x="2997009" y="3477679"/>
                  </a:lnTo>
                  <a:lnTo>
                    <a:pt x="3021977" y="3506457"/>
                  </a:lnTo>
                  <a:lnTo>
                    <a:pt x="3050756" y="3481476"/>
                  </a:lnTo>
                  <a:close/>
                </a:path>
                <a:path w="3550285" h="4082415">
                  <a:moveTo>
                    <a:pt x="3100705" y="3539032"/>
                  </a:moveTo>
                  <a:lnTo>
                    <a:pt x="3075724" y="3510254"/>
                  </a:lnTo>
                  <a:lnTo>
                    <a:pt x="3046958" y="3535235"/>
                  </a:lnTo>
                  <a:lnTo>
                    <a:pt x="3071926" y="3564001"/>
                  </a:lnTo>
                  <a:lnTo>
                    <a:pt x="3100705" y="3539032"/>
                  </a:lnTo>
                  <a:close/>
                </a:path>
                <a:path w="3550285" h="4082415">
                  <a:moveTo>
                    <a:pt x="3150654" y="3596576"/>
                  </a:moveTo>
                  <a:lnTo>
                    <a:pt x="3125673" y="3567798"/>
                  </a:lnTo>
                  <a:lnTo>
                    <a:pt x="3096907" y="3592779"/>
                  </a:lnTo>
                  <a:lnTo>
                    <a:pt x="3121876" y="3621544"/>
                  </a:lnTo>
                  <a:lnTo>
                    <a:pt x="3150654" y="3596576"/>
                  </a:lnTo>
                  <a:close/>
                </a:path>
                <a:path w="3550285" h="4082415">
                  <a:moveTo>
                    <a:pt x="3200603" y="3654120"/>
                  </a:moveTo>
                  <a:lnTo>
                    <a:pt x="3175622" y="3625342"/>
                  </a:lnTo>
                  <a:lnTo>
                    <a:pt x="3146856" y="3650323"/>
                  </a:lnTo>
                  <a:lnTo>
                    <a:pt x="3171825" y="3679088"/>
                  </a:lnTo>
                  <a:lnTo>
                    <a:pt x="3200603" y="3654120"/>
                  </a:lnTo>
                  <a:close/>
                </a:path>
                <a:path w="3550285" h="4082415">
                  <a:moveTo>
                    <a:pt x="3250552" y="3711664"/>
                  </a:moveTo>
                  <a:lnTo>
                    <a:pt x="3225571" y="3682885"/>
                  </a:lnTo>
                  <a:lnTo>
                    <a:pt x="3196806" y="3707866"/>
                  </a:lnTo>
                  <a:lnTo>
                    <a:pt x="3221774" y="3736632"/>
                  </a:lnTo>
                  <a:lnTo>
                    <a:pt x="3250552" y="3711664"/>
                  </a:lnTo>
                  <a:close/>
                </a:path>
                <a:path w="3550285" h="4082415">
                  <a:moveTo>
                    <a:pt x="3300501" y="3769207"/>
                  </a:moveTo>
                  <a:lnTo>
                    <a:pt x="3275520" y="3740429"/>
                  </a:lnTo>
                  <a:lnTo>
                    <a:pt x="3246755" y="3765410"/>
                  </a:lnTo>
                  <a:lnTo>
                    <a:pt x="3271723" y="3794188"/>
                  </a:lnTo>
                  <a:lnTo>
                    <a:pt x="3300501" y="3769207"/>
                  </a:lnTo>
                  <a:close/>
                </a:path>
                <a:path w="3550285" h="4082415">
                  <a:moveTo>
                    <a:pt x="3350450" y="3826751"/>
                  </a:moveTo>
                  <a:lnTo>
                    <a:pt x="3325482" y="3797985"/>
                  </a:lnTo>
                  <a:lnTo>
                    <a:pt x="3296704" y="3822954"/>
                  </a:lnTo>
                  <a:lnTo>
                    <a:pt x="3321685" y="3851732"/>
                  </a:lnTo>
                  <a:lnTo>
                    <a:pt x="3350450" y="3826751"/>
                  </a:lnTo>
                  <a:close/>
                </a:path>
                <a:path w="3550285" h="4082415">
                  <a:moveTo>
                    <a:pt x="3400399" y="3884295"/>
                  </a:moveTo>
                  <a:lnTo>
                    <a:pt x="3375431" y="3855529"/>
                  </a:lnTo>
                  <a:lnTo>
                    <a:pt x="3346653" y="3880497"/>
                  </a:lnTo>
                  <a:lnTo>
                    <a:pt x="3371634" y="3909276"/>
                  </a:lnTo>
                  <a:lnTo>
                    <a:pt x="3400399" y="3884295"/>
                  </a:lnTo>
                  <a:close/>
                </a:path>
                <a:path w="3550285" h="4082415">
                  <a:moveTo>
                    <a:pt x="3450348" y="3941838"/>
                  </a:moveTo>
                  <a:lnTo>
                    <a:pt x="3425380" y="3913073"/>
                  </a:lnTo>
                  <a:lnTo>
                    <a:pt x="3396602" y="3938041"/>
                  </a:lnTo>
                  <a:lnTo>
                    <a:pt x="3421583" y="3966819"/>
                  </a:lnTo>
                  <a:lnTo>
                    <a:pt x="3450348" y="3941838"/>
                  </a:lnTo>
                  <a:close/>
                </a:path>
                <a:path w="3550285" h="4082415">
                  <a:moveTo>
                    <a:pt x="3500297" y="3999382"/>
                  </a:moveTo>
                  <a:lnTo>
                    <a:pt x="3475329" y="3970617"/>
                  </a:lnTo>
                  <a:lnTo>
                    <a:pt x="3446551" y="3995585"/>
                  </a:lnTo>
                  <a:lnTo>
                    <a:pt x="3471532" y="4024363"/>
                  </a:lnTo>
                  <a:lnTo>
                    <a:pt x="3500297" y="3999382"/>
                  </a:lnTo>
                  <a:close/>
                </a:path>
                <a:path w="3550285" h="4082415">
                  <a:moveTo>
                    <a:pt x="3550247" y="4056938"/>
                  </a:moveTo>
                  <a:lnTo>
                    <a:pt x="3525278" y="4028160"/>
                  </a:lnTo>
                  <a:lnTo>
                    <a:pt x="3496500" y="4053128"/>
                  </a:lnTo>
                  <a:lnTo>
                    <a:pt x="3521481" y="4081907"/>
                  </a:lnTo>
                  <a:lnTo>
                    <a:pt x="3550247" y="4056938"/>
                  </a:lnTo>
                  <a:close/>
                </a:path>
              </a:pathLst>
            </a:custGeom>
            <a:solidFill>
              <a:srgbClr val="000000">
                <a:alpha val="2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073140" y="6944093"/>
              <a:ext cx="1341755" cy="1537335"/>
            </a:xfrm>
            <a:custGeom>
              <a:avLst/>
              <a:gdLst/>
              <a:ahLst/>
              <a:cxnLst/>
              <a:rect l="l" t="t" r="r" b="b"/>
              <a:pathLst>
                <a:path w="1341754" h="1537334">
                  <a:moveTo>
                    <a:pt x="53746" y="28778"/>
                  </a:moveTo>
                  <a:lnTo>
                    <a:pt x="28778" y="0"/>
                  </a:lnTo>
                  <a:lnTo>
                    <a:pt x="0" y="24968"/>
                  </a:lnTo>
                  <a:lnTo>
                    <a:pt x="24980" y="53746"/>
                  </a:lnTo>
                  <a:lnTo>
                    <a:pt x="53746" y="28778"/>
                  </a:lnTo>
                  <a:close/>
                </a:path>
                <a:path w="1341754" h="1537334">
                  <a:moveTo>
                    <a:pt x="103695" y="86321"/>
                  </a:moveTo>
                  <a:lnTo>
                    <a:pt x="78727" y="57543"/>
                  </a:lnTo>
                  <a:lnTo>
                    <a:pt x="49949" y="82524"/>
                  </a:lnTo>
                  <a:lnTo>
                    <a:pt x="74930" y="111290"/>
                  </a:lnTo>
                  <a:lnTo>
                    <a:pt x="103695" y="86321"/>
                  </a:lnTo>
                  <a:close/>
                </a:path>
                <a:path w="1341754" h="1537334">
                  <a:moveTo>
                    <a:pt x="153657" y="143865"/>
                  </a:moveTo>
                  <a:lnTo>
                    <a:pt x="128676" y="115087"/>
                  </a:lnTo>
                  <a:lnTo>
                    <a:pt x="99898" y="140068"/>
                  </a:lnTo>
                  <a:lnTo>
                    <a:pt x="124879" y="168833"/>
                  </a:lnTo>
                  <a:lnTo>
                    <a:pt x="153657" y="143865"/>
                  </a:lnTo>
                  <a:close/>
                </a:path>
                <a:path w="1341754" h="1537334">
                  <a:moveTo>
                    <a:pt x="203606" y="201409"/>
                  </a:moveTo>
                  <a:lnTo>
                    <a:pt x="178625" y="172631"/>
                  </a:lnTo>
                  <a:lnTo>
                    <a:pt x="149860" y="197612"/>
                  </a:lnTo>
                  <a:lnTo>
                    <a:pt x="174828" y="226377"/>
                  </a:lnTo>
                  <a:lnTo>
                    <a:pt x="203606" y="201409"/>
                  </a:lnTo>
                  <a:close/>
                </a:path>
                <a:path w="1341754" h="1537334">
                  <a:moveTo>
                    <a:pt x="253555" y="258953"/>
                  </a:moveTo>
                  <a:lnTo>
                    <a:pt x="228574" y="230174"/>
                  </a:lnTo>
                  <a:lnTo>
                    <a:pt x="199809" y="255155"/>
                  </a:lnTo>
                  <a:lnTo>
                    <a:pt x="224777" y="283921"/>
                  </a:lnTo>
                  <a:lnTo>
                    <a:pt x="253555" y="258953"/>
                  </a:lnTo>
                  <a:close/>
                </a:path>
                <a:path w="1341754" h="1537334">
                  <a:moveTo>
                    <a:pt x="303504" y="316496"/>
                  </a:moveTo>
                  <a:lnTo>
                    <a:pt x="278523" y="287718"/>
                  </a:lnTo>
                  <a:lnTo>
                    <a:pt x="249758" y="312699"/>
                  </a:lnTo>
                  <a:lnTo>
                    <a:pt x="274726" y="341477"/>
                  </a:lnTo>
                  <a:lnTo>
                    <a:pt x="303504" y="316496"/>
                  </a:lnTo>
                  <a:close/>
                </a:path>
                <a:path w="1341754" h="1537334">
                  <a:moveTo>
                    <a:pt x="353453" y="374040"/>
                  </a:moveTo>
                  <a:lnTo>
                    <a:pt x="328472" y="345274"/>
                  </a:lnTo>
                  <a:lnTo>
                    <a:pt x="299707" y="370243"/>
                  </a:lnTo>
                  <a:lnTo>
                    <a:pt x="324675" y="399021"/>
                  </a:lnTo>
                  <a:lnTo>
                    <a:pt x="353453" y="374040"/>
                  </a:lnTo>
                  <a:close/>
                </a:path>
                <a:path w="1341754" h="1537334">
                  <a:moveTo>
                    <a:pt x="403402" y="431584"/>
                  </a:moveTo>
                  <a:lnTo>
                    <a:pt x="378421" y="402818"/>
                  </a:lnTo>
                  <a:lnTo>
                    <a:pt x="349656" y="427786"/>
                  </a:lnTo>
                  <a:lnTo>
                    <a:pt x="374624" y="456565"/>
                  </a:lnTo>
                  <a:lnTo>
                    <a:pt x="403402" y="431584"/>
                  </a:lnTo>
                  <a:close/>
                </a:path>
                <a:path w="1341754" h="1537334">
                  <a:moveTo>
                    <a:pt x="453351" y="489127"/>
                  </a:moveTo>
                  <a:lnTo>
                    <a:pt x="428371" y="460362"/>
                  </a:lnTo>
                  <a:lnTo>
                    <a:pt x="399605" y="485330"/>
                  </a:lnTo>
                  <a:lnTo>
                    <a:pt x="424573" y="514108"/>
                  </a:lnTo>
                  <a:lnTo>
                    <a:pt x="453351" y="489127"/>
                  </a:lnTo>
                  <a:close/>
                </a:path>
                <a:path w="1341754" h="1537334">
                  <a:moveTo>
                    <a:pt x="503301" y="546671"/>
                  </a:moveTo>
                  <a:lnTo>
                    <a:pt x="478320" y="517906"/>
                  </a:lnTo>
                  <a:lnTo>
                    <a:pt x="449554" y="542874"/>
                  </a:lnTo>
                  <a:lnTo>
                    <a:pt x="474522" y="571652"/>
                  </a:lnTo>
                  <a:lnTo>
                    <a:pt x="503301" y="546671"/>
                  </a:lnTo>
                  <a:close/>
                </a:path>
                <a:path w="1341754" h="1537334">
                  <a:moveTo>
                    <a:pt x="553250" y="604227"/>
                  </a:moveTo>
                  <a:lnTo>
                    <a:pt x="528281" y="575449"/>
                  </a:lnTo>
                  <a:lnTo>
                    <a:pt x="499503" y="600430"/>
                  </a:lnTo>
                  <a:lnTo>
                    <a:pt x="524484" y="629196"/>
                  </a:lnTo>
                  <a:lnTo>
                    <a:pt x="553250" y="604227"/>
                  </a:lnTo>
                  <a:close/>
                </a:path>
                <a:path w="1341754" h="1537334">
                  <a:moveTo>
                    <a:pt x="603199" y="661771"/>
                  </a:moveTo>
                  <a:lnTo>
                    <a:pt x="578231" y="632993"/>
                  </a:lnTo>
                  <a:lnTo>
                    <a:pt x="549452" y="657974"/>
                  </a:lnTo>
                  <a:lnTo>
                    <a:pt x="574433" y="686739"/>
                  </a:lnTo>
                  <a:lnTo>
                    <a:pt x="603199" y="661771"/>
                  </a:lnTo>
                  <a:close/>
                </a:path>
                <a:path w="1341754" h="1537334">
                  <a:moveTo>
                    <a:pt x="653148" y="719315"/>
                  </a:moveTo>
                  <a:lnTo>
                    <a:pt x="628180" y="690537"/>
                  </a:lnTo>
                  <a:lnTo>
                    <a:pt x="599401" y="715518"/>
                  </a:lnTo>
                  <a:lnTo>
                    <a:pt x="624382" y="744283"/>
                  </a:lnTo>
                  <a:lnTo>
                    <a:pt x="653148" y="719315"/>
                  </a:lnTo>
                  <a:close/>
                </a:path>
                <a:path w="1341754" h="1537334">
                  <a:moveTo>
                    <a:pt x="703097" y="776859"/>
                  </a:moveTo>
                  <a:lnTo>
                    <a:pt x="678129" y="748080"/>
                  </a:lnTo>
                  <a:lnTo>
                    <a:pt x="649351" y="773061"/>
                  </a:lnTo>
                  <a:lnTo>
                    <a:pt x="674331" y="801827"/>
                  </a:lnTo>
                  <a:lnTo>
                    <a:pt x="703097" y="776859"/>
                  </a:lnTo>
                  <a:close/>
                </a:path>
                <a:path w="1341754" h="1537334">
                  <a:moveTo>
                    <a:pt x="753046" y="834402"/>
                  </a:moveTo>
                  <a:lnTo>
                    <a:pt x="728078" y="805624"/>
                  </a:lnTo>
                  <a:lnTo>
                    <a:pt x="699300" y="830605"/>
                  </a:lnTo>
                  <a:lnTo>
                    <a:pt x="724281" y="859383"/>
                  </a:lnTo>
                  <a:lnTo>
                    <a:pt x="753046" y="834402"/>
                  </a:lnTo>
                  <a:close/>
                </a:path>
                <a:path w="1341754" h="1537334">
                  <a:moveTo>
                    <a:pt x="802995" y="891946"/>
                  </a:moveTo>
                  <a:lnTo>
                    <a:pt x="778027" y="863180"/>
                  </a:lnTo>
                  <a:lnTo>
                    <a:pt x="749249" y="888149"/>
                  </a:lnTo>
                  <a:lnTo>
                    <a:pt x="774230" y="916927"/>
                  </a:lnTo>
                  <a:lnTo>
                    <a:pt x="802995" y="891946"/>
                  </a:lnTo>
                  <a:close/>
                </a:path>
                <a:path w="1341754" h="1537334">
                  <a:moveTo>
                    <a:pt x="852957" y="949490"/>
                  </a:moveTo>
                  <a:lnTo>
                    <a:pt x="827976" y="920724"/>
                  </a:lnTo>
                  <a:lnTo>
                    <a:pt x="799198" y="945692"/>
                  </a:lnTo>
                  <a:lnTo>
                    <a:pt x="824179" y="974471"/>
                  </a:lnTo>
                  <a:lnTo>
                    <a:pt x="852957" y="949490"/>
                  </a:lnTo>
                  <a:close/>
                </a:path>
                <a:path w="1341754" h="1537334">
                  <a:moveTo>
                    <a:pt x="902906" y="1007033"/>
                  </a:moveTo>
                  <a:lnTo>
                    <a:pt x="877925" y="978268"/>
                  </a:lnTo>
                  <a:lnTo>
                    <a:pt x="849160" y="1003236"/>
                  </a:lnTo>
                  <a:lnTo>
                    <a:pt x="874128" y="1032014"/>
                  </a:lnTo>
                  <a:lnTo>
                    <a:pt x="902906" y="1007033"/>
                  </a:lnTo>
                  <a:close/>
                </a:path>
                <a:path w="1341754" h="1537334">
                  <a:moveTo>
                    <a:pt x="952855" y="1064577"/>
                  </a:moveTo>
                  <a:lnTo>
                    <a:pt x="927874" y="1035812"/>
                  </a:lnTo>
                  <a:lnTo>
                    <a:pt x="899109" y="1060780"/>
                  </a:lnTo>
                  <a:lnTo>
                    <a:pt x="924077" y="1089558"/>
                  </a:lnTo>
                  <a:lnTo>
                    <a:pt x="952855" y="1064577"/>
                  </a:lnTo>
                  <a:close/>
                </a:path>
                <a:path w="1341754" h="1537334">
                  <a:moveTo>
                    <a:pt x="1002804" y="1122133"/>
                  </a:moveTo>
                  <a:lnTo>
                    <a:pt x="977823" y="1093355"/>
                  </a:lnTo>
                  <a:lnTo>
                    <a:pt x="949058" y="1118336"/>
                  </a:lnTo>
                  <a:lnTo>
                    <a:pt x="974026" y="1147102"/>
                  </a:lnTo>
                  <a:lnTo>
                    <a:pt x="1002804" y="1122133"/>
                  </a:lnTo>
                  <a:close/>
                </a:path>
                <a:path w="1341754" h="1537334">
                  <a:moveTo>
                    <a:pt x="1052753" y="1179677"/>
                  </a:moveTo>
                  <a:lnTo>
                    <a:pt x="1027772" y="1150899"/>
                  </a:lnTo>
                  <a:lnTo>
                    <a:pt x="999007" y="1175880"/>
                  </a:lnTo>
                  <a:lnTo>
                    <a:pt x="1023975" y="1204645"/>
                  </a:lnTo>
                  <a:lnTo>
                    <a:pt x="1052753" y="1179677"/>
                  </a:lnTo>
                  <a:close/>
                </a:path>
                <a:path w="1341754" h="1537334">
                  <a:moveTo>
                    <a:pt x="1102702" y="1237221"/>
                  </a:moveTo>
                  <a:lnTo>
                    <a:pt x="1077722" y="1208443"/>
                  </a:lnTo>
                  <a:lnTo>
                    <a:pt x="1048956" y="1233424"/>
                  </a:lnTo>
                  <a:lnTo>
                    <a:pt x="1073924" y="1262189"/>
                  </a:lnTo>
                  <a:lnTo>
                    <a:pt x="1102702" y="1237221"/>
                  </a:lnTo>
                  <a:close/>
                </a:path>
                <a:path w="1341754" h="1537334">
                  <a:moveTo>
                    <a:pt x="1152652" y="1294765"/>
                  </a:moveTo>
                  <a:lnTo>
                    <a:pt x="1127671" y="1265986"/>
                  </a:lnTo>
                  <a:lnTo>
                    <a:pt x="1098905" y="1290967"/>
                  </a:lnTo>
                  <a:lnTo>
                    <a:pt x="1123873" y="1319733"/>
                  </a:lnTo>
                  <a:lnTo>
                    <a:pt x="1152652" y="1294765"/>
                  </a:lnTo>
                  <a:close/>
                </a:path>
                <a:path w="1341754" h="1537334">
                  <a:moveTo>
                    <a:pt x="1202601" y="1352308"/>
                  </a:moveTo>
                  <a:lnTo>
                    <a:pt x="1177632" y="1323530"/>
                  </a:lnTo>
                  <a:lnTo>
                    <a:pt x="1148854" y="1348511"/>
                  </a:lnTo>
                  <a:lnTo>
                    <a:pt x="1173835" y="1377289"/>
                  </a:lnTo>
                  <a:lnTo>
                    <a:pt x="1202601" y="1352308"/>
                  </a:lnTo>
                  <a:close/>
                </a:path>
                <a:path w="1341754" h="1537334">
                  <a:moveTo>
                    <a:pt x="1252550" y="1409852"/>
                  </a:moveTo>
                  <a:lnTo>
                    <a:pt x="1227582" y="1381086"/>
                  </a:lnTo>
                  <a:lnTo>
                    <a:pt x="1198803" y="1406055"/>
                  </a:lnTo>
                  <a:lnTo>
                    <a:pt x="1223784" y="1434833"/>
                  </a:lnTo>
                  <a:lnTo>
                    <a:pt x="1252550" y="1409852"/>
                  </a:lnTo>
                  <a:close/>
                </a:path>
                <a:path w="1341754" h="1537334">
                  <a:moveTo>
                    <a:pt x="1302499" y="1467396"/>
                  </a:moveTo>
                  <a:lnTo>
                    <a:pt x="1277531" y="1438630"/>
                  </a:lnTo>
                  <a:lnTo>
                    <a:pt x="1248752" y="1463598"/>
                  </a:lnTo>
                  <a:lnTo>
                    <a:pt x="1273733" y="1492377"/>
                  </a:lnTo>
                  <a:lnTo>
                    <a:pt x="1302499" y="1467396"/>
                  </a:lnTo>
                  <a:close/>
                </a:path>
                <a:path w="1341754" h="1537334">
                  <a:moveTo>
                    <a:pt x="1341183" y="1511973"/>
                  </a:moveTo>
                  <a:lnTo>
                    <a:pt x="1327480" y="1496174"/>
                  </a:lnTo>
                  <a:lnTo>
                    <a:pt x="1298702" y="1521142"/>
                  </a:lnTo>
                  <a:lnTo>
                    <a:pt x="1312418" y="1536941"/>
                  </a:lnTo>
                  <a:lnTo>
                    <a:pt x="1341183" y="1511973"/>
                  </a:lnTo>
                  <a:close/>
                </a:path>
              </a:pathLst>
            </a:custGeom>
            <a:solidFill>
              <a:srgbClr val="000000">
                <a:alpha val="2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306839" y="8373533"/>
              <a:ext cx="93345" cy="95250"/>
            </a:xfrm>
            <a:custGeom>
              <a:avLst/>
              <a:gdLst/>
              <a:ahLst/>
              <a:cxnLst/>
              <a:rect l="l" t="t" r="r" b="b"/>
              <a:pathLst>
                <a:path w="93345" h="95250">
                  <a:moveTo>
                    <a:pt x="86317" y="0"/>
                  </a:moveTo>
                  <a:lnTo>
                    <a:pt x="93108" y="95007"/>
                  </a:lnTo>
                  <a:lnTo>
                    <a:pt x="0" y="74925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6744208" y="2920377"/>
              <a:ext cx="1895475" cy="3983354"/>
            </a:xfrm>
            <a:custGeom>
              <a:avLst/>
              <a:gdLst/>
              <a:ahLst/>
              <a:cxnLst/>
              <a:rect l="l" t="t" r="r" b="b"/>
              <a:pathLst>
                <a:path w="1895475" h="3983354">
                  <a:moveTo>
                    <a:pt x="50673" y="34493"/>
                  </a:moveTo>
                  <a:lnTo>
                    <a:pt x="34493" y="0"/>
                  </a:lnTo>
                  <a:lnTo>
                    <a:pt x="0" y="16179"/>
                  </a:lnTo>
                  <a:lnTo>
                    <a:pt x="16179" y="50673"/>
                  </a:lnTo>
                  <a:lnTo>
                    <a:pt x="50673" y="34493"/>
                  </a:lnTo>
                  <a:close/>
                </a:path>
                <a:path w="1895475" h="3983354">
                  <a:moveTo>
                    <a:pt x="83032" y="103479"/>
                  </a:moveTo>
                  <a:lnTo>
                    <a:pt x="66852" y="68986"/>
                  </a:lnTo>
                  <a:lnTo>
                    <a:pt x="32359" y="85166"/>
                  </a:lnTo>
                  <a:lnTo>
                    <a:pt x="48539" y="119659"/>
                  </a:lnTo>
                  <a:lnTo>
                    <a:pt x="83032" y="103479"/>
                  </a:lnTo>
                  <a:close/>
                </a:path>
                <a:path w="1895475" h="3983354">
                  <a:moveTo>
                    <a:pt x="115392" y="172466"/>
                  </a:moveTo>
                  <a:lnTo>
                    <a:pt x="99212" y="137972"/>
                  </a:lnTo>
                  <a:lnTo>
                    <a:pt x="64719" y="154152"/>
                  </a:lnTo>
                  <a:lnTo>
                    <a:pt x="80899" y="188645"/>
                  </a:lnTo>
                  <a:lnTo>
                    <a:pt x="115392" y="172466"/>
                  </a:lnTo>
                  <a:close/>
                </a:path>
                <a:path w="1895475" h="3983354">
                  <a:moveTo>
                    <a:pt x="147751" y="241452"/>
                  </a:moveTo>
                  <a:lnTo>
                    <a:pt x="131572" y="206959"/>
                  </a:lnTo>
                  <a:lnTo>
                    <a:pt x="97078" y="223139"/>
                  </a:lnTo>
                  <a:lnTo>
                    <a:pt x="113258" y="257632"/>
                  </a:lnTo>
                  <a:lnTo>
                    <a:pt x="147751" y="241452"/>
                  </a:lnTo>
                  <a:close/>
                </a:path>
                <a:path w="1895475" h="3983354">
                  <a:moveTo>
                    <a:pt x="180111" y="310438"/>
                  </a:moveTo>
                  <a:lnTo>
                    <a:pt x="163931" y="275945"/>
                  </a:lnTo>
                  <a:lnTo>
                    <a:pt x="129438" y="292125"/>
                  </a:lnTo>
                  <a:lnTo>
                    <a:pt x="145618" y="326618"/>
                  </a:lnTo>
                  <a:lnTo>
                    <a:pt x="180111" y="310438"/>
                  </a:lnTo>
                  <a:close/>
                </a:path>
                <a:path w="1895475" h="3983354">
                  <a:moveTo>
                    <a:pt x="212471" y="379425"/>
                  </a:moveTo>
                  <a:lnTo>
                    <a:pt x="196291" y="344932"/>
                  </a:lnTo>
                  <a:lnTo>
                    <a:pt x="161798" y="361111"/>
                  </a:lnTo>
                  <a:lnTo>
                    <a:pt x="177977" y="395605"/>
                  </a:lnTo>
                  <a:lnTo>
                    <a:pt x="212471" y="379425"/>
                  </a:lnTo>
                  <a:close/>
                </a:path>
                <a:path w="1895475" h="3983354">
                  <a:moveTo>
                    <a:pt x="244830" y="448411"/>
                  </a:moveTo>
                  <a:lnTo>
                    <a:pt x="228650" y="413918"/>
                  </a:lnTo>
                  <a:lnTo>
                    <a:pt x="194157" y="430098"/>
                  </a:lnTo>
                  <a:lnTo>
                    <a:pt x="210337" y="464591"/>
                  </a:lnTo>
                  <a:lnTo>
                    <a:pt x="244830" y="448411"/>
                  </a:lnTo>
                  <a:close/>
                </a:path>
                <a:path w="1895475" h="3983354">
                  <a:moveTo>
                    <a:pt x="277190" y="517398"/>
                  </a:moveTo>
                  <a:lnTo>
                    <a:pt x="261010" y="482904"/>
                  </a:lnTo>
                  <a:lnTo>
                    <a:pt x="226517" y="499084"/>
                  </a:lnTo>
                  <a:lnTo>
                    <a:pt x="242697" y="533577"/>
                  </a:lnTo>
                  <a:lnTo>
                    <a:pt x="277190" y="517398"/>
                  </a:lnTo>
                  <a:close/>
                </a:path>
                <a:path w="1895475" h="3983354">
                  <a:moveTo>
                    <a:pt x="309549" y="586384"/>
                  </a:moveTo>
                  <a:lnTo>
                    <a:pt x="293370" y="551891"/>
                  </a:lnTo>
                  <a:lnTo>
                    <a:pt x="258876" y="568071"/>
                  </a:lnTo>
                  <a:lnTo>
                    <a:pt x="275056" y="602564"/>
                  </a:lnTo>
                  <a:lnTo>
                    <a:pt x="309549" y="586384"/>
                  </a:lnTo>
                  <a:close/>
                </a:path>
                <a:path w="1895475" h="3983354">
                  <a:moveTo>
                    <a:pt x="341909" y="655370"/>
                  </a:moveTo>
                  <a:lnTo>
                    <a:pt x="325729" y="620877"/>
                  </a:lnTo>
                  <a:lnTo>
                    <a:pt x="291236" y="637057"/>
                  </a:lnTo>
                  <a:lnTo>
                    <a:pt x="307416" y="671550"/>
                  </a:lnTo>
                  <a:lnTo>
                    <a:pt x="341909" y="655370"/>
                  </a:lnTo>
                  <a:close/>
                </a:path>
                <a:path w="1895475" h="3983354">
                  <a:moveTo>
                    <a:pt x="374269" y="724357"/>
                  </a:moveTo>
                  <a:lnTo>
                    <a:pt x="358089" y="689864"/>
                  </a:lnTo>
                  <a:lnTo>
                    <a:pt x="323596" y="706043"/>
                  </a:lnTo>
                  <a:lnTo>
                    <a:pt x="339775" y="740537"/>
                  </a:lnTo>
                  <a:lnTo>
                    <a:pt x="374269" y="724357"/>
                  </a:lnTo>
                  <a:close/>
                </a:path>
                <a:path w="1895475" h="3983354">
                  <a:moveTo>
                    <a:pt x="406641" y="793343"/>
                  </a:moveTo>
                  <a:lnTo>
                    <a:pt x="390448" y="758850"/>
                  </a:lnTo>
                  <a:lnTo>
                    <a:pt x="355955" y="775030"/>
                  </a:lnTo>
                  <a:lnTo>
                    <a:pt x="372148" y="809523"/>
                  </a:lnTo>
                  <a:lnTo>
                    <a:pt x="406641" y="793343"/>
                  </a:lnTo>
                  <a:close/>
                </a:path>
                <a:path w="1895475" h="3983354">
                  <a:moveTo>
                    <a:pt x="439000" y="862330"/>
                  </a:moveTo>
                  <a:lnTo>
                    <a:pt x="422821" y="827836"/>
                  </a:lnTo>
                  <a:lnTo>
                    <a:pt x="388327" y="844016"/>
                  </a:lnTo>
                  <a:lnTo>
                    <a:pt x="404507" y="878509"/>
                  </a:lnTo>
                  <a:lnTo>
                    <a:pt x="439000" y="862330"/>
                  </a:lnTo>
                  <a:close/>
                </a:path>
                <a:path w="1895475" h="3983354">
                  <a:moveTo>
                    <a:pt x="471360" y="931316"/>
                  </a:moveTo>
                  <a:lnTo>
                    <a:pt x="455180" y="896823"/>
                  </a:lnTo>
                  <a:lnTo>
                    <a:pt x="420687" y="913003"/>
                  </a:lnTo>
                  <a:lnTo>
                    <a:pt x="436867" y="947496"/>
                  </a:lnTo>
                  <a:lnTo>
                    <a:pt x="471360" y="931316"/>
                  </a:lnTo>
                  <a:close/>
                </a:path>
                <a:path w="1895475" h="3983354">
                  <a:moveTo>
                    <a:pt x="503720" y="1000302"/>
                  </a:moveTo>
                  <a:lnTo>
                    <a:pt x="487540" y="965809"/>
                  </a:lnTo>
                  <a:lnTo>
                    <a:pt x="453047" y="981989"/>
                  </a:lnTo>
                  <a:lnTo>
                    <a:pt x="469226" y="1016482"/>
                  </a:lnTo>
                  <a:lnTo>
                    <a:pt x="503720" y="1000302"/>
                  </a:lnTo>
                  <a:close/>
                </a:path>
                <a:path w="1895475" h="3983354">
                  <a:moveTo>
                    <a:pt x="536079" y="1069289"/>
                  </a:moveTo>
                  <a:lnTo>
                    <a:pt x="519899" y="1034796"/>
                  </a:lnTo>
                  <a:lnTo>
                    <a:pt x="485406" y="1050975"/>
                  </a:lnTo>
                  <a:lnTo>
                    <a:pt x="501586" y="1085481"/>
                  </a:lnTo>
                  <a:lnTo>
                    <a:pt x="536079" y="1069289"/>
                  </a:lnTo>
                  <a:close/>
                </a:path>
                <a:path w="1895475" h="3983354">
                  <a:moveTo>
                    <a:pt x="568439" y="1138288"/>
                  </a:moveTo>
                  <a:lnTo>
                    <a:pt x="552259" y="1103795"/>
                  </a:lnTo>
                  <a:lnTo>
                    <a:pt x="517766" y="1119974"/>
                  </a:lnTo>
                  <a:lnTo>
                    <a:pt x="533946" y="1154468"/>
                  </a:lnTo>
                  <a:lnTo>
                    <a:pt x="568439" y="1138288"/>
                  </a:lnTo>
                  <a:close/>
                </a:path>
                <a:path w="1895475" h="3983354">
                  <a:moveTo>
                    <a:pt x="600798" y="1207274"/>
                  </a:moveTo>
                  <a:lnTo>
                    <a:pt x="584619" y="1172781"/>
                  </a:lnTo>
                  <a:lnTo>
                    <a:pt x="550125" y="1188961"/>
                  </a:lnTo>
                  <a:lnTo>
                    <a:pt x="566305" y="1223454"/>
                  </a:lnTo>
                  <a:lnTo>
                    <a:pt x="600798" y="1207274"/>
                  </a:lnTo>
                  <a:close/>
                </a:path>
                <a:path w="1895475" h="3983354">
                  <a:moveTo>
                    <a:pt x="633158" y="1276261"/>
                  </a:moveTo>
                  <a:lnTo>
                    <a:pt x="616978" y="1241767"/>
                  </a:lnTo>
                  <a:lnTo>
                    <a:pt x="582485" y="1257947"/>
                  </a:lnTo>
                  <a:lnTo>
                    <a:pt x="598665" y="1292440"/>
                  </a:lnTo>
                  <a:lnTo>
                    <a:pt x="633158" y="1276261"/>
                  </a:lnTo>
                  <a:close/>
                </a:path>
                <a:path w="1895475" h="3983354">
                  <a:moveTo>
                    <a:pt x="665518" y="1345247"/>
                  </a:moveTo>
                  <a:lnTo>
                    <a:pt x="649338" y="1310754"/>
                  </a:lnTo>
                  <a:lnTo>
                    <a:pt x="614845" y="1326934"/>
                  </a:lnTo>
                  <a:lnTo>
                    <a:pt x="631024" y="1361427"/>
                  </a:lnTo>
                  <a:lnTo>
                    <a:pt x="665518" y="1345247"/>
                  </a:lnTo>
                  <a:close/>
                </a:path>
                <a:path w="1895475" h="3983354">
                  <a:moveTo>
                    <a:pt x="697877" y="1414233"/>
                  </a:moveTo>
                  <a:lnTo>
                    <a:pt x="681697" y="1379740"/>
                  </a:lnTo>
                  <a:lnTo>
                    <a:pt x="647204" y="1395920"/>
                  </a:lnTo>
                  <a:lnTo>
                    <a:pt x="663384" y="1430413"/>
                  </a:lnTo>
                  <a:lnTo>
                    <a:pt x="697877" y="1414233"/>
                  </a:lnTo>
                  <a:close/>
                </a:path>
                <a:path w="1895475" h="3983354">
                  <a:moveTo>
                    <a:pt x="730237" y="1483220"/>
                  </a:moveTo>
                  <a:lnTo>
                    <a:pt x="714057" y="1448727"/>
                  </a:lnTo>
                  <a:lnTo>
                    <a:pt x="679564" y="1464906"/>
                  </a:lnTo>
                  <a:lnTo>
                    <a:pt x="695744" y="1499400"/>
                  </a:lnTo>
                  <a:lnTo>
                    <a:pt x="730237" y="1483220"/>
                  </a:lnTo>
                  <a:close/>
                </a:path>
                <a:path w="1895475" h="3983354">
                  <a:moveTo>
                    <a:pt x="762596" y="1552206"/>
                  </a:moveTo>
                  <a:lnTo>
                    <a:pt x="746417" y="1517713"/>
                  </a:lnTo>
                  <a:lnTo>
                    <a:pt x="711923" y="1533893"/>
                  </a:lnTo>
                  <a:lnTo>
                    <a:pt x="728103" y="1568386"/>
                  </a:lnTo>
                  <a:lnTo>
                    <a:pt x="762596" y="1552206"/>
                  </a:lnTo>
                  <a:close/>
                </a:path>
                <a:path w="1895475" h="3983354">
                  <a:moveTo>
                    <a:pt x="794969" y="1621193"/>
                  </a:moveTo>
                  <a:lnTo>
                    <a:pt x="778776" y="1586699"/>
                  </a:lnTo>
                  <a:lnTo>
                    <a:pt x="744283" y="1602879"/>
                  </a:lnTo>
                  <a:lnTo>
                    <a:pt x="760463" y="1637372"/>
                  </a:lnTo>
                  <a:lnTo>
                    <a:pt x="794969" y="1621193"/>
                  </a:lnTo>
                  <a:close/>
                </a:path>
                <a:path w="1895475" h="3983354">
                  <a:moveTo>
                    <a:pt x="827328" y="1690179"/>
                  </a:moveTo>
                  <a:lnTo>
                    <a:pt x="811149" y="1655686"/>
                  </a:lnTo>
                  <a:lnTo>
                    <a:pt x="776655" y="1671866"/>
                  </a:lnTo>
                  <a:lnTo>
                    <a:pt x="792835" y="1706359"/>
                  </a:lnTo>
                  <a:lnTo>
                    <a:pt x="827328" y="1690179"/>
                  </a:lnTo>
                  <a:close/>
                </a:path>
                <a:path w="1895475" h="3983354">
                  <a:moveTo>
                    <a:pt x="859688" y="1759165"/>
                  </a:moveTo>
                  <a:lnTo>
                    <a:pt x="843508" y="1724672"/>
                  </a:lnTo>
                  <a:lnTo>
                    <a:pt x="809015" y="1740852"/>
                  </a:lnTo>
                  <a:lnTo>
                    <a:pt x="825195" y="1775345"/>
                  </a:lnTo>
                  <a:lnTo>
                    <a:pt x="859688" y="1759165"/>
                  </a:lnTo>
                  <a:close/>
                </a:path>
                <a:path w="1895475" h="3983354">
                  <a:moveTo>
                    <a:pt x="892048" y="1828152"/>
                  </a:moveTo>
                  <a:lnTo>
                    <a:pt x="875868" y="1793659"/>
                  </a:lnTo>
                  <a:lnTo>
                    <a:pt x="841375" y="1809838"/>
                  </a:lnTo>
                  <a:lnTo>
                    <a:pt x="857554" y="1844332"/>
                  </a:lnTo>
                  <a:lnTo>
                    <a:pt x="892048" y="1828152"/>
                  </a:lnTo>
                  <a:close/>
                </a:path>
                <a:path w="1895475" h="3983354">
                  <a:moveTo>
                    <a:pt x="924407" y="1897138"/>
                  </a:moveTo>
                  <a:lnTo>
                    <a:pt x="908227" y="1862645"/>
                  </a:lnTo>
                  <a:lnTo>
                    <a:pt x="873734" y="1878825"/>
                  </a:lnTo>
                  <a:lnTo>
                    <a:pt x="889914" y="1913318"/>
                  </a:lnTo>
                  <a:lnTo>
                    <a:pt x="924407" y="1897138"/>
                  </a:lnTo>
                  <a:close/>
                </a:path>
                <a:path w="1895475" h="3983354">
                  <a:moveTo>
                    <a:pt x="956767" y="1966125"/>
                  </a:moveTo>
                  <a:lnTo>
                    <a:pt x="940587" y="1931631"/>
                  </a:lnTo>
                  <a:lnTo>
                    <a:pt x="906094" y="1947811"/>
                  </a:lnTo>
                  <a:lnTo>
                    <a:pt x="922274" y="1982304"/>
                  </a:lnTo>
                  <a:lnTo>
                    <a:pt x="956767" y="1966125"/>
                  </a:lnTo>
                  <a:close/>
                </a:path>
                <a:path w="1895475" h="3983354">
                  <a:moveTo>
                    <a:pt x="989126" y="2035111"/>
                  </a:moveTo>
                  <a:lnTo>
                    <a:pt x="972947" y="2000618"/>
                  </a:lnTo>
                  <a:lnTo>
                    <a:pt x="938453" y="2016798"/>
                  </a:lnTo>
                  <a:lnTo>
                    <a:pt x="954633" y="2051291"/>
                  </a:lnTo>
                  <a:lnTo>
                    <a:pt x="989126" y="2035111"/>
                  </a:lnTo>
                  <a:close/>
                </a:path>
                <a:path w="1895475" h="3983354">
                  <a:moveTo>
                    <a:pt x="1021486" y="2104097"/>
                  </a:moveTo>
                  <a:lnTo>
                    <a:pt x="1005306" y="2069604"/>
                  </a:lnTo>
                  <a:lnTo>
                    <a:pt x="970813" y="2085784"/>
                  </a:lnTo>
                  <a:lnTo>
                    <a:pt x="986993" y="2120277"/>
                  </a:lnTo>
                  <a:lnTo>
                    <a:pt x="1021486" y="2104097"/>
                  </a:lnTo>
                  <a:close/>
                </a:path>
                <a:path w="1895475" h="3983354">
                  <a:moveTo>
                    <a:pt x="1053846" y="2173084"/>
                  </a:moveTo>
                  <a:lnTo>
                    <a:pt x="1037666" y="2138591"/>
                  </a:lnTo>
                  <a:lnTo>
                    <a:pt x="1003173" y="2154771"/>
                  </a:lnTo>
                  <a:lnTo>
                    <a:pt x="1019352" y="2189264"/>
                  </a:lnTo>
                  <a:lnTo>
                    <a:pt x="1053846" y="2173084"/>
                  </a:lnTo>
                  <a:close/>
                </a:path>
                <a:path w="1895475" h="3983354">
                  <a:moveTo>
                    <a:pt x="1086205" y="2242083"/>
                  </a:moveTo>
                  <a:lnTo>
                    <a:pt x="1070025" y="2207577"/>
                  </a:lnTo>
                  <a:lnTo>
                    <a:pt x="1035532" y="2223770"/>
                  </a:lnTo>
                  <a:lnTo>
                    <a:pt x="1051712" y="2258263"/>
                  </a:lnTo>
                  <a:lnTo>
                    <a:pt x="1086205" y="2242083"/>
                  </a:lnTo>
                  <a:close/>
                </a:path>
                <a:path w="1895475" h="3983354">
                  <a:moveTo>
                    <a:pt x="1118565" y="2311069"/>
                  </a:moveTo>
                  <a:lnTo>
                    <a:pt x="1102385" y="2276576"/>
                  </a:lnTo>
                  <a:lnTo>
                    <a:pt x="1067892" y="2292756"/>
                  </a:lnTo>
                  <a:lnTo>
                    <a:pt x="1084072" y="2327249"/>
                  </a:lnTo>
                  <a:lnTo>
                    <a:pt x="1118565" y="2311069"/>
                  </a:lnTo>
                  <a:close/>
                </a:path>
                <a:path w="1895475" h="3983354">
                  <a:moveTo>
                    <a:pt x="1150924" y="2380056"/>
                  </a:moveTo>
                  <a:lnTo>
                    <a:pt x="1134745" y="2345563"/>
                  </a:lnTo>
                  <a:lnTo>
                    <a:pt x="1100251" y="2361742"/>
                  </a:lnTo>
                  <a:lnTo>
                    <a:pt x="1116431" y="2396236"/>
                  </a:lnTo>
                  <a:lnTo>
                    <a:pt x="1150924" y="2380056"/>
                  </a:lnTo>
                  <a:close/>
                </a:path>
                <a:path w="1895475" h="3983354">
                  <a:moveTo>
                    <a:pt x="1183284" y="2449042"/>
                  </a:moveTo>
                  <a:lnTo>
                    <a:pt x="1167104" y="2414549"/>
                  </a:lnTo>
                  <a:lnTo>
                    <a:pt x="1132611" y="2430729"/>
                  </a:lnTo>
                  <a:lnTo>
                    <a:pt x="1148791" y="2465222"/>
                  </a:lnTo>
                  <a:lnTo>
                    <a:pt x="1183284" y="2449042"/>
                  </a:lnTo>
                  <a:close/>
                </a:path>
                <a:path w="1895475" h="3983354">
                  <a:moveTo>
                    <a:pt x="1215656" y="2518029"/>
                  </a:moveTo>
                  <a:lnTo>
                    <a:pt x="1199476" y="2483535"/>
                  </a:lnTo>
                  <a:lnTo>
                    <a:pt x="1164971" y="2499715"/>
                  </a:lnTo>
                  <a:lnTo>
                    <a:pt x="1181163" y="2534208"/>
                  </a:lnTo>
                  <a:lnTo>
                    <a:pt x="1215656" y="2518029"/>
                  </a:lnTo>
                  <a:close/>
                </a:path>
                <a:path w="1895475" h="3983354">
                  <a:moveTo>
                    <a:pt x="1248016" y="2587015"/>
                  </a:moveTo>
                  <a:lnTo>
                    <a:pt x="1231836" y="2552522"/>
                  </a:lnTo>
                  <a:lnTo>
                    <a:pt x="1197343" y="2568702"/>
                  </a:lnTo>
                  <a:lnTo>
                    <a:pt x="1213523" y="2603195"/>
                  </a:lnTo>
                  <a:lnTo>
                    <a:pt x="1248016" y="2587015"/>
                  </a:lnTo>
                  <a:close/>
                </a:path>
                <a:path w="1895475" h="3983354">
                  <a:moveTo>
                    <a:pt x="1280375" y="2656001"/>
                  </a:moveTo>
                  <a:lnTo>
                    <a:pt x="1264196" y="2621508"/>
                  </a:lnTo>
                  <a:lnTo>
                    <a:pt x="1229702" y="2637688"/>
                  </a:lnTo>
                  <a:lnTo>
                    <a:pt x="1245882" y="2672181"/>
                  </a:lnTo>
                  <a:lnTo>
                    <a:pt x="1280375" y="2656001"/>
                  </a:lnTo>
                  <a:close/>
                </a:path>
                <a:path w="1895475" h="3983354">
                  <a:moveTo>
                    <a:pt x="1312735" y="2724988"/>
                  </a:moveTo>
                  <a:lnTo>
                    <a:pt x="1296555" y="2690495"/>
                  </a:lnTo>
                  <a:lnTo>
                    <a:pt x="1262062" y="2706674"/>
                  </a:lnTo>
                  <a:lnTo>
                    <a:pt x="1278242" y="2741168"/>
                  </a:lnTo>
                  <a:lnTo>
                    <a:pt x="1312735" y="2724988"/>
                  </a:lnTo>
                  <a:close/>
                </a:path>
                <a:path w="1895475" h="3983354">
                  <a:moveTo>
                    <a:pt x="1345095" y="2793974"/>
                  </a:moveTo>
                  <a:lnTo>
                    <a:pt x="1328915" y="2759481"/>
                  </a:lnTo>
                  <a:lnTo>
                    <a:pt x="1294422" y="2775661"/>
                  </a:lnTo>
                  <a:lnTo>
                    <a:pt x="1310601" y="2810154"/>
                  </a:lnTo>
                  <a:lnTo>
                    <a:pt x="1345095" y="2793974"/>
                  </a:lnTo>
                  <a:close/>
                </a:path>
                <a:path w="1895475" h="3983354">
                  <a:moveTo>
                    <a:pt x="1377454" y="2862961"/>
                  </a:moveTo>
                  <a:lnTo>
                    <a:pt x="1361274" y="2828467"/>
                  </a:lnTo>
                  <a:lnTo>
                    <a:pt x="1326781" y="2844647"/>
                  </a:lnTo>
                  <a:lnTo>
                    <a:pt x="1342961" y="2879140"/>
                  </a:lnTo>
                  <a:lnTo>
                    <a:pt x="1377454" y="2862961"/>
                  </a:lnTo>
                  <a:close/>
                </a:path>
                <a:path w="1895475" h="3983354">
                  <a:moveTo>
                    <a:pt x="1409814" y="2931947"/>
                  </a:moveTo>
                  <a:lnTo>
                    <a:pt x="1393634" y="2897454"/>
                  </a:lnTo>
                  <a:lnTo>
                    <a:pt x="1359141" y="2913634"/>
                  </a:lnTo>
                  <a:lnTo>
                    <a:pt x="1375321" y="2948127"/>
                  </a:lnTo>
                  <a:lnTo>
                    <a:pt x="1409814" y="2931947"/>
                  </a:lnTo>
                  <a:close/>
                </a:path>
                <a:path w="1895475" h="3983354">
                  <a:moveTo>
                    <a:pt x="1442173" y="3000933"/>
                  </a:moveTo>
                  <a:lnTo>
                    <a:pt x="1425994" y="2966440"/>
                  </a:lnTo>
                  <a:lnTo>
                    <a:pt x="1391500" y="2982620"/>
                  </a:lnTo>
                  <a:lnTo>
                    <a:pt x="1407680" y="3017113"/>
                  </a:lnTo>
                  <a:lnTo>
                    <a:pt x="1442173" y="3000933"/>
                  </a:lnTo>
                  <a:close/>
                </a:path>
                <a:path w="1895475" h="3983354">
                  <a:moveTo>
                    <a:pt x="1474533" y="3069920"/>
                  </a:moveTo>
                  <a:lnTo>
                    <a:pt x="1458353" y="3035427"/>
                  </a:lnTo>
                  <a:lnTo>
                    <a:pt x="1423860" y="3051606"/>
                  </a:lnTo>
                  <a:lnTo>
                    <a:pt x="1440040" y="3086100"/>
                  </a:lnTo>
                  <a:lnTo>
                    <a:pt x="1474533" y="3069920"/>
                  </a:lnTo>
                  <a:close/>
                </a:path>
                <a:path w="1895475" h="3983354">
                  <a:moveTo>
                    <a:pt x="1506893" y="3138906"/>
                  </a:moveTo>
                  <a:lnTo>
                    <a:pt x="1490713" y="3104413"/>
                  </a:lnTo>
                  <a:lnTo>
                    <a:pt x="1456220" y="3120593"/>
                  </a:lnTo>
                  <a:lnTo>
                    <a:pt x="1472399" y="3155086"/>
                  </a:lnTo>
                  <a:lnTo>
                    <a:pt x="1506893" y="3138906"/>
                  </a:lnTo>
                  <a:close/>
                </a:path>
                <a:path w="1895475" h="3983354">
                  <a:moveTo>
                    <a:pt x="1539252" y="3207893"/>
                  </a:moveTo>
                  <a:lnTo>
                    <a:pt x="1523072" y="3173399"/>
                  </a:lnTo>
                  <a:lnTo>
                    <a:pt x="1488579" y="3189579"/>
                  </a:lnTo>
                  <a:lnTo>
                    <a:pt x="1504759" y="3224072"/>
                  </a:lnTo>
                  <a:lnTo>
                    <a:pt x="1539252" y="3207893"/>
                  </a:lnTo>
                  <a:close/>
                </a:path>
                <a:path w="1895475" h="3983354">
                  <a:moveTo>
                    <a:pt x="1571612" y="3276879"/>
                  </a:moveTo>
                  <a:lnTo>
                    <a:pt x="1555432" y="3242386"/>
                  </a:lnTo>
                  <a:lnTo>
                    <a:pt x="1520939" y="3258566"/>
                  </a:lnTo>
                  <a:lnTo>
                    <a:pt x="1537119" y="3293059"/>
                  </a:lnTo>
                  <a:lnTo>
                    <a:pt x="1571612" y="3276879"/>
                  </a:lnTo>
                  <a:close/>
                </a:path>
                <a:path w="1895475" h="3983354">
                  <a:moveTo>
                    <a:pt x="1603984" y="3345865"/>
                  </a:moveTo>
                  <a:lnTo>
                    <a:pt x="1587792" y="3311372"/>
                  </a:lnTo>
                  <a:lnTo>
                    <a:pt x="1553298" y="3327552"/>
                  </a:lnTo>
                  <a:lnTo>
                    <a:pt x="1569478" y="3362058"/>
                  </a:lnTo>
                  <a:lnTo>
                    <a:pt x="1603984" y="3345865"/>
                  </a:lnTo>
                  <a:close/>
                </a:path>
                <a:path w="1895475" h="3983354">
                  <a:moveTo>
                    <a:pt x="1636344" y="3414865"/>
                  </a:moveTo>
                  <a:lnTo>
                    <a:pt x="1620164" y="3380371"/>
                  </a:lnTo>
                  <a:lnTo>
                    <a:pt x="1585671" y="3396551"/>
                  </a:lnTo>
                  <a:lnTo>
                    <a:pt x="1601851" y="3431044"/>
                  </a:lnTo>
                  <a:lnTo>
                    <a:pt x="1636344" y="3414865"/>
                  </a:lnTo>
                  <a:close/>
                </a:path>
                <a:path w="1895475" h="3983354">
                  <a:moveTo>
                    <a:pt x="1668703" y="3483851"/>
                  </a:moveTo>
                  <a:lnTo>
                    <a:pt x="1652524" y="3449358"/>
                  </a:lnTo>
                  <a:lnTo>
                    <a:pt x="1618030" y="3465538"/>
                  </a:lnTo>
                  <a:lnTo>
                    <a:pt x="1634210" y="3500031"/>
                  </a:lnTo>
                  <a:lnTo>
                    <a:pt x="1668703" y="3483851"/>
                  </a:lnTo>
                  <a:close/>
                </a:path>
                <a:path w="1895475" h="3983354">
                  <a:moveTo>
                    <a:pt x="1701063" y="3552837"/>
                  </a:moveTo>
                  <a:lnTo>
                    <a:pt x="1684883" y="3518344"/>
                  </a:lnTo>
                  <a:lnTo>
                    <a:pt x="1650390" y="3534524"/>
                  </a:lnTo>
                  <a:lnTo>
                    <a:pt x="1666570" y="3569017"/>
                  </a:lnTo>
                  <a:lnTo>
                    <a:pt x="1701063" y="3552837"/>
                  </a:lnTo>
                  <a:close/>
                </a:path>
                <a:path w="1895475" h="3983354">
                  <a:moveTo>
                    <a:pt x="1733423" y="3621824"/>
                  </a:moveTo>
                  <a:lnTo>
                    <a:pt x="1717243" y="3587331"/>
                  </a:lnTo>
                  <a:lnTo>
                    <a:pt x="1682750" y="3603510"/>
                  </a:lnTo>
                  <a:lnTo>
                    <a:pt x="1698929" y="3638004"/>
                  </a:lnTo>
                  <a:lnTo>
                    <a:pt x="1733423" y="3621824"/>
                  </a:lnTo>
                  <a:close/>
                </a:path>
                <a:path w="1895475" h="3983354">
                  <a:moveTo>
                    <a:pt x="1765782" y="3690810"/>
                  </a:moveTo>
                  <a:lnTo>
                    <a:pt x="1749602" y="3656317"/>
                  </a:lnTo>
                  <a:lnTo>
                    <a:pt x="1715109" y="3672497"/>
                  </a:lnTo>
                  <a:lnTo>
                    <a:pt x="1731289" y="3706990"/>
                  </a:lnTo>
                  <a:lnTo>
                    <a:pt x="1765782" y="3690810"/>
                  </a:lnTo>
                  <a:close/>
                </a:path>
                <a:path w="1895475" h="3983354">
                  <a:moveTo>
                    <a:pt x="1798142" y="3759797"/>
                  </a:moveTo>
                  <a:lnTo>
                    <a:pt x="1781962" y="3725303"/>
                  </a:lnTo>
                  <a:lnTo>
                    <a:pt x="1747469" y="3741483"/>
                  </a:lnTo>
                  <a:lnTo>
                    <a:pt x="1763649" y="3775976"/>
                  </a:lnTo>
                  <a:lnTo>
                    <a:pt x="1798142" y="3759797"/>
                  </a:lnTo>
                  <a:close/>
                </a:path>
                <a:path w="1895475" h="3983354">
                  <a:moveTo>
                    <a:pt x="1830501" y="3828783"/>
                  </a:moveTo>
                  <a:lnTo>
                    <a:pt x="1814322" y="3794290"/>
                  </a:lnTo>
                  <a:lnTo>
                    <a:pt x="1779828" y="3810470"/>
                  </a:lnTo>
                  <a:lnTo>
                    <a:pt x="1796008" y="3844963"/>
                  </a:lnTo>
                  <a:lnTo>
                    <a:pt x="1830501" y="3828783"/>
                  </a:lnTo>
                  <a:close/>
                </a:path>
                <a:path w="1895475" h="3983354">
                  <a:moveTo>
                    <a:pt x="1862861" y="3897769"/>
                  </a:moveTo>
                  <a:lnTo>
                    <a:pt x="1846681" y="3863276"/>
                  </a:lnTo>
                  <a:lnTo>
                    <a:pt x="1812188" y="3879456"/>
                  </a:lnTo>
                  <a:lnTo>
                    <a:pt x="1828368" y="3913949"/>
                  </a:lnTo>
                  <a:lnTo>
                    <a:pt x="1862861" y="3897769"/>
                  </a:lnTo>
                  <a:close/>
                </a:path>
                <a:path w="1895475" h="3983354">
                  <a:moveTo>
                    <a:pt x="1895221" y="3966756"/>
                  </a:moveTo>
                  <a:lnTo>
                    <a:pt x="1879041" y="3932263"/>
                  </a:lnTo>
                  <a:lnTo>
                    <a:pt x="1844548" y="3948442"/>
                  </a:lnTo>
                  <a:lnTo>
                    <a:pt x="1860727" y="3982936"/>
                  </a:lnTo>
                  <a:lnTo>
                    <a:pt x="1895221" y="3966756"/>
                  </a:lnTo>
                  <a:close/>
                </a:path>
              </a:pathLst>
            </a:custGeom>
            <a:solidFill>
              <a:srgbClr val="000000">
                <a:alpha val="2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8539796" y="6805597"/>
              <a:ext cx="103505" cy="93345"/>
            </a:xfrm>
            <a:custGeom>
              <a:avLst/>
              <a:gdLst/>
              <a:ahLst/>
              <a:cxnLst/>
              <a:rect l="l" t="t" r="r" b="b"/>
              <a:pathLst>
                <a:path w="103504" h="93345">
                  <a:moveTo>
                    <a:pt x="103480" y="0"/>
                  </a:moveTo>
                  <a:lnTo>
                    <a:pt x="84100" y="93257"/>
                  </a:lnTo>
                  <a:lnTo>
                    <a:pt x="0" y="4854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6746062" y="4336528"/>
              <a:ext cx="1890395" cy="2575560"/>
            </a:xfrm>
            <a:custGeom>
              <a:avLst/>
              <a:gdLst/>
              <a:ahLst/>
              <a:cxnLst/>
              <a:rect l="l" t="t" r="r" b="b"/>
              <a:pathLst>
                <a:path w="1890395" h="2575559">
                  <a:moveTo>
                    <a:pt x="53238" y="30797"/>
                  </a:moveTo>
                  <a:lnTo>
                    <a:pt x="30797" y="0"/>
                  </a:lnTo>
                  <a:lnTo>
                    <a:pt x="0" y="22428"/>
                  </a:lnTo>
                  <a:lnTo>
                    <a:pt x="22440" y="53225"/>
                  </a:lnTo>
                  <a:lnTo>
                    <a:pt x="53238" y="30797"/>
                  </a:lnTo>
                  <a:close/>
                </a:path>
                <a:path w="1890395" h="2575559">
                  <a:moveTo>
                    <a:pt x="98094" y="92392"/>
                  </a:moveTo>
                  <a:lnTo>
                    <a:pt x="75666" y="61595"/>
                  </a:lnTo>
                  <a:lnTo>
                    <a:pt x="44869" y="84023"/>
                  </a:lnTo>
                  <a:lnTo>
                    <a:pt x="67297" y="114820"/>
                  </a:lnTo>
                  <a:lnTo>
                    <a:pt x="98094" y="92392"/>
                  </a:lnTo>
                  <a:close/>
                </a:path>
                <a:path w="1890395" h="2575559">
                  <a:moveTo>
                    <a:pt x="142951" y="153987"/>
                  </a:moveTo>
                  <a:lnTo>
                    <a:pt x="120523" y="123190"/>
                  </a:lnTo>
                  <a:lnTo>
                    <a:pt x="89725" y="145618"/>
                  </a:lnTo>
                  <a:lnTo>
                    <a:pt x="112153" y="176415"/>
                  </a:lnTo>
                  <a:lnTo>
                    <a:pt x="142951" y="153987"/>
                  </a:lnTo>
                  <a:close/>
                </a:path>
                <a:path w="1890395" h="2575559">
                  <a:moveTo>
                    <a:pt x="187807" y="215582"/>
                  </a:moveTo>
                  <a:lnTo>
                    <a:pt x="165379" y="184785"/>
                  </a:lnTo>
                  <a:lnTo>
                    <a:pt x="134581" y="207213"/>
                  </a:lnTo>
                  <a:lnTo>
                    <a:pt x="157010" y="238010"/>
                  </a:lnTo>
                  <a:lnTo>
                    <a:pt x="187807" y="215582"/>
                  </a:lnTo>
                  <a:close/>
                </a:path>
                <a:path w="1890395" h="2575559">
                  <a:moveTo>
                    <a:pt x="232676" y="277177"/>
                  </a:moveTo>
                  <a:lnTo>
                    <a:pt x="210248" y="246380"/>
                  </a:lnTo>
                  <a:lnTo>
                    <a:pt x="179451" y="268808"/>
                  </a:lnTo>
                  <a:lnTo>
                    <a:pt x="201879" y="299605"/>
                  </a:lnTo>
                  <a:lnTo>
                    <a:pt x="232676" y="277177"/>
                  </a:lnTo>
                  <a:close/>
                </a:path>
                <a:path w="1890395" h="2575559">
                  <a:moveTo>
                    <a:pt x="277533" y="338772"/>
                  </a:moveTo>
                  <a:lnTo>
                    <a:pt x="255104" y="307975"/>
                  </a:lnTo>
                  <a:lnTo>
                    <a:pt x="224307" y="330403"/>
                  </a:lnTo>
                  <a:lnTo>
                    <a:pt x="246735" y="361200"/>
                  </a:lnTo>
                  <a:lnTo>
                    <a:pt x="277533" y="338772"/>
                  </a:lnTo>
                  <a:close/>
                </a:path>
                <a:path w="1890395" h="2575559">
                  <a:moveTo>
                    <a:pt x="322389" y="400367"/>
                  </a:moveTo>
                  <a:lnTo>
                    <a:pt x="299961" y="369570"/>
                  </a:lnTo>
                  <a:lnTo>
                    <a:pt x="269163" y="391998"/>
                  </a:lnTo>
                  <a:lnTo>
                    <a:pt x="291592" y="422795"/>
                  </a:lnTo>
                  <a:lnTo>
                    <a:pt x="322389" y="400367"/>
                  </a:lnTo>
                  <a:close/>
                </a:path>
                <a:path w="1890395" h="2575559">
                  <a:moveTo>
                    <a:pt x="367258" y="461962"/>
                  </a:moveTo>
                  <a:lnTo>
                    <a:pt x="344817" y="431165"/>
                  </a:lnTo>
                  <a:lnTo>
                    <a:pt x="314020" y="453593"/>
                  </a:lnTo>
                  <a:lnTo>
                    <a:pt x="336461" y="484390"/>
                  </a:lnTo>
                  <a:lnTo>
                    <a:pt x="367258" y="461962"/>
                  </a:lnTo>
                  <a:close/>
                </a:path>
                <a:path w="1890395" h="2575559">
                  <a:moveTo>
                    <a:pt x="412115" y="523557"/>
                  </a:moveTo>
                  <a:lnTo>
                    <a:pt x="389686" y="492760"/>
                  </a:lnTo>
                  <a:lnTo>
                    <a:pt x="358889" y="515200"/>
                  </a:lnTo>
                  <a:lnTo>
                    <a:pt x="381317" y="545998"/>
                  </a:lnTo>
                  <a:lnTo>
                    <a:pt x="412115" y="523557"/>
                  </a:lnTo>
                  <a:close/>
                </a:path>
                <a:path w="1890395" h="2575559">
                  <a:moveTo>
                    <a:pt x="456971" y="585152"/>
                  </a:moveTo>
                  <a:lnTo>
                    <a:pt x="434543" y="554355"/>
                  </a:lnTo>
                  <a:lnTo>
                    <a:pt x="403745" y="576795"/>
                  </a:lnTo>
                  <a:lnTo>
                    <a:pt x="426173" y="607593"/>
                  </a:lnTo>
                  <a:lnTo>
                    <a:pt x="456971" y="585152"/>
                  </a:lnTo>
                  <a:close/>
                </a:path>
                <a:path w="1890395" h="2575559">
                  <a:moveTo>
                    <a:pt x="501827" y="646747"/>
                  </a:moveTo>
                  <a:lnTo>
                    <a:pt x="479399" y="615950"/>
                  </a:lnTo>
                  <a:lnTo>
                    <a:pt x="448602" y="638390"/>
                  </a:lnTo>
                  <a:lnTo>
                    <a:pt x="471030" y="669188"/>
                  </a:lnTo>
                  <a:lnTo>
                    <a:pt x="501827" y="646747"/>
                  </a:lnTo>
                  <a:close/>
                </a:path>
                <a:path w="1890395" h="2575559">
                  <a:moveTo>
                    <a:pt x="546696" y="708355"/>
                  </a:moveTo>
                  <a:lnTo>
                    <a:pt x="524268" y="677545"/>
                  </a:lnTo>
                  <a:lnTo>
                    <a:pt x="493471" y="699985"/>
                  </a:lnTo>
                  <a:lnTo>
                    <a:pt x="515899" y="730783"/>
                  </a:lnTo>
                  <a:lnTo>
                    <a:pt x="546696" y="708355"/>
                  </a:lnTo>
                  <a:close/>
                </a:path>
                <a:path w="1890395" h="2575559">
                  <a:moveTo>
                    <a:pt x="591553" y="769950"/>
                  </a:moveTo>
                  <a:lnTo>
                    <a:pt x="569125" y="739152"/>
                  </a:lnTo>
                  <a:lnTo>
                    <a:pt x="538327" y="761580"/>
                  </a:lnTo>
                  <a:lnTo>
                    <a:pt x="560755" y="792378"/>
                  </a:lnTo>
                  <a:lnTo>
                    <a:pt x="591553" y="769950"/>
                  </a:lnTo>
                  <a:close/>
                </a:path>
                <a:path w="1890395" h="2575559">
                  <a:moveTo>
                    <a:pt x="636409" y="831545"/>
                  </a:moveTo>
                  <a:lnTo>
                    <a:pt x="613981" y="800747"/>
                  </a:lnTo>
                  <a:lnTo>
                    <a:pt x="583184" y="823175"/>
                  </a:lnTo>
                  <a:lnTo>
                    <a:pt x="605612" y="853973"/>
                  </a:lnTo>
                  <a:lnTo>
                    <a:pt x="636409" y="831545"/>
                  </a:lnTo>
                  <a:close/>
                </a:path>
                <a:path w="1890395" h="2575559">
                  <a:moveTo>
                    <a:pt x="681278" y="893140"/>
                  </a:moveTo>
                  <a:lnTo>
                    <a:pt x="658850" y="862342"/>
                  </a:lnTo>
                  <a:lnTo>
                    <a:pt x="628040" y="884770"/>
                  </a:lnTo>
                  <a:lnTo>
                    <a:pt x="650481" y="915568"/>
                  </a:lnTo>
                  <a:lnTo>
                    <a:pt x="681278" y="893140"/>
                  </a:lnTo>
                  <a:close/>
                </a:path>
                <a:path w="1890395" h="2575559">
                  <a:moveTo>
                    <a:pt x="726135" y="954735"/>
                  </a:moveTo>
                  <a:lnTo>
                    <a:pt x="703707" y="923937"/>
                  </a:lnTo>
                  <a:lnTo>
                    <a:pt x="672909" y="946365"/>
                  </a:lnTo>
                  <a:lnTo>
                    <a:pt x="695337" y="977163"/>
                  </a:lnTo>
                  <a:lnTo>
                    <a:pt x="726135" y="954735"/>
                  </a:lnTo>
                  <a:close/>
                </a:path>
                <a:path w="1890395" h="2575559">
                  <a:moveTo>
                    <a:pt x="770991" y="1016330"/>
                  </a:moveTo>
                  <a:lnTo>
                    <a:pt x="748563" y="985532"/>
                  </a:lnTo>
                  <a:lnTo>
                    <a:pt x="717765" y="1007960"/>
                  </a:lnTo>
                  <a:lnTo>
                    <a:pt x="740194" y="1038758"/>
                  </a:lnTo>
                  <a:lnTo>
                    <a:pt x="770991" y="1016330"/>
                  </a:lnTo>
                  <a:close/>
                </a:path>
                <a:path w="1890395" h="2575559">
                  <a:moveTo>
                    <a:pt x="815860" y="1077925"/>
                  </a:moveTo>
                  <a:lnTo>
                    <a:pt x="793419" y="1047127"/>
                  </a:lnTo>
                  <a:lnTo>
                    <a:pt x="762622" y="1069555"/>
                  </a:lnTo>
                  <a:lnTo>
                    <a:pt x="785063" y="1100353"/>
                  </a:lnTo>
                  <a:lnTo>
                    <a:pt x="815860" y="1077925"/>
                  </a:lnTo>
                  <a:close/>
                </a:path>
                <a:path w="1890395" h="2575559">
                  <a:moveTo>
                    <a:pt x="860717" y="1139520"/>
                  </a:moveTo>
                  <a:lnTo>
                    <a:pt x="838288" y="1108722"/>
                  </a:lnTo>
                  <a:lnTo>
                    <a:pt x="807491" y="1131150"/>
                  </a:lnTo>
                  <a:lnTo>
                    <a:pt x="829919" y="1161948"/>
                  </a:lnTo>
                  <a:lnTo>
                    <a:pt x="860717" y="1139520"/>
                  </a:lnTo>
                  <a:close/>
                </a:path>
                <a:path w="1890395" h="2575559">
                  <a:moveTo>
                    <a:pt x="905573" y="1201115"/>
                  </a:moveTo>
                  <a:lnTo>
                    <a:pt x="883145" y="1170317"/>
                  </a:lnTo>
                  <a:lnTo>
                    <a:pt x="852347" y="1192745"/>
                  </a:lnTo>
                  <a:lnTo>
                    <a:pt x="874776" y="1223543"/>
                  </a:lnTo>
                  <a:lnTo>
                    <a:pt x="905573" y="1201115"/>
                  </a:lnTo>
                  <a:close/>
                </a:path>
                <a:path w="1890395" h="2575559">
                  <a:moveTo>
                    <a:pt x="950429" y="1262710"/>
                  </a:moveTo>
                  <a:lnTo>
                    <a:pt x="928001" y="1231912"/>
                  </a:lnTo>
                  <a:lnTo>
                    <a:pt x="897204" y="1254340"/>
                  </a:lnTo>
                  <a:lnTo>
                    <a:pt x="919632" y="1285138"/>
                  </a:lnTo>
                  <a:lnTo>
                    <a:pt x="950429" y="1262710"/>
                  </a:lnTo>
                  <a:close/>
                </a:path>
                <a:path w="1890395" h="2575559">
                  <a:moveTo>
                    <a:pt x="995299" y="1324305"/>
                  </a:moveTo>
                  <a:lnTo>
                    <a:pt x="972870" y="1293507"/>
                  </a:lnTo>
                  <a:lnTo>
                    <a:pt x="942073" y="1315935"/>
                  </a:lnTo>
                  <a:lnTo>
                    <a:pt x="964501" y="1346733"/>
                  </a:lnTo>
                  <a:lnTo>
                    <a:pt x="995299" y="1324305"/>
                  </a:lnTo>
                  <a:close/>
                </a:path>
                <a:path w="1890395" h="2575559">
                  <a:moveTo>
                    <a:pt x="1040155" y="1385900"/>
                  </a:moveTo>
                  <a:lnTo>
                    <a:pt x="1017727" y="1355102"/>
                  </a:lnTo>
                  <a:lnTo>
                    <a:pt x="986929" y="1377530"/>
                  </a:lnTo>
                  <a:lnTo>
                    <a:pt x="1009357" y="1408328"/>
                  </a:lnTo>
                  <a:lnTo>
                    <a:pt x="1040155" y="1385900"/>
                  </a:lnTo>
                  <a:close/>
                </a:path>
                <a:path w="1890395" h="2575559">
                  <a:moveTo>
                    <a:pt x="1085011" y="1447495"/>
                  </a:moveTo>
                  <a:lnTo>
                    <a:pt x="1062583" y="1416697"/>
                  </a:lnTo>
                  <a:lnTo>
                    <a:pt x="1031786" y="1439125"/>
                  </a:lnTo>
                  <a:lnTo>
                    <a:pt x="1054214" y="1469923"/>
                  </a:lnTo>
                  <a:lnTo>
                    <a:pt x="1085011" y="1447495"/>
                  </a:lnTo>
                  <a:close/>
                </a:path>
                <a:path w="1890395" h="2575559">
                  <a:moveTo>
                    <a:pt x="1129880" y="1509090"/>
                  </a:moveTo>
                  <a:lnTo>
                    <a:pt x="1107440" y="1478292"/>
                  </a:lnTo>
                  <a:lnTo>
                    <a:pt x="1076642" y="1500720"/>
                  </a:lnTo>
                  <a:lnTo>
                    <a:pt x="1099083" y="1531518"/>
                  </a:lnTo>
                  <a:lnTo>
                    <a:pt x="1129880" y="1509090"/>
                  </a:lnTo>
                  <a:close/>
                </a:path>
                <a:path w="1890395" h="2575559">
                  <a:moveTo>
                    <a:pt x="1174737" y="1570685"/>
                  </a:moveTo>
                  <a:lnTo>
                    <a:pt x="1152309" y="1539887"/>
                  </a:lnTo>
                  <a:lnTo>
                    <a:pt x="1121511" y="1562315"/>
                  </a:lnTo>
                  <a:lnTo>
                    <a:pt x="1143939" y="1593113"/>
                  </a:lnTo>
                  <a:lnTo>
                    <a:pt x="1174737" y="1570685"/>
                  </a:lnTo>
                  <a:close/>
                </a:path>
                <a:path w="1890395" h="2575559">
                  <a:moveTo>
                    <a:pt x="1219593" y="1632280"/>
                  </a:moveTo>
                  <a:lnTo>
                    <a:pt x="1197165" y="1601482"/>
                  </a:lnTo>
                  <a:lnTo>
                    <a:pt x="1166368" y="1623910"/>
                  </a:lnTo>
                  <a:lnTo>
                    <a:pt x="1188796" y="1654708"/>
                  </a:lnTo>
                  <a:lnTo>
                    <a:pt x="1219593" y="1632280"/>
                  </a:lnTo>
                  <a:close/>
                </a:path>
                <a:path w="1890395" h="2575559">
                  <a:moveTo>
                    <a:pt x="1264450" y="1693875"/>
                  </a:moveTo>
                  <a:lnTo>
                    <a:pt x="1242021" y="1663077"/>
                  </a:lnTo>
                  <a:lnTo>
                    <a:pt x="1211224" y="1685505"/>
                  </a:lnTo>
                  <a:lnTo>
                    <a:pt x="1233652" y="1716303"/>
                  </a:lnTo>
                  <a:lnTo>
                    <a:pt x="1264450" y="1693875"/>
                  </a:lnTo>
                  <a:close/>
                </a:path>
                <a:path w="1890395" h="2575559">
                  <a:moveTo>
                    <a:pt x="1309319" y="1755470"/>
                  </a:moveTo>
                  <a:lnTo>
                    <a:pt x="1286891" y="1724672"/>
                  </a:lnTo>
                  <a:lnTo>
                    <a:pt x="1256093" y="1747100"/>
                  </a:lnTo>
                  <a:lnTo>
                    <a:pt x="1278521" y="1777898"/>
                  </a:lnTo>
                  <a:lnTo>
                    <a:pt x="1309319" y="1755470"/>
                  </a:lnTo>
                  <a:close/>
                </a:path>
                <a:path w="1890395" h="2575559">
                  <a:moveTo>
                    <a:pt x="1354175" y="1817065"/>
                  </a:moveTo>
                  <a:lnTo>
                    <a:pt x="1331747" y="1786267"/>
                  </a:lnTo>
                  <a:lnTo>
                    <a:pt x="1300949" y="1808695"/>
                  </a:lnTo>
                  <a:lnTo>
                    <a:pt x="1323378" y="1839493"/>
                  </a:lnTo>
                  <a:lnTo>
                    <a:pt x="1354175" y="1817065"/>
                  </a:lnTo>
                  <a:close/>
                </a:path>
                <a:path w="1890395" h="2575559">
                  <a:moveTo>
                    <a:pt x="1399032" y="1878660"/>
                  </a:moveTo>
                  <a:lnTo>
                    <a:pt x="1376603" y="1847862"/>
                  </a:lnTo>
                  <a:lnTo>
                    <a:pt x="1345806" y="1870290"/>
                  </a:lnTo>
                  <a:lnTo>
                    <a:pt x="1368234" y="1901088"/>
                  </a:lnTo>
                  <a:lnTo>
                    <a:pt x="1399032" y="1878660"/>
                  </a:lnTo>
                  <a:close/>
                </a:path>
                <a:path w="1890395" h="2575559">
                  <a:moveTo>
                    <a:pt x="1443901" y="1940255"/>
                  </a:moveTo>
                  <a:lnTo>
                    <a:pt x="1421460" y="1909457"/>
                  </a:lnTo>
                  <a:lnTo>
                    <a:pt x="1390662" y="1931885"/>
                  </a:lnTo>
                  <a:lnTo>
                    <a:pt x="1413103" y="1962683"/>
                  </a:lnTo>
                  <a:lnTo>
                    <a:pt x="1443901" y="1940255"/>
                  </a:lnTo>
                  <a:close/>
                </a:path>
                <a:path w="1890395" h="2575559">
                  <a:moveTo>
                    <a:pt x="1488757" y="2001850"/>
                  </a:moveTo>
                  <a:lnTo>
                    <a:pt x="1466329" y="1971052"/>
                  </a:lnTo>
                  <a:lnTo>
                    <a:pt x="1435531" y="1993480"/>
                  </a:lnTo>
                  <a:lnTo>
                    <a:pt x="1457960" y="2024291"/>
                  </a:lnTo>
                  <a:lnTo>
                    <a:pt x="1488757" y="2001850"/>
                  </a:lnTo>
                  <a:close/>
                </a:path>
                <a:path w="1890395" h="2575559">
                  <a:moveTo>
                    <a:pt x="1533613" y="2063445"/>
                  </a:moveTo>
                  <a:lnTo>
                    <a:pt x="1511185" y="2032647"/>
                  </a:lnTo>
                  <a:lnTo>
                    <a:pt x="1480388" y="2055088"/>
                  </a:lnTo>
                  <a:lnTo>
                    <a:pt x="1502816" y="2085886"/>
                  </a:lnTo>
                  <a:lnTo>
                    <a:pt x="1533613" y="2063445"/>
                  </a:lnTo>
                  <a:close/>
                </a:path>
                <a:path w="1890395" h="2575559">
                  <a:moveTo>
                    <a:pt x="1578483" y="2125040"/>
                  </a:moveTo>
                  <a:lnTo>
                    <a:pt x="1556042" y="2094242"/>
                  </a:lnTo>
                  <a:lnTo>
                    <a:pt x="1525244" y="2116683"/>
                  </a:lnTo>
                  <a:lnTo>
                    <a:pt x="1547685" y="2147481"/>
                  </a:lnTo>
                  <a:lnTo>
                    <a:pt x="1578483" y="2125040"/>
                  </a:lnTo>
                  <a:close/>
                </a:path>
                <a:path w="1890395" h="2575559">
                  <a:moveTo>
                    <a:pt x="1623339" y="2186635"/>
                  </a:moveTo>
                  <a:lnTo>
                    <a:pt x="1600911" y="2155837"/>
                  </a:lnTo>
                  <a:lnTo>
                    <a:pt x="1570113" y="2178278"/>
                  </a:lnTo>
                  <a:lnTo>
                    <a:pt x="1592541" y="2209076"/>
                  </a:lnTo>
                  <a:lnTo>
                    <a:pt x="1623339" y="2186635"/>
                  </a:lnTo>
                  <a:close/>
                </a:path>
                <a:path w="1890395" h="2575559">
                  <a:moveTo>
                    <a:pt x="1668195" y="2248243"/>
                  </a:moveTo>
                  <a:lnTo>
                    <a:pt x="1645767" y="2217445"/>
                  </a:lnTo>
                  <a:lnTo>
                    <a:pt x="1614970" y="2239873"/>
                  </a:lnTo>
                  <a:lnTo>
                    <a:pt x="1637398" y="2270671"/>
                  </a:lnTo>
                  <a:lnTo>
                    <a:pt x="1668195" y="2248243"/>
                  </a:lnTo>
                  <a:close/>
                </a:path>
                <a:path w="1890395" h="2575559">
                  <a:moveTo>
                    <a:pt x="1713052" y="2309838"/>
                  </a:moveTo>
                  <a:lnTo>
                    <a:pt x="1690624" y="2279040"/>
                  </a:lnTo>
                  <a:lnTo>
                    <a:pt x="1659826" y="2301468"/>
                  </a:lnTo>
                  <a:lnTo>
                    <a:pt x="1682254" y="2332266"/>
                  </a:lnTo>
                  <a:lnTo>
                    <a:pt x="1713052" y="2309838"/>
                  </a:lnTo>
                  <a:close/>
                </a:path>
                <a:path w="1890395" h="2575559">
                  <a:moveTo>
                    <a:pt x="1757921" y="2371433"/>
                  </a:moveTo>
                  <a:lnTo>
                    <a:pt x="1735493" y="2340635"/>
                  </a:lnTo>
                  <a:lnTo>
                    <a:pt x="1704695" y="2363063"/>
                  </a:lnTo>
                  <a:lnTo>
                    <a:pt x="1727123" y="2393861"/>
                  </a:lnTo>
                  <a:lnTo>
                    <a:pt x="1757921" y="2371433"/>
                  </a:lnTo>
                  <a:close/>
                </a:path>
                <a:path w="1890395" h="2575559">
                  <a:moveTo>
                    <a:pt x="1802777" y="2433028"/>
                  </a:moveTo>
                  <a:lnTo>
                    <a:pt x="1780349" y="2402230"/>
                  </a:lnTo>
                  <a:lnTo>
                    <a:pt x="1749552" y="2424658"/>
                  </a:lnTo>
                  <a:lnTo>
                    <a:pt x="1771980" y="2455456"/>
                  </a:lnTo>
                  <a:lnTo>
                    <a:pt x="1802777" y="2433028"/>
                  </a:lnTo>
                  <a:close/>
                </a:path>
                <a:path w="1890395" h="2575559">
                  <a:moveTo>
                    <a:pt x="1847634" y="2494623"/>
                  </a:moveTo>
                  <a:lnTo>
                    <a:pt x="1825205" y="2463825"/>
                  </a:lnTo>
                  <a:lnTo>
                    <a:pt x="1794408" y="2486253"/>
                  </a:lnTo>
                  <a:lnTo>
                    <a:pt x="1816836" y="2517051"/>
                  </a:lnTo>
                  <a:lnTo>
                    <a:pt x="1847634" y="2494623"/>
                  </a:lnTo>
                  <a:close/>
                </a:path>
                <a:path w="1890395" h="2575559">
                  <a:moveTo>
                    <a:pt x="1890115" y="2552954"/>
                  </a:moveTo>
                  <a:lnTo>
                    <a:pt x="1870062" y="2525420"/>
                  </a:lnTo>
                  <a:lnTo>
                    <a:pt x="1839264" y="2547848"/>
                  </a:lnTo>
                  <a:lnTo>
                    <a:pt x="1859318" y="2575382"/>
                  </a:lnTo>
                  <a:lnTo>
                    <a:pt x="1890115" y="2552954"/>
                  </a:lnTo>
                  <a:close/>
                </a:path>
              </a:pathLst>
            </a:custGeom>
            <a:solidFill>
              <a:srgbClr val="000000">
                <a:alpha val="2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8529732" y="6805446"/>
              <a:ext cx="92710" cy="95250"/>
            </a:xfrm>
            <a:custGeom>
              <a:avLst/>
              <a:gdLst/>
              <a:ahLst/>
              <a:cxnLst/>
              <a:rect l="l" t="t" r="r" b="b"/>
              <a:pathLst>
                <a:path w="92709" h="95250">
                  <a:moveTo>
                    <a:pt x="92393" y="0"/>
                  </a:moveTo>
                  <a:lnTo>
                    <a:pt x="91056" y="95240"/>
                  </a:lnTo>
                  <a:lnTo>
                    <a:pt x="0" y="6729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42421" y="740833"/>
            <a:ext cx="1712806" cy="68156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9469" y="1616074"/>
            <a:ext cx="95250" cy="952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9469" y="2054224"/>
            <a:ext cx="95250" cy="952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9469" y="3368674"/>
            <a:ext cx="95250" cy="952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9469" y="3806824"/>
            <a:ext cx="95250" cy="952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9469" y="5121274"/>
            <a:ext cx="95250" cy="952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9469" y="5559424"/>
            <a:ext cx="95250" cy="952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9469" y="6435724"/>
            <a:ext cx="95250" cy="952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9469" y="6873874"/>
            <a:ext cx="95250" cy="9524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9469" y="7750174"/>
            <a:ext cx="95250" cy="9524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9469" y="8626474"/>
            <a:ext cx="95250" cy="9524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9469" y="9502774"/>
            <a:ext cx="95250" cy="9524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588875" y="933443"/>
            <a:ext cx="17338040" cy="922655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402590" indent="-295275" algn="just">
              <a:lnSpc>
                <a:spcPct val="100000"/>
              </a:lnSpc>
              <a:spcBef>
                <a:spcPts val="550"/>
              </a:spcBef>
              <a:buFont typeface="Trebuchet MS"/>
              <a:buAutoNum type="arabicPeriod"/>
              <a:tabLst>
                <a:tab pos="402590" algn="l"/>
              </a:tabLst>
            </a:pPr>
            <a:r>
              <a:rPr sz="2500" b="1" dirty="0">
                <a:latin typeface="Trebuchet MS"/>
                <a:cs typeface="Trebuchet MS"/>
              </a:rPr>
              <a:t>Starting</a:t>
            </a:r>
            <a:r>
              <a:rPr sz="2500" b="1" spc="110" dirty="0">
                <a:latin typeface="Trebuchet MS"/>
                <a:cs typeface="Trebuchet MS"/>
              </a:rPr>
              <a:t> </a:t>
            </a:r>
            <a:r>
              <a:rPr sz="2500" b="1" spc="-10" dirty="0">
                <a:latin typeface="Trebuchet MS"/>
                <a:cs typeface="Trebuchet MS"/>
              </a:rPr>
              <a:t>program:</a:t>
            </a:r>
            <a:endParaRPr sz="2500">
              <a:latin typeface="Trebuchet MS"/>
              <a:cs typeface="Trebuchet MS"/>
            </a:endParaRPr>
          </a:p>
          <a:p>
            <a:pPr marL="324485" algn="just">
              <a:lnSpc>
                <a:spcPct val="100000"/>
              </a:lnSpc>
              <a:spcBef>
                <a:spcPts val="450"/>
              </a:spcBef>
            </a:pPr>
            <a:r>
              <a:rPr sz="2500" spc="-110" dirty="0">
                <a:latin typeface="Trebuchet MS"/>
                <a:cs typeface="Trebuchet MS"/>
              </a:rPr>
              <a:t>Immediately</a:t>
            </a:r>
            <a:r>
              <a:rPr sz="2500" spc="-7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load</a:t>
            </a:r>
            <a:r>
              <a:rPr sz="2500" spc="-65" dirty="0">
                <a:latin typeface="Trebuchet MS"/>
                <a:cs typeface="Trebuchet MS"/>
              </a:rPr>
              <a:t> </a:t>
            </a:r>
            <a:r>
              <a:rPr sz="2500" spc="-70" dirty="0">
                <a:latin typeface="Trebuchet MS"/>
                <a:cs typeface="Trebuchet MS"/>
              </a:rPr>
              <a:t>registrations.dat</a:t>
            </a:r>
            <a:r>
              <a:rPr sz="2500" spc="-65" dirty="0">
                <a:latin typeface="Trebuchet MS"/>
                <a:cs typeface="Trebuchet MS"/>
              </a:rPr>
              <a:t> </a:t>
            </a:r>
            <a:r>
              <a:rPr sz="2500" spc="-130" dirty="0">
                <a:latin typeface="Trebuchet MS"/>
                <a:cs typeface="Trebuchet MS"/>
              </a:rPr>
              <a:t>(if</a:t>
            </a:r>
            <a:r>
              <a:rPr sz="2500" spc="-65" dirty="0">
                <a:latin typeface="Trebuchet MS"/>
                <a:cs typeface="Trebuchet MS"/>
              </a:rPr>
              <a:t> </a:t>
            </a:r>
            <a:r>
              <a:rPr sz="2500" spc="-80" dirty="0">
                <a:latin typeface="Trebuchet MS"/>
                <a:cs typeface="Trebuchet MS"/>
              </a:rPr>
              <a:t>existed)</a:t>
            </a:r>
            <a:r>
              <a:rPr sz="2500" spc="-6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and</a:t>
            </a:r>
            <a:r>
              <a:rPr sz="2500" spc="-70" dirty="0">
                <a:latin typeface="Trebuchet MS"/>
                <a:cs typeface="Trebuchet MS"/>
              </a:rPr>
              <a:t> </a:t>
            </a:r>
            <a:r>
              <a:rPr sz="2500" spc="-80" dirty="0">
                <a:latin typeface="Trebuchet MS"/>
                <a:cs typeface="Trebuchet MS"/>
              </a:rPr>
              <a:t>prompt</a:t>
            </a:r>
            <a:r>
              <a:rPr sz="2500" spc="-65" dirty="0">
                <a:latin typeface="Trebuchet MS"/>
                <a:cs typeface="Trebuchet MS"/>
              </a:rPr>
              <a:t> </a:t>
            </a:r>
            <a:r>
              <a:rPr sz="2500" spc="-75" dirty="0">
                <a:latin typeface="Trebuchet MS"/>
                <a:cs typeface="Trebuchet MS"/>
              </a:rPr>
              <a:t>user</a:t>
            </a:r>
            <a:r>
              <a:rPr sz="2500" spc="-65" dirty="0">
                <a:latin typeface="Trebuchet MS"/>
                <a:cs typeface="Trebuchet MS"/>
              </a:rPr>
              <a:t> </a:t>
            </a:r>
            <a:r>
              <a:rPr sz="2500" spc="-80" dirty="0">
                <a:latin typeface="Trebuchet MS"/>
                <a:cs typeface="Trebuchet MS"/>
              </a:rPr>
              <a:t>for</a:t>
            </a:r>
            <a:r>
              <a:rPr sz="2500" spc="-65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choices</a:t>
            </a:r>
            <a:endParaRPr sz="2500">
              <a:latin typeface="Trebuchet MS"/>
              <a:cs typeface="Trebuchet MS"/>
            </a:endParaRPr>
          </a:p>
          <a:p>
            <a:pPr marL="324485" marR="5080" algn="just">
              <a:lnSpc>
                <a:spcPct val="114999"/>
              </a:lnSpc>
            </a:pPr>
            <a:r>
              <a:rPr sz="2500" dirty="0">
                <a:latin typeface="Trebuchet MS"/>
                <a:cs typeface="Trebuchet MS"/>
              </a:rPr>
              <a:t>If</a:t>
            </a:r>
            <a:r>
              <a:rPr sz="2500" spc="4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program</a:t>
            </a:r>
            <a:r>
              <a:rPr sz="2500" spc="4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crashes</a:t>
            </a:r>
            <a:r>
              <a:rPr sz="2500" spc="4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with</a:t>
            </a:r>
            <a:r>
              <a:rPr sz="2500" spc="4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unsaved</a:t>
            </a:r>
            <a:r>
              <a:rPr sz="2500" spc="4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changes</a:t>
            </a:r>
            <a:r>
              <a:rPr sz="2500" spc="4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from</a:t>
            </a:r>
            <a:r>
              <a:rPr sz="2500" spc="45" dirty="0">
                <a:latin typeface="Trebuchet MS"/>
                <a:cs typeface="Trebuchet MS"/>
              </a:rPr>
              <a:t> </a:t>
            </a:r>
            <a:r>
              <a:rPr sz="2500" spc="-20" dirty="0">
                <a:latin typeface="Trebuchet MS"/>
                <a:cs typeface="Trebuchet MS"/>
              </a:rPr>
              <a:t>previous</a:t>
            </a:r>
            <a:r>
              <a:rPr sz="2500" spc="45" dirty="0">
                <a:latin typeface="Trebuchet MS"/>
                <a:cs typeface="Trebuchet MS"/>
              </a:rPr>
              <a:t> </a:t>
            </a:r>
            <a:r>
              <a:rPr sz="2500" spc="-25" dirty="0">
                <a:latin typeface="Trebuchet MS"/>
                <a:cs typeface="Trebuchet MS"/>
              </a:rPr>
              <a:t>session,</a:t>
            </a:r>
            <a:r>
              <a:rPr sz="2500" spc="4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it</a:t>
            </a:r>
            <a:r>
              <a:rPr sz="2500" spc="4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instead</a:t>
            </a:r>
            <a:r>
              <a:rPr sz="2500" spc="4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load</a:t>
            </a:r>
            <a:r>
              <a:rPr sz="2500" spc="45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recovered</a:t>
            </a:r>
            <a:r>
              <a:rPr sz="2500" spc="4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data</a:t>
            </a:r>
            <a:r>
              <a:rPr sz="2500" spc="4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and</a:t>
            </a:r>
            <a:r>
              <a:rPr sz="2500" spc="45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prompt</a:t>
            </a:r>
            <a:r>
              <a:rPr sz="2500" spc="4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the</a:t>
            </a:r>
            <a:r>
              <a:rPr sz="2500" spc="4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user</a:t>
            </a:r>
            <a:r>
              <a:rPr sz="2500" spc="45" dirty="0">
                <a:latin typeface="Trebuchet MS"/>
                <a:cs typeface="Trebuchet MS"/>
              </a:rPr>
              <a:t> </a:t>
            </a:r>
            <a:r>
              <a:rPr sz="2500" spc="-25" dirty="0">
                <a:latin typeface="Trebuchet MS"/>
                <a:cs typeface="Trebuchet MS"/>
              </a:rPr>
              <a:t>to </a:t>
            </a:r>
            <a:r>
              <a:rPr sz="2500" spc="-110" dirty="0">
                <a:latin typeface="Trebuchet MS"/>
                <a:cs typeface="Trebuchet MS"/>
              </a:rPr>
              <a:t>either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50" dirty="0">
                <a:latin typeface="Trebuchet MS"/>
                <a:cs typeface="Trebuchet MS"/>
              </a:rPr>
              <a:t>integrate</a:t>
            </a:r>
            <a:r>
              <a:rPr sz="2500" spc="-110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these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data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95" dirty="0">
                <a:latin typeface="Trebuchet MS"/>
                <a:cs typeface="Trebuchet MS"/>
              </a:rPr>
              <a:t>into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110" dirty="0">
                <a:latin typeface="Trebuchet MS"/>
                <a:cs typeface="Trebuchet MS"/>
              </a:rPr>
              <a:t>current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30" dirty="0">
                <a:latin typeface="Trebuchet MS"/>
                <a:cs typeface="Trebuchet MS"/>
              </a:rPr>
              <a:t>session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85" dirty="0">
                <a:latin typeface="Trebuchet MS"/>
                <a:cs typeface="Trebuchet MS"/>
              </a:rPr>
              <a:t>or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discard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entirely</a:t>
            </a:r>
            <a:endParaRPr sz="2500">
              <a:latin typeface="Trebuchet MS"/>
              <a:cs typeface="Trebuchet MS"/>
            </a:endParaRPr>
          </a:p>
          <a:p>
            <a:pPr marL="403225" indent="-390525" algn="just">
              <a:lnSpc>
                <a:spcPct val="100000"/>
              </a:lnSpc>
              <a:spcBef>
                <a:spcPts val="450"/>
              </a:spcBef>
              <a:buFont typeface="Trebuchet MS"/>
              <a:buAutoNum type="arabicPeriod" startAt="2"/>
              <a:tabLst>
                <a:tab pos="403225" algn="l"/>
              </a:tabLst>
            </a:pPr>
            <a:r>
              <a:rPr sz="2500" b="1" spc="-20" dirty="0">
                <a:latin typeface="Trebuchet MS"/>
                <a:cs typeface="Trebuchet MS"/>
              </a:rPr>
              <a:t>Initiating</a:t>
            </a:r>
            <a:r>
              <a:rPr sz="2500" b="1" spc="-110" dirty="0">
                <a:latin typeface="Trebuchet MS"/>
                <a:cs typeface="Trebuchet MS"/>
              </a:rPr>
              <a:t> </a:t>
            </a:r>
            <a:r>
              <a:rPr sz="2500" b="1" spc="-30" dirty="0">
                <a:latin typeface="Trebuchet MS"/>
                <a:cs typeface="Trebuchet MS"/>
              </a:rPr>
              <a:t>one</a:t>
            </a:r>
            <a:r>
              <a:rPr sz="2500" b="1" spc="-110" dirty="0">
                <a:latin typeface="Trebuchet MS"/>
                <a:cs typeface="Trebuchet MS"/>
              </a:rPr>
              <a:t> </a:t>
            </a:r>
            <a:r>
              <a:rPr sz="2500" b="1" dirty="0">
                <a:latin typeface="Trebuchet MS"/>
                <a:cs typeface="Trebuchet MS"/>
              </a:rPr>
              <a:t>of</a:t>
            </a:r>
            <a:r>
              <a:rPr sz="2500" b="1" spc="-110" dirty="0">
                <a:latin typeface="Trebuchet MS"/>
                <a:cs typeface="Trebuchet MS"/>
              </a:rPr>
              <a:t> </a:t>
            </a:r>
            <a:r>
              <a:rPr sz="2500" b="1" spc="-90" dirty="0">
                <a:latin typeface="Trebuchet MS"/>
                <a:cs typeface="Trebuchet MS"/>
              </a:rPr>
              <a:t>the</a:t>
            </a:r>
            <a:r>
              <a:rPr sz="2500" b="1" spc="-110" dirty="0">
                <a:latin typeface="Trebuchet MS"/>
                <a:cs typeface="Trebuchet MS"/>
              </a:rPr>
              <a:t> </a:t>
            </a:r>
            <a:r>
              <a:rPr sz="2500" b="1" dirty="0">
                <a:latin typeface="Trebuchet MS"/>
                <a:cs typeface="Trebuchet MS"/>
              </a:rPr>
              <a:t>operations</a:t>
            </a:r>
            <a:r>
              <a:rPr sz="2500" b="1" spc="-110" dirty="0">
                <a:latin typeface="Trebuchet MS"/>
                <a:cs typeface="Trebuchet MS"/>
              </a:rPr>
              <a:t> </a:t>
            </a:r>
            <a:r>
              <a:rPr sz="2500" b="1" spc="-80" dirty="0">
                <a:latin typeface="Trebuchet MS"/>
                <a:cs typeface="Trebuchet MS"/>
              </a:rPr>
              <a:t>with</a:t>
            </a:r>
            <a:r>
              <a:rPr sz="2500" b="1" spc="-110" dirty="0">
                <a:latin typeface="Trebuchet MS"/>
                <a:cs typeface="Trebuchet MS"/>
              </a:rPr>
              <a:t> </a:t>
            </a:r>
            <a:r>
              <a:rPr sz="2500" b="1" spc="185" dirty="0">
                <a:latin typeface="Trebuchet MS"/>
                <a:cs typeface="Trebuchet MS"/>
              </a:rPr>
              <a:t>a</a:t>
            </a:r>
            <a:r>
              <a:rPr sz="2500" b="1" spc="-110" dirty="0">
                <a:latin typeface="Trebuchet MS"/>
                <a:cs typeface="Trebuchet MS"/>
              </a:rPr>
              <a:t> </a:t>
            </a:r>
            <a:r>
              <a:rPr sz="2500" b="1" dirty="0">
                <a:latin typeface="Trebuchet MS"/>
                <a:cs typeface="Trebuchet MS"/>
              </a:rPr>
              <a:t>choice</a:t>
            </a:r>
            <a:r>
              <a:rPr sz="2500" b="1" spc="-110" dirty="0">
                <a:latin typeface="Trebuchet MS"/>
                <a:cs typeface="Trebuchet MS"/>
              </a:rPr>
              <a:t> </a:t>
            </a:r>
            <a:r>
              <a:rPr sz="2500" b="1" spc="-10" dirty="0">
                <a:latin typeface="Trebuchet MS"/>
                <a:cs typeface="Trebuchet MS"/>
              </a:rPr>
              <a:t>input:</a:t>
            </a:r>
            <a:endParaRPr sz="2500">
              <a:latin typeface="Trebuchet MS"/>
              <a:cs typeface="Trebuchet MS"/>
            </a:endParaRPr>
          </a:p>
          <a:p>
            <a:pPr marL="324485" algn="just">
              <a:lnSpc>
                <a:spcPct val="100000"/>
              </a:lnSpc>
              <a:spcBef>
                <a:spcPts val="450"/>
              </a:spcBef>
            </a:pPr>
            <a:r>
              <a:rPr sz="2500" spc="-35" dirty="0">
                <a:latin typeface="Trebuchet MS"/>
                <a:cs typeface="Trebuchet MS"/>
              </a:rPr>
              <a:t>New</a:t>
            </a:r>
            <a:r>
              <a:rPr sz="2500" spc="-110" dirty="0">
                <a:latin typeface="Trebuchet MS"/>
                <a:cs typeface="Trebuchet MS"/>
              </a:rPr>
              <a:t> </a:t>
            </a:r>
            <a:r>
              <a:rPr sz="2500" spc="-75" dirty="0">
                <a:latin typeface="Trebuchet MS"/>
                <a:cs typeface="Trebuchet MS"/>
              </a:rPr>
              <a:t>Registration: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70" dirty="0">
                <a:latin typeface="Trebuchet MS"/>
                <a:cs typeface="Trebuchet MS"/>
              </a:rPr>
              <a:t>receive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125" dirty="0">
                <a:latin typeface="Trebuchet MS"/>
                <a:cs typeface="Trebuchet MS"/>
              </a:rPr>
              <a:t>inputs,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50" dirty="0">
                <a:latin typeface="Trebuchet MS"/>
                <a:cs typeface="Trebuchet MS"/>
              </a:rPr>
              <a:t>validate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each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145" dirty="0">
                <a:latin typeface="Trebuchet MS"/>
                <a:cs typeface="Trebuchet MS"/>
              </a:rPr>
              <a:t>input,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70" dirty="0">
                <a:latin typeface="Trebuchet MS"/>
                <a:cs typeface="Trebuchet MS"/>
              </a:rPr>
              <a:t>receive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110" dirty="0">
                <a:latin typeface="Trebuchet MS"/>
                <a:cs typeface="Trebuchet MS"/>
              </a:rPr>
              <a:t>if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75" dirty="0">
                <a:latin typeface="Trebuchet MS"/>
                <a:cs typeface="Trebuchet MS"/>
              </a:rPr>
              <a:t>valid</a:t>
            </a:r>
            <a:r>
              <a:rPr sz="2500" spc="-90" dirty="0">
                <a:latin typeface="Trebuchet MS"/>
                <a:cs typeface="Trebuchet MS"/>
              </a:rPr>
              <a:t> then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50" dirty="0">
                <a:latin typeface="Trebuchet MS"/>
                <a:cs typeface="Trebuchet MS"/>
              </a:rPr>
              <a:t>add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65" dirty="0">
                <a:latin typeface="Trebuchet MS"/>
                <a:cs typeface="Trebuchet MS"/>
              </a:rPr>
              <a:t>object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35" dirty="0">
                <a:latin typeface="Trebuchet MS"/>
                <a:cs typeface="Trebuchet MS"/>
              </a:rPr>
              <a:t>to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135" dirty="0">
                <a:latin typeface="Trebuchet MS"/>
                <a:cs typeface="Trebuchet MS"/>
              </a:rPr>
              <a:t>list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of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registrations</a:t>
            </a:r>
            <a:endParaRPr sz="2500">
              <a:latin typeface="Trebuchet MS"/>
              <a:cs typeface="Trebuchet MS"/>
            </a:endParaRPr>
          </a:p>
          <a:p>
            <a:pPr marL="324485" marR="5080" algn="just">
              <a:lnSpc>
                <a:spcPct val="114999"/>
              </a:lnSpc>
            </a:pPr>
            <a:r>
              <a:rPr sz="2500" dirty="0">
                <a:latin typeface="Trebuchet MS"/>
                <a:cs typeface="Trebuchet MS"/>
              </a:rPr>
              <a:t>Update</a:t>
            </a:r>
            <a:r>
              <a:rPr sz="2500" spc="105" dirty="0">
                <a:latin typeface="Trebuchet MS"/>
                <a:cs typeface="Trebuchet MS"/>
              </a:rPr>
              <a:t> </a:t>
            </a:r>
            <a:r>
              <a:rPr sz="2500" spc="-20" dirty="0">
                <a:latin typeface="Trebuchet MS"/>
                <a:cs typeface="Trebuchet MS"/>
              </a:rPr>
              <a:t>Registration</a:t>
            </a:r>
            <a:r>
              <a:rPr sz="2500" spc="105" dirty="0">
                <a:latin typeface="Trebuchet MS"/>
                <a:cs typeface="Trebuchet MS"/>
              </a:rPr>
              <a:t> </a:t>
            </a:r>
            <a:r>
              <a:rPr sz="2500" spc="-60" dirty="0">
                <a:latin typeface="Trebuchet MS"/>
                <a:cs typeface="Trebuchet MS"/>
              </a:rPr>
              <a:t>Information:</a:t>
            </a:r>
            <a:r>
              <a:rPr sz="2500" spc="105" dirty="0">
                <a:latin typeface="Trebuchet MS"/>
                <a:cs typeface="Trebuchet MS"/>
              </a:rPr>
              <a:t> </a:t>
            </a:r>
            <a:r>
              <a:rPr sz="2500" spc="-25" dirty="0">
                <a:latin typeface="Trebuchet MS"/>
                <a:cs typeface="Trebuchet MS"/>
              </a:rPr>
              <a:t>determine</a:t>
            </a:r>
            <a:r>
              <a:rPr sz="2500" spc="10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student</a:t>
            </a:r>
            <a:r>
              <a:rPr sz="2500" spc="10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to</a:t>
            </a:r>
            <a:r>
              <a:rPr sz="2500" spc="10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update</a:t>
            </a:r>
            <a:r>
              <a:rPr sz="2500" spc="10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using</a:t>
            </a:r>
            <a:r>
              <a:rPr sz="2500" spc="10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id,</a:t>
            </a:r>
            <a:r>
              <a:rPr sz="2500" spc="10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receive</a:t>
            </a:r>
            <a:r>
              <a:rPr sz="2500" spc="10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inputs</a:t>
            </a:r>
            <a:r>
              <a:rPr sz="2500" spc="10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and</a:t>
            </a:r>
            <a:r>
              <a:rPr sz="2500" spc="10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validate</a:t>
            </a:r>
            <a:r>
              <a:rPr sz="2500" spc="10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each</a:t>
            </a:r>
            <a:r>
              <a:rPr sz="2500" spc="105" dirty="0">
                <a:latin typeface="Trebuchet MS"/>
                <a:cs typeface="Trebuchet MS"/>
              </a:rPr>
              <a:t> </a:t>
            </a:r>
            <a:r>
              <a:rPr sz="2500" spc="-25" dirty="0">
                <a:latin typeface="Trebuchet MS"/>
                <a:cs typeface="Trebuchet MS"/>
              </a:rPr>
              <a:t>input.</a:t>
            </a:r>
            <a:r>
              <a:rPr sz="2500" spc="10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If</a:t>
            </a:r>
            <a:r>
              <a:rPr sz="2500" spc="110" dirty="0">
                <a:latin typeface="Trebuchet MS"/>
                <a:cs typeface="Trebuchet MS"/>
              </a:rPr>
              <a:t> </a:t>
            </a:r>
            <a:r>
              <a:rPr sz="2500" spc="-20" dirty="0">
                <a:latin typeface="Trebuchet MS"/>
                <a:cs typeface="Trebuchet MS"/>
              </a:rPr>
              <a:t>user </a:t>
            </a:r>
            <a:r>
              <a:rPr sz="2500" spc="-55" dirty="0">
                <a:latin typeface="Trebuchet MS"/>
                <a:cs typeface="Trebuchet MS"/>
              </a:rPr>
              <a:t>inputted</a:t>
            </a:r>
            <a:r>
              <a:rPr sz="2500" spc="-135" dirty="0">
                <a:latin typeface="Trebuchet MS"/>
                <a:cs typeface="Trebuchet MS"/>
              </a:rPr>
              <a:t> </a:t>
            </a:r>
            <a:r>
              <a:rPr sz="2500" spc="-70" dirty="0">
                <a:latin typeface="Trebuchet MS"/>
                <a:cs typeface="Trebuchet MS"/>
              </a:rPr>
              <a:t>nothing,</a:t>
            </a:r>
            <a:r>
              <a:rPr sz="2500" spc="-114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program</a:t>
            </a:r>
            <a:r>
              <a:rPr sz="2500" spc="-114" dirty="0">
                <a:latin typeface="Trebuchet MS"/>
                <a:cs typeface="Trebuchet MS"/>
              </a:rPr>
              <a:t> </a:t>
            </a:r>
            <a:r>
              <a:rPr sz="2500" spc="-110" dirty="0">
                <a:latin typeface="Trebuchet MS"/>
                <a:cs typeface="Trebuchet MS"/>
              </a:rPr>
              <a:t>will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keep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old</a:t>
            </a:r>
            <a:r>
              <a:rPr sz="2500" spc="-105" dirty="0">
                <a:latin typeface="Trebuchet MS"/>
                <a:cs typeface="Trebuchet MS"/>
              </a:rPr>
              <a:t> information,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if</a:t>
            </a:r>
            <a:r>
              <a:rPr sz="2500" spc="-105" dirty="0">
                <a:latin typeface="Trebuchet MS"/>
                <a:cs typeface="Trebuchet MS"/>
              </a:rPr>
              <a:t> </a:t>
            </a:r>
            <a:r>
              <a:rPr sz="2500" spc="-25" dirty="0">
                <a:latin typeface="Trebuchet MS"/>
                <a:cs typeface="Trebuchet MS"/>
              </a:rPr>
              <a:t>user</a:t>
            </a:r>
            <a:r>
              <a:rPr sz="2500" spc="-105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inputted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new</a:t>
            </a:r>
            <a:r>
              <a:rPr sz="2500" spc="-105" dirty="0">
                <a:latin typeface="Trebuchet MS"/>
                <a:cs typeface="Trebuchet MS"/>
              </a:rPr>
              <a:t> </a:t>
            </a:r>
            <a:r>
              <a:rPr sz="2500" spc="-35" dirty="0">
                <a:latin typeface="Trebuchet MS"/>
                <a:cs typeface="Trebuchet MS"/>
              </a:rPr>
              <a:t>valid</a:t>
            </a:r>
            <a:r>
              <a:rPr sz="2500" spc="-105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data,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the</a:t>
            </a:r>
            <a:r>
              <a:rPr sz="2500" spc="-105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program</a:t>
            </a:r>
            <a:r>
              <a:rPr sz="2500" spc="-105" dirty="0">
                <a:latin typeface="Trebuchet MS"/>
                <a:cs typeface="Trebuchet MS"/>
              </a:rPr>
              <a:t> </a:t>
            </a:r>
            <a:r>
              <a:rPr sz="2500" spc="-20" dirty="0">
                <a:latin typeface="Trebuchet MS"/>
                <a:cs typeface="Trebuchet MS"/>
              </a:rPr>
              <a:t>would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90" dirty="0">
                <a:latin typeface="Trebuchet MS"/>
                <a:cs typeface="Trebuchet MS"/>
              </a:rPr>
              <a:t>receive,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and</a:t>
            </a:r>
            <a:r>
              <a:rPr sz="2500" spc="-10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if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25" dirty="0">
                <a:latin typeface="Trebuchet MS"/>
                <a:cs typeface="Trebuchet MS"/>
              </a:rPr>
              <a:t>any </a:t>
            </a:r>
            <a:r>
              <a:rPr sz="2500" dirty="0">
                <a:latin typeface="Trebuchet MS"/>
                <a:cs typeface="Trebuchet MS"/>
              </a:rPr>
              <a:t>data</a:t>
            </a:r>
            <a:r>
              <a:rPr sz="2500" spc="-11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has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been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50" dirty="0">
                <a:latin typeface="Trebuchet MS"/>
                <a:cs typeface="Trebuchet MS"/>
              </a:rPr>
              <a:t>updated,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90" dirty="0">
                <a:latin typeface="Trebuchet MS"/>
                <a:cs typeface="Trebuchet MS"/>
              </a:rPr>
              <a:t>the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30" dirty="0">
                <a:latin typeface="Trebuchet MS"/>
                <a:cs typeface="Trebuchet MS"/>
              </a:rPr>
              <a:t>program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would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90" dirty="0">
                <a:latin typeface="Trebuchet MS"/>
                <a:cs typeface="Trebuchet MS"/>
              </a:rPr>
              <a:t>then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update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95" dirty="0">
                <a:latin typeface="Trebuchet MS"/>
                <a:cs typeface="Trebuchet MS"/>
              </a:rPr>
              <a:t>information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of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80" dirty="0">
                <a:latin typeface="Trebuchet MS"/>
                <a:cs typeface="Trebuchet MS"/>
              </a:rPr>
              <a:t>that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object</a:t>
            </a:r>
            <a:endParaRPr sz="2500">
              <a:latin typeface="Trebuchet MS"/>
              <a:cs typeface="Trebuchet MS"/>
            </a:endParaRPr>
          </a:p>
          <a:p>
            <a:pPr marL="324485" algn="just">
              <a:lnSpc>
                <a:spcPct val="100000"/>
              </a:lnSpc>
              <a:spcBef>
                <a:spcPts val="450"/>
              </a:spcBef>
            </a:pPr>
            <a:r>
              <a:rPr sz="2500" spc="-40" dirty="0">
                <a:latin typeface="Trebuchet MS"/>
                <a:cs typeface="Trebuchet MS"/>
              </a:rPr>
              <a:t>Display</a:t>
            </a:r>
            <a:r>
              <a:rPr sz="2500" spc="-130" dirty="0">
                <a:latin typeface="Trebuchet MS"/>
                <a:cs typeface="Trebuchet MS"/>
              </a:rPr>
              <a:t> </a:t>
            </a:r>
            <a:r>
              <a:rPr sz="2500" spc="-40" dirty="0">
                <a:latin typeface="Trebuchet MS"/>
                <a:cs typeface="Trebuchet MS"/>
              </a:rPr>
              <a:t>Registered</a:t>
            </a:r>
            <a:r>
              <a:rPr sz="2500" spc="-105" dirty="0">
                <a:latin typeface="Trebuchet MS"/>
                <a:cs typeface="Trebuchet MS"/>
              </a:rPr>
              <a:t> </a:t>
            </a:r>
            <a:r>
              <a:rPr sz="2500" spc="-175" dirty="0">
                <a:latin typeface="Trebuchet MS"/>
                <a:cs typeface="Trebuchet MS"/>
              </a:rPr>
              <a:t>List: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50" dirty="0">
                <a:latin typeface="Trebuchet MS"/>
                <a:cs typeface="Trebuchet MS"/>
              </a:rPr>
              <a:t>display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95" dirty="0">
                <a:latin typeface="Trebuchet MS"/>
                <a:cs typeface="Trebuchet MS"/>
              </a:rPr>
              <a:t>all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80" dirty="0">
                <a:latin typeface="Trebuchet MS"/>
                <a:cs typeface="Trebuchet MS"/>
              </a:rPr>
              <a:t>student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65" dirty="0">
                <a:latin typeface="Trebuchet MS"/>
                <a:cs typeface="Trebuchet MS"/>
              </a:rPr>
              <a:t>registrations</a:t>
            </a:r>
            <a:r>
              <a:rPr sz="2500" spc="-105" dirty="0">
                <a:latin typeface="Trebuchet MS"/>
                <a:cs typeface="Trebuchet MS"/>
              </a:rPr>
              <a:t> </a:t>
            </a:r>
            <a:r>
              <a:rPr sz="2500" spc="-20" dirty="0">
                <a:latin typeface="Trebuchet MS"/>
                <a:cs typeface="Trebuchet MS"/>
              </a:rPr>
              <a:t>using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105" dirty="0">
                <a:latin typeface="Trebuchet MS"/>
                <a:cs typeface="Trebuchet MS"/>
              </a:rPr>
              <a:t>a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35" dirty="0">
                <a:latin typeface="Trebuchet MS"/>
                <a:cs typeface="Trebuchet MS"/>
              </a:rPr>
              <a:t>table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format</a:t>
            </a:r>
            <a:endParaRPr sz="2500">
              <a:latin typeface="Trebuchet MS"/>
              <a:cs typeface="Trebuchet MS"/>
            </a:endParaRPr>
          </a:p>
          <a:p>
            <a:pPr marL="324485" marR="5080" algn="just">
              <a:lnSpc>
                <a:spcPct val="114999"/>
              </a:lnSpc>
            </a:pPr>
            <a:r>
              <a:rPr sz="2500" dirty="0">
                <a:latin typeface="Trebuchet MS"/>
                <a:cs typeface="Trebuchet MS"/>
              </a:rPr>
              <a:t>Delete</a:t>
            </a:r>
            <a:r>
              <a:rPr sz="2500" spc="70" dirty="0">
                <a:latin typeface="Trebuchet MS"/>
                <a:cs typeface="Trebuchet MS"/>
              </a:rPr>
              <a:t> </a:t>
            </a:r>
            <a:r>
              <a:rPr sz="2500" spc="-20" dirty="0">
                <a:latin typeface="Trebuchet MS"/>
                <a:cs typeface="Trebuchet MS"/>
              </a:rPr>
              <a:t>Registration</a:t>
            </a:r>
            <a:r>
              <a:rPr sz="2500" spc="75" dirty="0">
                <a:latin typeface="Trebuchet MS"/>
                <a:cs typeface="Trebuchet MS"/>
              </a:rPr>
              <a:t> </a:t>
            </a:r>
            <a:r>
              <a:rPr sz="2500" spc="-60" dirty="0">
                <a:latin typeface="Trebuchet MS"/>
                <a:cs typeface="Trebuchet MS"/>
              </a:rPr>
              <a:t>Information:</a:t>
            </a:r>
            <a:r>
              <a:rPr sz="2500" spc="75" dirty="0">
                <a:latin typeface="Trebuchet MS"/>
                <a:cs typeface="Trebuchet MS"/>
              </a:rPr>
              <a:t> </a:t>
            </a:r>
            <a:r>
              <a:rPr sz="2500" spc="-30" dirty="0">
                <a:latin typeface="Trebuchet MS"/>
                <a:cs typeface="Trebuchet MS"/>
              </a:rPr>
              <a:t>determine</a:t>
            </a:r>
            <a:r>
              <a:rPr sz="2500" spc="7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student</a:t>
            </a:r>
            <a:r>
              <a:rPr sz="2500" spc="7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to</a:t>
            </a:r>
            <a:r>
              <a:rPr sz="2500" spc="7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delete</a:t>
            </a:r>
            <a:r>
              <a:rPr sz="2500" spc="7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using</a:t>
            </a:r>
            <a:r>
              <a:rPr sz="2500" spc="7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id,</a:t>
            </a:r>
            <a:r>
              <a:rPr sz="2500" spc="7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display</a:t>
            </a:r>
            <a:r>
              <a:rPr sz="2500" spc="75" dirty="0">
                <a:latin typeface="Trebuchet MS"/>
                <a:cs typeface="Trebuchet MS"/>
              </a:rPr>
              <a:t> </a:t>
            </a:r>
            <a:r>
              <a:rPr sz="2500" spc="-25" dirty="0">
                <a:latin typeface="Trebuchet MS"/>
                <a:cs typeface="Trebuchet MS"/>
              </a:rPr>
              <a:t>relevant</a:t>
            </a:r>
            <a:r>
              <a:rPr sz="2500" spc="7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details</a:t>
            </a:r>
            <a:r>
              <a:rPr sz="2500" spc="7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and</a:t>
            </a:r>
            <a:r>
              <a:rPr sz="2500" spc="7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ask</a:t>
            </a:r>
            <a:r>
              <a:rPr sz="2500" spc="7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for</a:t>
            </a:r>
            <a:r>
              <a:rPr sz="2500" spc="75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confirmation </a:t>
            </a:r>
            <a:r>
              <a:rPr sz="2500" spc="-30" dirty="0">
                <a:latin typeface="Trebuchet MS"/>
                <a:cs typeface="Trebuchet MS"/>
              </a:rPr>
              <a:t>before</a:t>
            </a:r>
            <a:r>
              <a:rPr sz="2500" spc="-16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proceeding</a:t>
            </a:r>
            <a:r>
              <a:rPr sz="2500" spc="-110" dirty="0">
                <a:latin typeface="Trebuchet MS"/>
                <a:cs typeface="Trebuchet MS"/>
              </a:rPr>
              <a:t> </a:t>
            </a:r>
            <a:r>
              <a:rPr sz="2500" spc="-120" dirty="0">
                <a:latin typeface="Trebuchet MS"/>
                <a:cs typeface="Trebuchet MS"/>
              </a:rPr>
              <a:t>with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90" dirty="0">
                <a:latin typeface="Trebuchet MS"/>
                <a:cs typeface="Trebuchet MS"/>
              </a:rPr>
              <a:t>the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delete</a:t>
            </a:r>
            <a:r>
              <a:rPr sz="2500" spc="-105" dirty="0">
                <a:latin typeface="Trebuchet MS"/>
                <a:cs typeface="Trebuchet MS"/>
              </a:rPr>
              <a:t> </a:t>
            </a:r>
            <a:r>
              <a:rPr sz="2500" spc="-130" dirty="0">
                <a:latin typeface="Trebuchet MS"/>
                <a:cs typeface="Trebuchet MS"/>
              </a:rPr>
              <a:t>(if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85" dirty="0">
                <a:latin typeface="Trebuchet MS"/>
                <a:cs typeface="Trebuchet MS"/>
              </a:rPr>
              <a:t>yes)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85" dirty="0">
                <a:latin typeface="Trebuchet MS"/>
                <a:cs typeface="Trebuchet MS"/>
              </a:rPr>
              <a:t>or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cancel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and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backing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70" dirty="0">
                <a:latin typeface="Trebuchet MS"/>
                <a:cs typeface="Trebuchet MS"/>
              </a:rPr>
              <a:t>out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130" dirty="0">
                <a:latin typeface="Trebuchet MS"/>
                <a:cs typeface="Trebuchet MS"/>
              </a:rPr>
              <a:t>(if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25" dirty="0">
                <a:latin typeface="Trebuchet MS"/>
                <a:cs typeface="Trebuchet MS"/>
              </a:rPr>
              <a:t>no)</a:t>
            </a:r>
            <a:endParaRPr sz="2500">
              <a:latin typeface="Trebuchet MS"/>
              <a:cs typeface="Trebuchet MS"/>
            </a:endParaRPr>
          </a:p>
          <a:p>
            <a:pPr marL="324485" marR="5080" algn="just">
              <a:lnSpc>
                <a:spcPct val="114999"/>
              </a:lnSpc>
            </a:pPr>
            <a:r>
              <a:rPr sz="2500" dirty="0">
                <a:latin typeface="Trebuchet MS"/>
                <a:cs typeface="Trebuchet MS"/>
              </a:rPr>
              <a:t>Search</a:t>
            </a:r>
            <a:r>
              <a:rPr sz="2500" spc="-190" dirty="0">
                <a:latin typeface="Trebuchet MS"/>
                <a:cs typeface="Trebuchet MS"/>
              </a:rPr>
              <a:t> </a:t>
            </a:r>
            <a:r>
              <a:rPr sz="2500" spc="-60" dirty="0">
                <a:latin typeface="Trebuchet MS"/>
                <a:cs typeface="Trebuchet MS"/>
              </a:rPr>
              <a:t>Participants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60" dirty="0">
                <a:latin typeface="Trebuchet MS"/>
                <a:cs typeface="Trebuchet MS"/>
              </a:rPr>
              <a:t>by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90" dirty="0">
                <a:latin typeface="Trebuchet MS"/>
                <a:cs typeface="Trebuchet MS"/>
              </a:rPr>
              <a:t>Name: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20" dirty="0">
                <a:latin typeface="Trebuchet MS"/>
                <a:cs typeface="Trebuchet MS"/>
              </a:rPr>
              <a:t>search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80" dirty="0">
                <a:latin typeface="Trebuchet MS"/>
                <a:cs typeface="Trebuchet MS"/>
              </a:rPr>
              <a:t>student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120" dirty="0">
                <a:latin typeface="Trebuchet MS"/>
                <a:cs typeface="Trebuchet MS"/>
              </a:rPr>
              <a:t>from</a:t>
            </a:r>
            <a:r>
              <a:rPr sz="2500" spc="-65" dirty="0">
                <a:latin typeface="Trebuchet MS"/>
                <a:cs typeface="Trebuchet MS"/>
              </a:rPr>
              <a:t> </a:t>
            </a:r>
            <a:r>
              <a:rPr sz="2500" spc="-145" dirty="0">
                <a:latin typeface="Trebuchet MS"/>
                <a:cs typeface="Trebuchet MS"/>
              </a:rPr>
              <a:t>list</a:t>
            </a:r>
            <a:r>
              <a:rPr sz="2500" spc="-45" dirty="0">
                <a:latin typeface="Trebuchet MS"/>
                <a:cs typeface="Trebuchet MS"/>
              </a:rPr>
              <a:t> </a:t>
            </a:r>
            <a:r>
              <a:rPr sz="2500" spc="-20" dirty="0">
                <a:latin typeface="Trebuchet MS"/>
                <a:cs typeface="Trebuchet MS"/>
              </a:rPr>
              <a:t>using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30" dirty="0">
                <a:latin typeface="Trebuchet MS"/>
                <a:cs typeface="Trebuchet MS"/>
              </a:rPr>
              <a:t>name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85" dirty="0">
                <a:latin typeface="Trebuchet MS"/>
                <a:cs typeface="Trebuchet MS"/>
              </a:rPr>
              <a:t>or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70" dirty="0">
                <a:latin typeface="Trebuchet MS"/>
                <a:cs typeface="Trebuchet MS"/>
              </a:rPr>
              <a:t>partial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110" dirty="0">
                <a:latin typeface="Trebuchet MS"/>
                <a:cs typeface="Trebuchet MS"/>
              </a:rPr>
              <a:t>name,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90" dirty="0">
                <a:latin typeface="Trebuchet MS"/>
                <a:cs typeface="Trebuchet MS"/>
              </a:rPr>
              <a:t>then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50" dirty="0">
                <a:latin typeface="Trebuchet MS"/>
                <a:cs typeface="Trebuchet MS"/>
              </a:rPr>
              <a:t>display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40" dirty="0">
                <a:latin typeface="Trebuchet MS"/>
                <a:cs typeface="Trebuchet MS"/>
              </a:rPr>
              <a:t>matches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20" dirty="0">
                <a:latin typeface="Trebuchet MS"/>
                <a:cs typeface="Trebuchet MS"/>
              </a:rPr>
              <a:t>using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105" dirty="0">
                <a:latin typeface="Trebuchet MS"/>
                <a:cs typeface="Trebuchet MS"/>
              </a:rPr>
              <a:t>a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35" dirty="0">
                <a:latin typeface="Trebuchet MS"/>
                <a:cs typeface="Trebuchet MS"/>
              </a:rPr>
              <a:t>table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format </a:t>
            </a:r>
            <a:r>
              <a:rPr sz="2500" dirty="0">
                <a:latin typeface="Trebuchet MS"/>
                <a:cs typeface="Trebuchet MS"/>
              </a:rPr>
              <a:t>Filter</a:t>
            </a:r>
            <a:r>
              <a:rPr sz="2500" spc="34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Data</a:t>
            </a:r>
            <a:r>
              <a:rPr sz="2500" spc="34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by</a:t>
            </a:r>
            <a:r>
              <a:rPr sz="2500" spc="34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Campus:</a:t>
            </a:r>
            <a:r>
              <a:rPr sz="2500" spc="34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filter</a:t>
            </a:r>
            <a:r>
              <a:rPr sz="2500" spc="34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student</a:t>
            </a:r>
            <a:r>
              <a:rPr sz="2500" spc="34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from</a:t>
            </a:r>
            <a:r>
              <a:rPr sz="2500" spc="34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list</a:t>
            </a:r>
            <a:r>
              <a:rPr sz="2500" spc="34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based</a:t>
            </a:r>
            <a:r>
              <a:rPr sz="2500" spc="34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on</a:t>
            </a:r>
            <a:r>
              <a:rPr sz="2500" spc="34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an</a:t>
            </a:r>
            <a:r>
              <a:rPr sz="2500" spc="34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input</a:t>
            </a:r>
            <a:r>
              <a:rPr sz="2500" spc="34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of</a:t>
            </a:r>
            <a:r>
              <a:rPr sz="2500" spc="34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campus</a:t>
            </a:r>
            <a:r>
              <a:rPr sz="2500" spc="34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code,</a:t>
            </a:r>
            <a:r>
              <a:rPr sz="2500" spc="34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and</a:t>
            </a:r>
            <a:r>
              <a:rPr sz="2500" spc="34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calculate</a:t>
            </a:r>
            <a:r>
              <a:rPr sz="2500" spc="34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the</a:t>
            </a:r>
            <a:r>
              <a:rPr sz="2500" spc="34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total</a:t>
            </a:r>
            <a:r>
              <a:rPr sz="2500" spc="34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cost</a:t>
            </a:r>
            <a:r>
              <a:rPr sz="2500" spc="340" dirty="0">
                <a:latin typeface="Trebuchet MS"/>
                <a:cs typeface="Trebuchet MS"/>
              </a:rPr>
              <a:t> </a:t>
            </a:r>
            <a:r>
              <a:rPr sz="2500" spc="-25" dirty="0">
                <a:latin typeface="Trebuchet MS"/>
                <a:cs typeface="Trebuchet MS"/>
              </a:rPr>
              <a:t>of </a:t>
            </a:r>
            <a:r>
              <a:rPr sz="2500" spc="-65" dirty="0">
                <a:latin typeface="Trebuchet MS"/>
                <a:cs typeface="Trebuchet MS"/>
              </a:rPr>
              <a:t>registrations</a:t>
            </a:r>
            <a:r>
              <a:rPr sz="2500" spc="-12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of</a:t>
            </a:r>
            <a:r>
              <a:rPr sz="2500" spc="-120" dirty="0">
                <a:latin typeface="Trebuchet MS"/>
                <a:cs typeface="Trebuchet MS"/>
              </a:rPr>
              <a:t> </a:t>
            </a:r>
            <a:r>
              <a:rPr sz="2500" spc="-80" dirty="0">
                <a:latin typeface="Trebuchet MS"/>
                <a:cs typeface="Trebuchet MS"/>
              </a:rPr>
              <a:t>that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campus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165" dirty="0">
                <a:latin typeface="Trebuchet MS"/>
                <a:cs typeface="Trebuchet MS"/>
              </a:rPr>
              <a:t>only,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90" dirty="0">
                <a:latin typeface="Trebuchet MS"/>
                <a:cs typeface="Trebuchet MS"/>
              </a:rPr>
              <a:t>then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50" dirty="0">
                <a:latin typeface="Trebuchet MS"/>
                <a:cs typeface="Trebuchet MS"/>
              </a:rPr>
              <a:t>display</a:t>
            </a:r>
            <a:r>
              <a:rPr sz="2500" spc="-100" dirty="0">
                <a:latin typeface="Trebuchet MS"/>
                <a:cs typeface="Trebuchet MS"/>
              </a:rPr>
              <a:t> filtered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105" dirty="0">
                <a:latin typeface="Trebuchet MS"/>
                <a:cs typeface="Trebuchet MS"/>
              </a:rPr>
              <a:t>results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20" dirty="0">
                <a:latin typeface="Trebuchet MS"/>
                <a:cs typeface="Trebuchet MS"/>
              </a:rPr>
              <a:t>using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105" dirty="0">
                <a:latin typeface="Trebuchet MS"/>
                <a:cs typeface="Trebuchet MS"/>
              </a:rPr>
              <a:t>a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35" dirty="0">
                <a:latin typeface="Trebuchet MS"/>
                <a:cs typeface="Trebuchet MS"/>
              </a:rPr>
              <a:t>table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format</a:t>
            </a:r>
            <a:endParaRPr sz="2500">
              <a:latin typeface="Trebuchet MS"/>
              <a:cs typeface="Trebuchet MS"/>
            </a:endParaRPr>
          </a:p>
          <a:p>
            <a:pPr marL="324485" marR="5080" algn="just">
              <a:lnSpc>
                <a:spcPct val="114999"/>
              </a:lnSpc>
            </a:pPr>
            <a:r>
              <a:rPr sz="2500" spc="-40" dirty="0">
                <a:latin typeface="Trebuchet MS"/>
                <a:cs typeface="Trebuchet MS"/>
              </a:rPr>
              <a:t>Statistics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of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60" dirty="0">
                <a:latin typeface="Trebuchet MS"/>
                <a:cs typeface="Trebuchet MS"/>
              </a:rPr>
              <a:t>Registration</a:t>
            </a:r>
            <a:r>
              <a:rPr sz="2500" spc="-85" dirty="0">
                <a:latin typeface="Trebuchet MS"/>
                <a:cs typeface="Trebuchet MS"/>
              </a:rPr>
              <a:t> Numbers </a:t>
            </a:r>
            <a:r>
              <a:rPr sz="2500" spc="-45" dirty="0">
                <a:latin typeface="Trebuchet MS"/>
                <a:cs typeface="Trebuchet MS"/>
              </a:rPr>
              <a:t>by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75" dirty="0">
                <a:latin typeface="Trebuchet MS"/>
                <a:cs typeface="Trebuchet MS"/>
              </a:rPr>
              <a:t>Location: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40" dirty="0">
                <a:latin typeface="Trebuchet MS"/>
                <a:cs typeface="Trebuchet MS"/>
              </a:rPr>
              <a:t>displays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70" dirty="0">
                <a:latin typeface="Trebuchet MS"/>
                <a:cs typeface="Trebuchet MS"/>
              </a:rPr>
              <a:t>statistics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on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80" dirty="0">
                <a:latin typeface="Trebuchet MS"/>
                <a:cs typeface="Trebuchet MS"/>
              </a:rPr>
              <a:t>the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95" dirty="0">
                <a:latin typeface="Trebuchet MS"/>
                <a:cs typeface="Trebuchet MS"/>
              </a:rPr>
              <a:t>number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of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70" dirty="0">
                <a:latin typeface="Trebuchet MS"/>
                <a:cs typeface="Trebuchet MS"/>
              </a:rPr>
              <a:t>students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45" dirty="0">
                <a:latin typeface="Trebuchet MS"/>
                <a:cs typeface="Trebuchet MS"/>
              </a:rPr>
              <a:t>by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50" dirty="0">
                <a:latin typeface="Trebuchet MS"/>
                <a:cs typeface="Trebuchet MS"/>
              </a:rPr>
              <a:t>registered</a:t>
            </a:r>
            <a:r>
              <a:rPr sz="2500" spc="-85" dirty="0">
                <a:latin typeface="Trebuchet MS"/>
                <a:cs typeface="Trebuchet MS"/>
              </a:rPr>
              <a:t> location, </a:t>
            </a:r>
            <a:r>
              <a:rPr sz="2500" dirty="0">
                <a:latin typeface="Trebuchet MS"/>
                <a:cs typeface="Trebuchet MS"/>
              </a:rPr>
              <a:t>as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110" dirty="0">
                <a:latin typeface="Trebuchet MS"/>
                <a:cs typeface="Trebuchet MS"/>
              </a:rPr>
              <a:t>well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25" dirty="0">
                <a:latin typeface="Trebuchet MS"/>
                <a:cs typeface="Trebuchet MS"/>
              </a:rPr>
              <a:t>as </a:t>
            </a:r>
            <a:r>
              <a:rPr sz="2500" spc="-35" dirty="0">
                <a:latin typeface="Trebuchet MS"/>
                <a:cs typeface="Trebuchet MS"/>
              </a:rPr>
              <a:t>calculate</a:t>
            </a:r>
            <a:r>
              <a:rPr sz="2500" spc="-155" dirty="0">
                <a:latin typeface="Trebuchet MS"/>
                <a:cs typeface="Trebuchet MS"/>
              </a:rPr>
              <a:t> </a:t>
            </a:r>
            <a:r>
              <a:rPr sz="2500" spc="-90" dirty="0">
                <a:latin typeface="Trebuchet MS"/>
                <a:cs typeface="Trebuchet MS"/>
              </a:rPr>
              <a:t>the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80" dirty="0">
                <a:latin typeface="Trebuchet MS"/>
                <a:cs typeface="Trebuchet MS"/>
              </a:rPr>
              <a:t>total</a:t>
            </a:r>
            <a:r>
              <a:rPr sz="2500" spc="-11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cost</a:t>
            </a:r>
            <a:r>
              <a:rPr sz="2500" spc="-12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of</a:t>
            </a:r>
            <a:r>
              <a:rPr sz="2500" spc="-114" dirty="0">
                <a:latin typeface="Trebuchet MS"/>
                <a:cs typeface="Trebuchet MS"/>
              </a:rPr>
              <a:t> </a:t>
            </a:r>
            <a:r>
              <a:rPr sz="2500" spc="-95" dirty="0">
                <a:latin typeface="Trebuchet MS"/>
                <a:cs typeface="Trebuchet MS"/>
              </a:rPr>
              <a:t>all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85" dirty="0">
                <a:latin typeface="Trebuchet MS"/>
                <a:cs typeface="Trebuchet MS"/>
              </a:rPr>
              <a:t>registrations,</a:t>
            </a:r>
            <a:r>
              <a:rPr sz="2500" spc="-105" dirty="0">
                <a:latin typeface="Trebuchet MS"/>
                <a:cs typeface="Trebuchet MS"/>
              </a:rPr>
              <a:t> </a:t>
            </a:r>
            <a:r>
              <a:rPr sz="2500" spc="-20" dirty="0">
                <a:latin typeface="Trebuchet MS"/>
                <a:cs typeface="Trebuchet MS"/>
              </a:rPr>
              <a:t>using</a:t>
            </a:r>
            <a:r>
              <a:rPr sz="2500" spc="-110" dirty="0">
                <a:latin typeface="Trebuchet MS"/>
                <a:cs typeface="Trebuchet MS"/>
              </a:rPr>
              <a:t> </a:t>
            </a:r>
            <a:r>
              <a:rPr sz="2500" spc="105" dirty="0">
                <a:latin typeface="Trebuchet MS"/>
                <a:cs typeface="Trebuchet MS"/>
              </a:rPr>
              <a:t>a</a:t>
            </a:r>
            <a:r>
              <a:rPr sz="2500" spc="-114" dirty="0">
                <a:latin typeface="Trebuchet MS"/>
                <a:cs typeface="Trebuchet MS"/>
              </a:rPr>
              <a:t> </a:t>
            </a:r>
            <a:r>
              <a:rPr sz="2500" spc="-35" dirty="0">
                <a:latin typeface="Trebuchet MS"/>
                <a:cs typeface="Trebuchet MS"/>
              </a:rPr>
              <a:t>table</a:t>
            </a:r>
            <a:r>
              <a:rPr sz="2500" spc="-11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format</a:t>
            </a:r>
            <a:endParaRPr sz="2500">
              <a:latin typeface="Trebuchet MS"/>
              <a:cs typeface="Trebuchet MS"/>
            </a:endParaRPr>
          </a:p>
          <a:p>
            <a:pPr marL="324485" marR="5080" algn="just">
              <a:lnSpc>
                <a:spcPct val="114999"/>
              </a:lnSpc>
            </a:pPr>
            <a:r>
              <a:rPr sz="2500" dirty="0">
                <a:latin typeface="Trebuchet MS"/>
                <a:cs typeface="Trebuchet MS"/>
              </a:rPr>
              <a:t>Save</a:t>
            </a:r>
            <a:r>
              <a:rPr sz="2500" spc="7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Data</a:t>
            </a:r>
            <a:r>
              <a:rPr sz="2500" spc="7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to</a:t>
            </a:r>
            <a:r>
              <a:rPr sz="2500" spc="75" dirty="0">
                <a:latin typeface="Trebuchet MS"/>
                <a:cs typeface="Trebuchet MS"/>
              </a:rPr>
              <a:t> </a:t>
            </a:r>
            <a:r>
              <a:rPr sz="2500" spc="-50" dirty="0">
                <a:latin typeface="Trebuchet MS"/>
                <a:cs typeface="Trebuchet MS"/>
              </a:rPr>
              <a:t>File:</a:t>
            </a:r>
            <a:r>
              <a:rPr sz="2500" spc="75" dirty="0">
                <a:latin typeface="Trebuchet MS"/>
                <a:cs typeface="Trebuchet MS"/>
              </a:rPr>
              <a:t> </a:t>
            </a:r>
            <a:r>
              <a:rPr sz="2500" spc="-30" dirty="0">
                <a:latin typeface="Trebuchet MS"/>
                <a:cs typeface="Trebuchet MS"/>
              </a:rPr>
              <a:t>Prompt</a:t>
            </a:r>
            <a:r>
              <a:rPr sz="2500" spc="7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user</a:t>
            </a:r>
            <a:r>
              <a:rPr sz="2500" spc="7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if</a:t>
            </a:r>
            <a:r>
              <a:rPr sz="2500" spc="7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they</a:t>
            </a:r>
            <a:r>
              <a:rPr sz="2500" spc="7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want</a:t>
            </a:r>
            <a:r>
              <a:rPr sz="2500" spc="7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to</a:t>
            </a:r>
            <a:r>
              <a:rPr sz="2500" spc="7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save</a:t>
            </a:r>
            <a:r>
              <a:rPr sz="2500" spc="7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now</a:t>
            </a:r>
            <a:r>
              <a:rPr sz="2500" spc="75" dirty="0">
                <a:latin typeface="Trebuchet MS"/>
                <a:cs typeface="Trebuchet MS"/>
              </a:rPr>
              <a:t> </a:t>
            </a:r>
            <a:r>
              <a:rPr sz="2500" spc="-20" dirty="0">
                <a:latin typeface="Trebuchet MS"/>
                <a:cs typeface="Trebuchet MS"/>
              </a:rPr>
              <a:t>(provided</a:t>
            </a:r>
            <a:r>
              <a:rPr sz="2500" spc="7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there</a:t>
            </a:r>
            <a:r>
              <a:rPr sz="2500" spc="7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are</a:t>
            </a:r>
            <a:r>
              <a:rPr sz="2500" spc="7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unsaved</a:t>
            </a:r>
            <a:r>
              <a:rPr sz="2500" spc="7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changes).</a:t>
            </a:r>
            <a:r>
              <a:rPr sz="2500" spc="7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If</a:t>
            </a:r>
            <a:r>
              <a:rPr sz="2500" spc="75" dirty="0">
                <a:latin typeface="Trebuchet MS"/>
                <a:cs typeface="Trebuchet MS"/>
              </a:rPr>
              <a:t> </a:t>
            </a:r>
            <a:r>
              <a:rPr sz="2500" spc="-25" dirty="0">
                <a:latin typeface="Trebuchet MS"/>
                <a:cs typeface="Trebuchet MS"/>
              </a:rPr>
              <a:t>yes,</a:t>
            </a:r>
            <a:r>
              <a:rPr sz="2500" spc="7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save</a:t>
            </a:r>
            <a:r>
              <a:rPr sz="2500" spc="7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all</a:t>
            </a:r>
            <a:r>
              <a:rPr sz="2500" spc="7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data</a:t>
            </a:r>
            <a:r>
              <a:rPr sz="2500" spc="75" dirty="0">
                <a:latin typeface="Trebuchet MS"/>
                <a:cs typeface="Trebuchet MS"/>
              </a:rPr>
              <a:t> </a:t>
            </a:r>
            <a:r>
              <a:rPr sz="2500" spc="-25" dirty="0">
                <a:latin typeface="Trebuchet MS"/>
                <a:cs typeface="Trebuchet MS"/>
              </a:rPr>
              <a:t>to </a:t>
            </a:r>
            <a:r>
              <a:rPr sz="2500" spc="-80" dirty="0">
                <a:latin typeface="Trebuchet MS"/>
                <a:cs typeface="Trebuchet MS"/>
              </a:rPr>
              <a:t>registrations.dat. </a:t>
            </a:r>
            <a:r>
              <a:rPr sz="2500" spc="-114" dirty="0">
                <a:latin typeface="Trebuchet MS"/>
                <a:cs typeface="Trebuchet MS"/>
              </a:rPr>
              <a:t>If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145" dirty="0">
                <a:latin typeface="Trebuchet MS"/>
                <a:cs typeface="Trebuchet MS"/>
              </a:rPr>
              <a:t>no,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85" dirty="0">
                <a:latin typeface="Trebuchet MS"/>
                <a:cs typeface="Trebuchet MS"/>
              </a:rPr>
              <a:t>resume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30" dirty="0">
                <a:latin typeface="Trebuchet MS"/>
                <a:cs typeface="Trebuchet MS"/>
              </a:rPr>
              <a:t>session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105" dirty="0">
                <a:latin typeface="Trebuchet MS"/>
                <a:cs typeface="Trebuchet MS"/>
              </a:rPr>
              <a:t>without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saving</a:t>
            </a:r>
            <a:endParaRPr sz="2500">
              <a:latin typeface="Trebuchet MS"/>
              <a:cs typeface="Trebuchet MS"/>
            </a:endParaRPr>
          </a:p>
          <a:p>
            <a:pPr marL="324485" marR="5080" algn="just">
              <a:lnSpc>
                <a:spcPct val="114999"/>
              </a:lnSpc>
            </a:pPr>
            <a:r>
              <a:rPr sz="2500" spc="-65" dirty="0">
                <a:latin typeface="Trebuchet MS"/>
                <a:cs typeface="Trebuchet MS"/>
              </a:rPr>
              <a:t>Exit</a:t>
            </a:r>
            <a:r>
              <a:rPr sz="2500" spc="-125" dirty="0">
                <a:latin typeface="Trebuchet MS"/>
                <a:cs typeface="Trebuchet MS"/>
              </a:rPr>
              <a:t> </a:t>
            </a:r>
            <a:r>
              <a:rPr sz="2500" spc="-20" dirty="0">
                <a:latin typeface="Trebuchet MS"/>
                <a:cs typeface="Trebuchet MS"/>
              </a:rPr>
              <a:t>the</a:t>
            </a:r>
            <a:r>
              <a:rPr sz="2500" spc="-165" dirty="0">
                <a:latin typeface="Trebuchet MS"/>
                <a:cs typeface="Trebuchet MS"/>
              </a:rPr>
              <a:t> </a:t>
            </a:r>
            <a:r>
              <a:rPr sz="2500" spc="-60" dirty="0">
                <a:latin typeface="Trebuchet MS"/>
                <a:cs typeface="Trebuchet MS"/>
              </a:rPr>
              <a:t>Program:</a:t>
            </a:r>
            <a:r>
              <a:rPr sz="2500" spc="-130" dirty="0">
                <a:latin typeface="Trebuchet MS"/>
                <a:cs typeface="Trebuchet MS"/>
              </a:rPr>
              <a:t> </a:t>
            </a:r>
            <a:r>
              <a:rPr sz="2500" spc="-80" dirty="0">
                <a:latin typeface="Trebuchet MS"/>
                <a:cs typeface="Trebuchet MS"/>
              </a:rPr>
              <a:t>exit</a:t>
            </a:r>
            <a:r>
              <a:rPr sz="2500" spc="-105" dirty="0">
                <a:latin typeface="Trebuchet MS"/>
                <a:cs typeface="Trebuchet MS"/>
              </a:rPr>
              <a:t> </a:t>
            </a:r>
            <a:r>
              <a:rPr sz="2500" spc="-20" dirty="0">
                <a:latin typeface="Trebuchet MS"/>
                <a:cs typeface="Trebuchet MS"/>
              </a:rPr>
              <a:t>the</a:t>
            </a:r>
            <a:r>
              <a:rPr sz="2500" spc="-170" dirty="0">
                <a:latin typeface="Trebuchet MS"/>
                <a:cs typeface="Trebuchet MS"/>
              </a:rPr>
              <a:t> </a:t>
            </a:r>
            <a:r>
              <a:rPr sz="2500" spc="-45" dirty="0">
                <a:latin typeface="Trebuchet MS"/>
                <a:cs typeface="Trebuchet MS"/>
              </a:rPr>
              <a:t>program.</a:t>
            </a:r>
            <a:r>
              <a:rPr sz="2500" spc="-13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If</a:t>
            </a:r>
            <a:r>
              <a:rPr sz="2500" spc="-110" dirty="0">
                <a:latin typeface="Trebuchet MS"/>
                <a:cs typeface="Trebuchet MS"/>
              </a:rPr>
              <a:t> </a:t>
            </a:r>
            <a:r>
              <a:rPr sz="2500" spc="-65" dirty="0">
                <a:latin typeface="Trebuchet MS"/>
                <a:cs typeface="Trebuchet MS"/>
              </a:rPr>
              <a:t>there</a:t>
            </a:r>
            <a:r>
              <a:rPr sz="2500" spc="-11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are</a:t>
            </a:r>
            <a:r>
              <a:rPr sz="2500" spc="-110" dirty="0">
                <a:latin typeface="Trebuchet MS"/>
                <a:cs typeface="Trebuchet MS"/>
              </a:rPr>
              <a:t> </a:t>
            </a:r>
            <a:r>
              <a:rPr sz="2500" spc="-120" dirty="0">
                <a:latin typeface="Trebuchet MS"/>
                <a:cs typeface="Trebuchet MS"/>
              </a:rPr>
              <a:t>still</a:t>
            </a:r>
            <a:r>
              <a:rPr sz="2500" spc="-65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unsaved</a:t>
            </a:r>
            <a:r>
              <a:rPr sz="2500" spc="-110" dirty="0">
                <a:latin typeface="Trebuchet MS"/>
                <a:cs typeface="Trebuchet MS"/>
              </a:rPr>
              <a:t> </a:t>
            </a:r>
            <a:r>
              <a:rPr sz="2500" spc="-20" dirty="0">
                <a:latin typeface="Trebuchet MS"/>
                <a:cs typeface="Trebuchet MS"/>
              </a:rPr>
              <a:t>data,</a:t>
            </a:r>
            <a:r>
              <a:rPr sz="2500" spc="-110" dirty="0">
                <a:latin typeface="Trebuchet MS"/>
                <a:cs typeface="Trebuchet MS"/>
              </a:rPr>
              <a:t> </a:t>
            </a:r>
            <a:r>
              <a:rPr sz="2500" spc="-20" dirty="0">
                <a:latin typeface="Trebuchet MS"/>
                <a:cs typeface="Trebuchet MS"/>
              </a:rPr>
              <a:t>the</a:t>
            </a:r>
            <a:r>
              <a:rPr sz="2500" spc="-11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program</a:t>
            </a:r>
            <a:r>
              <a:rPr sz="2500" spc="-105" dirty="0">
                <a:latin typeface="Trebuchet MS"/>
                <a:cs typeface="Trebuchet MS"/>
              </a:rPr>
              <a:t> </a:t>
            </a:r>
            <a:r>
              <a:rPr sz="2500" spc="-125" dirty="0">
                <a:latin typeface="Trebuchet MS"/>
                <a:cs typeface="Trebuchet MS"/>
              </a:rPr>
              <a:t>will</a:t>
            </a:r>
            <a:r>
              <a:rPr sz="2500" spc="-65" dirty="0">
                <a:latin typeface="Trebuchet MS"/>
                <a:cs typeface="Trebuchet MS"/>
              </a:rPr>
              <a:t> </a:t>
            </a:r>
            <a:r>
              <a:rPr sz="2500" spc="-60" dirty="0">
                <a:latin typeface="Trebuchet MS"/>
                <a:cs typeface="Trebuchet MS"/>
              </a:rPr>
              <a:t>prompt</a:t>
            </a:r>
            <a:r>
              <a:rPr sz="2500" spc="-110" dirty="0">
                <a:latin typeface="Trebuchet MS"/>
                <a:cs typeface="Trebuchet MS"/>
              </a:rPr>
              <a:t> </a:t>
            </a:r>
            <a:r>
              <a:rPr sz="2500" spc="-40" dirty="0">
                <a:latin typeface="Trebuchet MS"/>
                <a:cs typeface="Trebuchet MS"/>
              </a:rPr>
              <a:t>user</a:t>
            </a:r>
            <a:r>
              <a:rPr sz="2500" spc="-10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to</a:t>
            </a:r>
            <a:r>
              <a:rPr sz="2500" spc="-11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save</a:t>
            </a:r>
            <a:r>
              <a:rPr sz="2500" spc="-110" dirty="0">
                <a:latin typeface="Trebuchet MS"/>
                <a:cs typeface="Trebuchet MS"/>
              </a:rPr>
              <a:t> </a:t>
            </a:r>
            <a:r>
              <a:rPr sz="2500" spc="-125" dirty="0">
                <a:latin typeface="Trebuchet MS"/>
                <a:cs typeface="Trebuchet MS"/>
              </a:rPr>
              <a:t>first.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If</a:t>
            </a:r>
            <a:r>
              <a:rPr sz="2500" spc="-110" dirty="0">
                <a:latin typeface="Trebuchet MS"/>
                <a:cs typeface="Trebuchet MS"/>
              </a:rPr>
              <a:t> </a:t>
            </a:r>
            <a:r>
              <a:rPr sz="2500" spc="-114" dirty="0">
                <a:latin typeface="Trebuchet MS"/>
                <a:cs typeface="Trebuchet MS"/>
              </a:rPr>
              <a:t>yes,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save</a:t>
            </a:r>
            <a:r>
              <a:rPr sz="2500" spc="-110" dirty="0">
                <a:latin typeface="Trebuchet MS"/>
                <a:cs typeface="Trebuchet MS"/>
              </a:rPr>
              <a:t> </a:t>
            </a:r>
            <a:r>
              <a:rPr sz="2500" spc="-25" dirty="0">
                <a:latin typeface="Trebuchet MS"/>
                <a:cs typeface="Trebuchet MS"/>
              </a:rPr>
              <a:t>all </a:t>
            </a:r>
            <a:r>
              <a:rPr sz="2500" dirty="0">
                <a:latin typeface="Trebuchet MS"/>
                <a:cs typeface="Trebuchet MS"/>
              </a:rPr>
              <a:t>data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35" dirty="0">
                <a:latin typeface="Trebuchet MS"/>
                <a:cs typeface="Trebuchet MS"/>
              </a:rPr>
              <a:t>to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70" dirty="0">
                <a:latin typeface="Trebuchet MS"/>
                <a:cs typeface="Trebuchet MS"/>
              </a:rPr>
              <a:t>registrations.dat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and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114" dirty="0">
                <a:latin typeface="Trebuchet MS"/>
                <a:cs typeface="Trebuchet MS"/>
              </a:rPr>
              <a:t>exit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90" dirty="0">
                <a:latin typeface="Trebuchet MS"/>
                <a:cs typeface="Trebuchet MS"/>
              </a:rPr>
              <a:t>the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60" dirty="0">
                <a:latin typeface="Trebuchet MS"/>
                <a:cs typeface="Trebuchet MS"/>
              </a:rPr>
              <a:t>session.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114" dirty="0">
                <a:latin typeface="Trebuchet MS"/>
                <a:cs typeface="Trebuchet MS"/>
              </a:rPr>
              <a:t>If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145" dirty="0">
                <a:latin typeface="Trebuchet MS"/>
                <a:cs typeface="Trebuchet MS"/>
              </a:rPr>
              <a:t>no,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114" dirty="0">
                <a:latin typeface="Trebuchet MS"/>
                <a:cs typeface="Trebuchet MS"/>
              </a:rPr>
              <a:t>exit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90" dirty="0">
                <a:latin typeface="Trebuchet MS"/>
                <a:cs typeface="Trebuchet MS"/>
              </a:rPr>
              <a:t>the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30" dirty="0">
                <a:latin typeface="Trebuchet MS"/>
                <a:cs typeface="Trebuchet MS"/>
              </a:rPr>
              <a:t>session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100" dirty="0">
                <a:latin typeface="Trebuchet MS"/>
                <a:cs typeface="Trebuchet MS"/>
              </a:rPr>
              <a:t>immediately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114" dirty="0">
                <a:latin typeface="Trebuchet MS"/>
                <a:cs typeface="Trebuchet MS"/>
              </a:rPr>
              <a:t>(without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saving)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xfrm>
            <a:off x="7051724" y="235829"/>
            <a:ext cx="418465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Program</a:t>
            </a:r>
            <a:r>
              <a:rPr spc="-250" dirty="0"/>
              <a:t> </a:t>
            </a:r>
            <a:r>
              <a:rPr spc="-20" dirty="0"/>
              <a:t>Flow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7097" y="2584419"/>
            <a:ext cx="104775" cy="1047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7097" y="3079719"/>
            <a:ext cx="104775" cy="1047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7097" y="3575019"/>
            <a:ext cx="104775" cy="1047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7097" y="4070318"/>
            <a:ext cx="104775" cy="1047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7097" y="4565618"/>
            <a:ext cx="104775" cy="104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7097" y="5060918"/>
            <a:ext cx="104775" cy="1047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7097" y="5556218"/>
            <a:ext cx="104775" cy="1047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7097" y="6051518"/>
            <a:ext cx="104775" cy="10477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50547" y="1804632"/>
            <a:ext cx="15267940" cy="448310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2800" spc="-90" dirty="0">
                <a:latin typeface="Trebuchet MS"/>
                <a:cs typeface="Trebuchet MS"/>
              </a:rPr>
              <a:t>Example:</a:t>
            </a:r>
            <a:r>
              <a:rPr sz="2800" spc="-12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"New</a:t>
            </a:r>
            <a:r>
              <a:rPr sz="2800" spc="-120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Registration"</a:t>
            </a:r>
            <a:r>
              <a:rPr sz="2800" spc="-114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process:</a:t>
            </a:r>
            <a:endParaRPr sz="2800">
              <a:latin typeface="Trebuchet MS"/>
              <a:cs typeface="Trebuchet MS"/>
            </a:endParaRPr>
          </a:p>
          <a:p>
            <a:pPr marL="616585" marR="5023485">
              <a:lnSpc>
                <a:spcPct val="116100"/>
              </a:lnSpc>
            </a:pPr>
            <a:r>
              <a:rPr sz="2800" dirty="0">
                <a:latin typeface="Trebuchet MS"/>
                <a:cs typeface="Trebuchet MS"/>
              </a:rPr>
              <a:t>Step</a:t>
            </a:r>
            <a:r>
              <a:rPr sz="2800" spc="-75" dirty="0">
                <a:latin typeface="Trebuchet MS"/>
                <a:cs typeface="Trebuchet MS"/>
              </a:rPr>
              <a:t> </a:t>
            </a:r>
            <a:r>
              <a:rPr sz="2800" spc="-480" dirty="0">
                <a:latin typeface="Trebuchet MS"/>
                <a:cs typeface="Trebuchet MS"/>
              </a:rPr>
              <a:t>1:</a:t>
            </a:r>
            <a:r>
              <a:rPr sz="2800" spc="-7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Get</a:t>
            </a:r>
            <a:r>
              <a:rPr sz="2800" spc="-75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the</a:t>
            </a:r>
            <a:r>
              <a:rPr sz="2800" spc="-75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current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-160" dirty="0">
                <a:latin typeface="Trebuchet MS"/>
                <a:cs typeface="Trebuchet MS"/>
              </a:rPr>
              <a:t>list</a:t>
            </a:r>
            <a:r>
              <a:rPr sz="2800" spc="-7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of</a:t>
            </a:r>
            <a:r>
              <a:rPr sz="2800" spc="-75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registered</a:t>
            </a:r>
            <a:r>
              <a:rPr sz="2800" spc="-75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students</a:t>
            </a:r>
            <a:r>
              <a:rPr sz="2800" spc="-75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for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validation. </a:t>
            </a:r>
            <a:r>
              <a:rPr sz="2800" dirty="0">
                <a:latin typeface="Trebuchet MS"/>
                <a:cs typeface="Trebuchet MS"/>
              </a:rPr>
              <a:t>Step</a:t>
            </a:r>
            <a:r>
              <a:rPr sz="2800" spc="-11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2:</a:t>
            </a:r>
            <a:r>
              <a:rPr sz="2800" spc="-95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Prompt</a:t>
            </a:r>
            <a:r>
              <a:rPr sz="2800" spc="-95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the </a:t>
            </a:r>
            <a:r>
              <a:rPr sz="2800" spc="-85" dirty="0">
                <a:latin typeface="Trebuchet MS"/>
                <a:cs typeface="Trebuchet MS"/>
              </a:rPr>
              <a:t>user</a:t>
            </a:r>
            <a:r>
              <a:rPr sz="2800" spc="-100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for</a:t>
            </a:r>
            <a:r>
              <a:rPr sz="2800" spc="-100" dirty="0">
                <a:latin typeface="Trebuchet MS"/>
                <a:cs typeface="Trebuchet MS"/>
              </a:rPr>
              <a:t> </a:t>
            </a:r>
            <a:r>
              <a:rPr sz="2800" spc="114" dirty="0">
                <a:latin typeface="Trebuchet MS"/>
                <a:cs typeface="Trebuchet MS"/>
              </a:rPr>
              <a:t>a</a:t>
            </a:r>
            <a:r>
              <a:rPr sz="2800" spc="-100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Student</a:t>
            </a:r>
            <a:r>
              <a:rPr sz="2800" spc="-10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Id.</a:t>
            </a:r>
            <a:endParaRPr sz="2800">
              <a:latin typeface="Trebuchet MS"/>
              <a:cs typeface="Trebuchet MS"/>
            </a:endParaRPr>
          </a:p>
          <a:p>
            <a:pPr marL="616585">
              <a:lnSpc>
                <a:spcPct val="100000"/>
              </a:lnSpc>
              <a:spcBef>
                <a:spcPts val="540"/>
              </a:spcBef>
            </a:pPr>
            <a:r>
              <a:rPr sz="2800" dirty="0">
                <a:latin typeface="Trebuchet MS"/>
                <a:cs typeface="Trebuchet MS"/>
              </a:rPr>
              <a:t>Step</a:t>
            </a:r>
            <a:r>
              <a:rPr sz="2800" spc="-120" dirty="0">
                <a:latin typeface="Trebuchet MS"/>
                <a:cs typeface="Trebuchet MS"/>
              </a:rPr>
              <a:t> </a:t>
            </a:r>
            <a:r>
              <a:rPr sz="2800" spc="-160" dirty="0">
                <a:latin typeface="Trebuchet MS"/>
                <a:cs typeface="Trebuchet MS"/>
              </a:rPr>
              <a:t>3:</a:t>
            </a:r>
            <a:r>
              <a:rPr sz="2800" spc="-90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Validate</a:t>
            </a:r>
            <a:r>
              <a:rPr sz="2800" spc="-105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the</a:t>
            </a:r>
            <a:r>
              <a:rPr sz="2800" spc="-105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Student</a:t>
            </a:r>
            <a:r>
              <a:rPr sz="2800" spc="-105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Id</a:t>
            </a:r>
            <a:r>
              <a:rPr sz="2800" spc="-105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for</a:t>
            </a:r>
            <a:r>
              <a:rPr sz="2800" spc="-10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correct</a:t>
            </a:r>
            <a:r>
              <a:rPr sz="2800" spc="-105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format</a:t>
            </a:r>
            <a:r>
              <a:rPr sz="2800" spc="-10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105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uniqueness</a:t>
            </a:r>
            <a:r>
              <a:rPr sz="2800" spc="-10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against</a:t>
            </a:r>
            <a:r>
              <a:rPr sz="2800" spc="-105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the</a:t>
            </a:r>
            <a:r>
              <a:rPr sz="2800" spc="-105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existing</a:t>
            </a:r>
            <a:r>
              <a:rPr sz="2800" spc="-105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list.</a:t>
            </a:r>
            <a:endParaRPr sz="2800">
              <a:latin typeface="Trebuchet MS"/>
              <a:cs typeface="Trebuchet MS"/>
            </a:endParaRPr>
          </a:p>
          <a:p>
            <a:pPr marL="616585" marR="5080">
              <a:lnSpc>
                <a:spcPct val="116100"/>
              </a:lnSpc>
            </a:pPr>
            <a:r>
              <a:rPr sz="2800" dirty="0">
                <a:latin typeface="Trebuchet MS"/>
                <a:cs typeface="Trebuchet MS"/>
              </a:rPr>
              <a:t>Step</a:t>
            </a:r>
            <a:r>
              <a:rPr sz="2800" spc="-9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4:</a:t>
            </a:r>
            <a:r>
              <a:rPr sz="2800" spc="-85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Prompt</a:t>
            </a:r>
            <a:r>
              <a:rPr sz="2800" spc="-85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the</a:t>
            </a:r>
            <a:r>
              <a:rPr sz="2800" spc="-85" dirty="0">
                <a:latin typeface="Trebuchet MS"/>
                <a:cs typeface="Trebuchet MS"/>
              </a:rPr>
              <a:t> user for </a:t>
            </a:r>
            <a:r>
              <a:rPr sz="2800" spc="-120" dirty="0">
                <a:latin typeface="Trebuchet MS"/>
                <a:cs typeface="Trebuchet MS"/>
              </a:rPr>
              <a:t>name,</a:t>
            </a:r>
            <a:r>
              <a:rPr sz="2800" spc="-90" dirty="0">
                <a:latin typeface="Trebuchet MS"/>
                <a:cs typeface="Trebuchet MS"/>
              </a:rPr>
              <a:t> phone,</a:t>
            </a:r>
            <a:r>
              <a:rPr sz="2800" spc="-8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85" dirty="0">
                <a:latin typeface="Trebuchet MS"/>
                <a:cs typeface="Trebuchet MS"/>
              </a:rPr>
              <a:t> </a:t>
            </a:r>
            <a:r>
              <a:rPr sz="2800" spc="-150" dirty="0">
                <a:latin typeface="Trebuchet MS"/>
                <a:cs typeface="Trebuchet MS"/>
              </a:rPr>
              <a:t>email,</a:t>
            </a:r>
            <a:r>
              <a:rPr sz="2800" spc="-85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validating</a:t>
            </a:r>
            <a:r>
              <a:rPr sz="2800" spc="-8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each</a:t>
            </a:r>
            <a:r>
              <a:rPr sz="2800" spc="-85" dirty="0">
                <a:latin typeface="Trebuchet MS"/>
                <a:cs typeface="Trebuchet MS"/>
              </a:rPr>
              <a:t> for </a:t>
            </a:r>
            <a:r>
              <a:rPr sz="2800" spc="-95" dirty="0">
                <a:latin typeface="Trebuchet MS"/>
                <a:cs typeface="Trebuchet MS"/>
              </a:rPr>
              <a:t>format</a:t>
            </a:r>
            <a:r>
              <a:rPr sz="2800" spc="-9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8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uniqueness. </a:t>
            </a:r>
            <a:r>
              <a:rPr sz="2800" dirty="0">
                <a:latin typeface="Trebuchet MS"/>
                <a:cs typeface="Trebuchet MS"/>
              </a:rPr>
              <a:t>Step</a:t>
            </a:r>
            <a:r>
              <a:rPr sz="2800" spc="-90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5:</a:t>
            </a:r>
            <a:r>
              <a:rPr sz="2800" spc="-90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Prompt</a:t>
            </a:r>
            <a:r>
              <a:rPr sz="2800" spc="-90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for</a:t>
            </a:r>
            <a:r>
              <a:rPr sz="2800" spc="-90" dirty="0">
                <a:latin typeface="Trebuchet MS"/>
                <a:cs typeface="Trebuchet MS"/>
              </a:rPr>
              <a:t> </a:t>
            </a:r>
            <a:r>
              <a:rPr sz="2800" spc="114" dirty="0">
                <a:latin typeface="Trebuchet MS"/>
                <a:cs typeface="Trebuchet MS"/>
              </a:rPr>
              <a:t>a</a:t>
            </a:r>
            <a:r>
              <a:rPr sz="2800" spc="-85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Mountain</a:t>
            </a:r>
            <a:r>
              <a:rPr sz="2800" spc="-90" dirty="0">
                <a:latin typeface="Trebuchet MS"/>
                <a:cs typeface="Trebuchet MS"/>
              </a:rPr>
              <a:t> </a:t>
            </a:r>
            <a:r>
              <a:rPr sz="2800" spc="95" dirty="0">
                <a:latin typeface="Trebuchet MS"/>
                <a:cs typeface="Trebuchet MS"/>
              </a:rPr>
              <a:t>Code</a:t>
            </a:r>
            <a:r>
              <a:rPr sz="2800" spc="-9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90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validate</a:t>
            </a:r>
            <a:r>
              <a:rPr sz="2800" spc="-90" dirty="0">
                <a:latin typeface="Trebuchet MS"/>
                <a:cs typeface="Trebuchet MS"/>
              </a:rPr>
              <a:t> </a:t>
            </a:r>
            <a:r>
              <a:rPr sz="2800" spc="-135" dirty="0">
                <a:latin typeface="Trebuchet MS"/>
                <a:cs typeface="Trebuchet MS"/>
              </a:rPr>
              <a:t>its</a:t>
            </a:r>
            <a:r>
              <a:rPr sz="2800" spc="-8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existence.</a:t>
            </a:r>
            <a:endParaRPr sz="2800">
              <a:latin typeface="Trebuchet MS"/>
              <a:cs typeface="Trebuchet MS"/>
            </a:endParaRPr>
          </a:p>
          <a:p>
            <a:pPr marL="616585" marR="2485390" algn="just">
              <a:lnSpc>
                <a:spcPct val="116100"/>
              </a:lnSpc>
            </a:pPr>
            <a:r>
              <a:rPr sz="2800" dirty="0">
                <a:latin typeface="Trebuchet MS"/>
                <a:cs typeface="Trebuchet MS"/>
              </a:rPr>
              <a:t>Step</a:t>
            </a:r>
            <a:r>
              <a:rPr sz="2800" spc="-195" dirty="0">
                <a:latin typeface="Trebuchet MS"/>
                <a:cs typeface="Trebuchet MS"/>
              </a:rPr>
              <a:t> </a:t>
            </a:r>
            <a:r>
              <a:rPr sz="2800" spc="-204" dirty="0">
                <a:latin typeface="Trebuchet MS"/>
                <a:cs typeface="Trebuchet MS"/>
              </a:rPr>
              <a:t>6:</a:t>
            </a:r>
            <a:r>
              <a:rPr sz="2800" spc="-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Calculate</a:t>
            </a:r>
            <a:r>
              <a:rPr sz="2800" spc="-90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the</a:t>
            </a:r>
            <a:r>
              <a:rPr sz="2800" spc="-90" dirty="0">
                <a:latin typeface="Trebuchet MS"/>
                <a:cs typeface="Trebuchet MS"/>
              </a:rPr>
              <a:t> </a:t>
            </a:r>
            <a:r>
              <a:rPr sz="2800" spc="-135" dirty="0">
                <a:latin typeface="Trebuchet MS"/>
                <a:cs typeface="Trebuchet MS"/>
              </a:rPr>
              <a:t>tuition</a:t>
            </a:r>
            <a:r>
              <a:rPr sz="2800" spc="-7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fee</a:t>
            </a:r>
            <a:r>
              <a:rPr sz="2800" spc="-9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based</a:t>
            </a:r>
            <a:r>
              <a:rPr sz="2800" spc="-9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on</a:t>
            </a:r>
            <a:r>
              <a:rPr sz="2800" spc="-90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the</a:t>
            </a:r>
            <a:r>
              <a:rPr sz="2800" spc="-90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phone</a:t>
            </a:r>
            <a:r>
              <a:rPr sz="2800" spc="-90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number's</a:t>
            </a:r>
            <a:r>
              <a:rPr sz="2800" spc="-90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service</a:t>
            </a:r>
            <a:r>
              <a:rPr sz="2800" spc="-90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provider. </a:t>
            </a:r>
            <a:r>
              <a:rPr sz="2800" dirty="0">
                <a:latin typeface="Trebuchet MS"/>
                <a:cs typeface="Trebuchet MS"/>
              </a:rPr>
              <a:t>Step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270" dirty="0">
                <a:latin typeface="Trebuchet MS"/>
                <a:cs typeface="Trebuchet MS"/>
              </a:rPr>
              <a:t>7:</a:t>
            </a:r>
            <a:r>
              <a:rPr sz="2800" spc="6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Create</a:t>
            </a:r>
            <a:r>
              <a:rPr sz="2800" spc="-185" dirty="0">
                <a:latin typeface="Trebuchet MS"/>
                <a:cs typeface="Trebuchet MS"/>
              </a:rPr>
              <a:t> </a:t>
            </a:r>
            <a:r>
              <a:rPr sz="2800" spc="114" dirty="0">
                <a:latin typeface="Trebuchet MS"/>
                <a:cs typeface="Trebuchet MS"/>
              </a:rPr>
              <a:t>a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-30" dirty="0">
                <a:latin typeface="Trebuchet MS"/>
                <a:cs typeface="Trebuchet MS"/>
              </a:rPr>
              <a:t>new</a:t>
            </a:r>
            <a:r>
              <a:rPr sz="2800" spc="-75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Student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object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-145" dirty="0">
                <a:latin typeface="Trebuchet MS"/>
                <a:cs typeface="Trebuchet MS"/>
              </a:rPr>
              <a:t>with</a:t>
            </a:r>
            <a:r>
              <a:rPr sz="2800" spc="-65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inputted</a:t>
            </a:r>
            <a:r>
              <a:rPr sz="2800" spc="-75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details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55" dirty="0">
                <a:latin typeface="Trebuchet MS"/>
                <a:cs typeface="Trebuchet MS"/>
              </a:rPr>
              <a:t>add</a:t>
            </a:r>
            <a:r>
              <a:rPr sz="2800" spc="-75" dirty="0">
                <a:latin typeface="Trebuchet MS"/>
                <a:cs typeface="Trebuchet MS"/>
              </a:rPr>
              <a:t> </a:t>
            </a:r>
            <a:r>
              <a:rPr sz="2800" spc="-245" dirty="0">
                <a:latin typeface="Trebuchet MS"/>
                <a:cs typeface="Trebuchet MS"/>
              </a:rPr>
              <a:t>it</a:t>
            </a:r>
            <a:r>
              <a:rPr sz="2800" spc="35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to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the</a:t>
            </a:r>
            <a:r>
              <a:rPr sz="2800" spc="-7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list. </a:t>
            </a:r>
            <a:r>
              <a:rPr sz="2800" dirty="0">
                <a:latin typeface="Trebuchet MS"/>
                <a:cs typeface="Trebuchet MS"/>
              </a:rPr>
              <a:t>Step</a:t>
            </a:r>
            <a:r>
              <a:rPr sz="2800" spc="-85" dirty="0">
                <a:latin typeface="Trebuchet MS"/>
                <a:cs typeface="Trebuchet MS"/>
              </a:rPr>
              <a:t> </a:t>
            </a:r>
            <a:r>
              <a:rPr sz="2800" spc="-155" dirty="0">
                <a:latin typeface="Trebuchet MS"/>
                <a:cs typeface="Trebuchet MS"/>
              </a:rPr>
              <a:t>8:</a:t>
            </a:r>
            <a:r>
              <a:rPr sz="2800" spc="-80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Display</a:t>
            </a:r>
            <a:r>
              <a:rPr sz="2800" spc="-85" dirty="0">
                <a:latin typeface="Trebuchet MS"/>
                <a:cs typeface="Trebuchet MS"/>
              </a:rPr>
              <a:t> </a:t>
            </a:r>
            <a:r>
              <a:rPr sz="2800" spc="114" dirty="0">
                <a:latin typeface="Trebuchet MS"/>
                <a:cs typeface="Trebuchet MS"/>
              </a:rPr>
              <a:t>a</a:t>
            </a:r>
            <a:r>
              <a:rPr sz="2800" spc="-8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message</a:t>
            </a:r>
            <a:r>
              <a:rPr sz="2800" spc="-8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signaling</a:t>
            </a:r>
            <a:r>
              <a:rPr sz="2800" spc="-8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success.</a:t>
            </a:r>
            <a:endParaRPr sz="2800">
              <a:latin typeface="Trebuchet MS"/>
              <a:cs typeface="Trebuchet MS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552997" y="1040130"/>
            <a:ext cx="2400299" cy="96011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02518" y="6619377"/>
            <a:ext cx="13316403" cy="3494357"/>
          </a:xfrm>
          <a:prstGeom prst="rect">
            <a:avLst/>
          </a:prstGeom>
        </p:spPr>
      </p:pic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6358433" y="576325"/>
            <a:ext cx="557149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Algorithm</a:t>
            </a:r>
            <a:r>
              <a:rPr spc="-315" dirty="0"/>
              <a:t> </a:t>
            </a:r>
            <a:r>
              <a:rPr spc="-10" dirty="0"/>
              <a:t>Design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552997" y="1040129"/>
              <a:ext cx="2400299" cy="96011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10286999"/>
                  </a:moveTo>
                  <a:lnTo>
                    <a:pt x="0" y="0"/>
                  </a:lnTo>
                  <a:lnTo>
                    <a:pt x="18287509" y="0"/>
                  </a:lnTo>
                  <a:lnTo>
                    <a:pt x="18287509" y="10286999"/>
                  </a:lnTo>
                  <a:lnTo>
                    <a:pt x="0" y="10286999"/>
                  </a:lnTo>
                  <a:close/>
                </a:path>
              </a:pathLst>
            </a:custGeom>
            <a:solidFill>
              <a:srgbClr val="FFFFFF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013373" y="42544"/>
              <a:ext cx="4817745" cy="10208260"/>
            </a:xfrm>
            <a:custGeom>
              <a:avLst/>
              <a:gdLst/>
              <a:ahLst/>
              <a:cxnLst/>
              <a:rect l="l" t="t" r="r" b="b"/>
              <a:pathLst>
                <a:path w="4817745" h="10208260">
                  <a:moveTo>
                    <a:pt x="327444" y="360553"/>
                  </a:moveTo>
                  <a:lnTo>
                    <a:pt x="320675" y="319405"/>
                  </a:lnTo>
                  <a:lnTo>
                    <a:pt x="301256" y="284670"/>
                  </a:lnTo>
                  <a:lnTo>
                    <a:pt x="270484" y="256514"/>
                  </a:lnTo>
                  <a:lnTo>
                    <a:pt x="261023" y="251548"/>
                  </a:lnTo>
                  <a:lnTo>
                    <a:pt x="261023" y="367182"/>
                  </a:lnTo>
                  <a:lnTo>
                    <a:pt x="254165" y="401777"/>
                  </a:lnTo>
                  <a:lnTo>
                    <a:pt x="234657" y="429196"/>
                  </a:lnTo>
                  <a:lnTo>
                    <a:pt x="204114" y="447255"/>
                  </a:lnTo>
                  <a:lnTo>
                    <a:pt x="164134" y="453771"/>
                  </a:lnTo>
                  <a:lnTo>
                    <a:pt x="122516" y="446227"/>
                  </a:lnTo>
                  <a:lnTo>
                    <a:pt x="91554" y="425970"/>
                  </a:lnTo>
                  <a:lnTo>
                    <a:pt x="72618" y="396481"/>
                  </a:lnTo>
                  <a:lnTo>
                    <a:pt x="67094" y="361276"/>
                  </a:lnTo>
                  <a:lnTo>
                    <a:pt x="67221" y="360553"/>
                  </a:lnTo>
                  <a:lnTo>
                    <a:pt x="72771" y="328409"/>
                  </a:lnTo>
                  <a:lnTo>
                    <a:pt x="89433" y="300075"/>
                  </a:lnTo>
                  <a:lnTo>
                    <a:pt x="116751" y="277304"/>
                  </a:lnTo>
                  <a:lnTo>
                    <a:pt x="154279" y="261289"/>
                  </a:lnTo>
                  <a:lnTo>
                    <a:pt x="198666" y="277431"/>
                  </a:lnTo>
                  <a:lnTo>
                    <a:pt x="232270" y="299148"/>
                  </a:lnTo>
                  <a:lnTo>
                    <a:pt x="253568" y="328409"/>
                  </a:lnTo>
                  <a:lnTo>
                    <a:pt x="261023" y="367182"/>
                  </a:lnTo>
                  <a:lnTo>
                    <a:pt x="261023" y="251548"/>
                  </a:lnTo>
                  <a:lnTo>
                    <a:pt x="229692" y="235102"/>
                  </a:lnTo>
                  <a:lnTo>
                    <a:pt x="229692" y="232841"/>
                  </a:lnTo>
                  <a:lnTo>
                    <a:pt x="258978" y="214299"/>
                  </a:lnTo>
                  <a:lnTo>
                    <a:pt x="267373" y="208978"/>
                  </a:lnTo>
                  <a:lnTo>
                    <a:pt x="291998" y="180949"/>
                  </a:lnTo>
                  <a:lnTo>
                    <a:pt x="305422" y="150520"/>
                  </a:lnTo>
                  <a:lnTo>
                    <a:pt x="309486" y="119443"/>
                  </a:lnTo>
                  <a:lnTo>
                    <a:pt x="303847" y="83832"/>
                  </a:lnTo>
                  <a:lnTo>
                    <a:pt x="286931" y="51308"/>
                  </a:lnTo>
                  <a:lnTo>
                    <a:pt x="282524" y="47129"/>
                  </a:lnTo>
                  <a:lnTo>
                    <a:pt x="258749" y="24650"/>
                  </a:lnTo>
                  <a:lnTo>
                    <a:pt x="246900" y="19240"/>
                  </a:lnTo>
                  <a:lnTo>
                    <a:pt x="246900" y="126225"/>
                  </a:lnTo>
                  <a:lnTo>
                    <a:pt x="241223" y="156502"/>
                  </a:lnTo>
                  <a:lnTo>
                    <a:pt x="225615" y="181381"/>
                  </a:lnTo>
                  <a:lnTo>
                    <a:pt x="202171" y="200685"/>
                  </a:lnTo>
                  <a:lnTo>
                    <a:pt x="172974" y="214299"/>
                  </a:lnTo>
                  <a:lnTo>
                    <a:pt x="134645" y="200685"/>
                  </a:lnTo>
                  <a:lnTo>
                    <a:pt x="134772" y="200685"/>
                  </a:lnTo>
                  <a:lnTo>
                    <a:pt x="105765" y="182054"/>
                  </a:lnTo>
                  <a:lnTo>
                    <a:pt x="87083" y="157035"/>
                  </a:lnTo>
                  <a:lnTo>
                    <a:pt x="86982" y="156502"/>
                  </a:lnTo>
                  <a:lnTo>
                    <a:pt x="80505" y="124637"/>
                  </a:lnTo>
                  <a:lnTo>
                    <a:pt x="86017" y="94932"/>
                  </a:lnTo>
                  <a:lnTo>
                    <a:pt x="102235" y="70243"/>
                  </a:lnTo>
                  <a:lnTo>
                    <a:pt x="128651" y="53378"/>
                  </a:lnTo>
                  <a:lnTo>
                    <a:pt x="164757" y="47129"/>
                  </a:lnTo>
                  <a:lnTo>
                    <a:pt x="202488" y="54025"/>
                  </a:lnTo>
                  <a:lnTo>
                    <a:pt x="227965" y="72097"/>
                  </a:lnTo>
                  <a:lnTo>
                    <a:pt x="242366" y="97472"/>
                  </a:lnTo>
                  <a:lnTo>
                    <a:pt x="246900" y="126225"/>
                  </a:lnTo>
                  <a:lnTo>
                    <a:pt x="246900" y="19240"/>
                  </a:lnTo>
                  <a:lnTo>
                    <a:pt x="219290" y="6629"/>
                  </a:lnTo>
                  <a:lnTo>
                    <a:pt x="168554" y="0"/>
                  </a:lnTo>
                  <a:lnTo>
                    <a:pt x="120281" y="6057"/>
                  </a:lnTo>
                  <a:lnTo>
                    <a:pt x="78994" y="23317"/>
                  </a:lnTo>
                  <a:lnTo>
                    <a:pt x="46837" y="50482"/>
                  </a:lnTo>
                  <a:lnTo>
                    <a:pt x="25971" y="86194"/>
                  </a:lnTo>
                  <a:lnTo>
                    <a:pt x="18542" y="129159"/>
                  </a:lnTo>
                  <a:lnTo>
                    <a:pt x="22987" y="160261"/>
                  </a:lnTo>
                  <a:lnTo>
                    <a:pt x="36804" y="189814"/>
                  </a:lnTo>
                  <a:lnTo>
                    <a:pt x="60706" y="216281"/>
                  </a:lnTo>
                  <a:lnTo>
                    <a:pt x="95389" y="238175"/>
                  </a:lnTo>
                  <a:lnTo>
                    <a:pt x="96113" y="240385"/>
                  </a:lnTo>
                  <a:lnTo>
                    <a:pt x="55943" y="262750"/>
                  </a:lnTo>
                  <a:lnTo>
                    <a:pt x="25704" y="291846"/>
                  </a:lnTo>
                  <a:lnTo>
                    <a:pt x="6629" y="327685"/>
                  </a:lnTo>
                  <a:lnTo>
                    <a:pt x="0" y="370255"/>
                  </a:lnTo>
                  <a:lnTo>
                    <a:pt x="7162" y="411124"/>
                  </a:lnTo>
                  <a:lnTo>
                    <a:pt x="27990" y="447065"/>
                  </a:lnTo>
                  <a:lnTo>
                    <a:pt x="61506" y="475703"/>
                  </a:lnTo>
                  <a:lnTo>
                    <a:pt x="106680" y="494626"/>
                  </a:lnTo>
                  <a:lnTo>
                    <a:pt x="162547" y="501472"/>
                  </a:lnTo>
                  <a:lnTo>
                    <a:pt x="215252" y="494906"/>
                  </a:lnTo>
                  <a:lnTo>
                    <a:pt x="260604" y="476123"/>
                  </a:lnTo>
                  <a:lnTo>
                    <a:pt x="287413" y="453771"/>
                  </a:lnTo>
                  <a:lnTo>
                    <a:pt x="296075" y="446544"/>
                  </a:lnTo>
                  <a:lnTo>
                    <a:pt x="319189" y="407555"/>
                  </a:lnTo>
                  <a:lnTo>
                    <a:pt x="327444" y="360553"/>
                  </a:lnTo>
                  <a:close/>
                </a:path>
                <a:path w="4817745" h="10208260">
                  <a:moveTo>
                    <a:pt x="1200772" y="10042055"/>
                  </a:moveTo>
                  <a:lnTo>
                    <a:pt x="1195273" y="9999853"/>
                  </a:lnTo>
                  <a:lnTo>
                    <a:pt x="1158278" y="9937483"/>
                  </a:lnTo>
                  <a:lnTo>
                    <a:pt x="1107732" y="9905809"/>
                  </a:lnTo>
                  <a:lnTo>
                    <a:pt x="1054785" y="9892919"/>
                  </a:lnTo>
                  <a:lnTo>
                    <a:pt x="1026883" y="9891370"/>
                  </a:lnTo>
                  <a:lnTo>
                    <a:pt x="1014768" y="9891611"/>
                  </a:lnTo>
                  <a:lnTo>
                    <a:pt x="1004658" y="9892246"/>
                  </a:lnTo>
                  <a:lnTo>
                    <a:pt x="995781" y="9893198"/>
                  </a:lnTo>
                  <a:lnTo>
                    <a:pt x="987399" y="9894354"/>
                  </a:lnTo>
                  <a:lnTo>
                    <a:pt x="1006081" y="9769716"/>
                  </a:lnTo>
                  <a:lnTo>
                    <a:pt x="1191069" y="9769716"/>
                  </a:lnTo>
                  <a:lnTo>
                    <a:pt x="1191069" y="9714370"/>
                  </a:lnTo>
                  <a:lnTo>
                    <a:pt x="959154" y="9714370"/>
                  </a:lnTo>
                  <a:lnTo>
                    <a:pt x="927785" y="9947250"/>
                  </a:lnTo>
                  <a:lnTo>
                    <a:pt x="941908" y="9945484"/>
                  </a:lnTo>
                  <a:lnTo>
                    <a:pt x="957668" y="9943808"/>
                  </a:lnTo>
                  <a:lnTo>
                    <a:pt x="975283" y="9942563"/>
                  </a:lnTo>
                  <a:lnTo>
                    <a:pt x="994943" y="9942068"/>
                  </a:lnTo>
                  <a:lnTo>
                    <a:pt x="1057490" y="9950044"/>
                  </a:lnTo>
                  <a:lnTo>
                    <a:pt x="1100709" y="9972281"/>
                  </a:lnTo>
                  <a:lnTo>
                    <a:pt x="1125905" y="10006266"/>
                  </a:lnTo>
                  <a:lnTo>
                    <a:pt x="1134389" y="10049446"/>
                  </a:lnTo>
                  <a:lnTo>
                    <a:pt x="1125131" y="10093300"/>
                  </a:lnTo>
                  <a:lnTo>
                    <a:pt x="1100150" y="10126447"/>
                  </a:lnTo>
                  <a:lnTo>
                    <a:pt x="1063561" y="10147414"/>
                  </a:lnTo>
                  <a:lnTo>
                    <a:pt x="1019530" y="10154729"/>
                  </a:lnTo>
                  <a:lnTo>
                    <a:pt x="987577" y="10152202"/>
                  </a:lnTo>
                  <a:lnTo>
                    <a:pt x="958697" y="10145751"/>
                  </a:lnTo>
                  <a:lnTo>
                    <a:pt x="934313" y="10137089"/>
                  </a:lnTo>
                  <a:lnTo>
                    <a:pt x="915835" y="10127920"/>
                  </a:lnTo>
                  <a:lnTo>
                    <a:pt x="899350" y="10177882"/>
                  </a:lnTo>
                  <a:lnTo>
                    <a:pt x="920559" y="10188816"/>
                  </a:lnTo>
                  <a:lnTo>
                    <a:pt x="948613" y="10198392"/>
                  </a:lnTo>
                  <a:lnTo>
                    <a:pt x="982268" y="10205187"/>
                  </a:lnTo>
                  <a:lnTo>
                    <a:pt x="1020254" y="10207765"/>
                  </a:lnTo>
                  <a:lnTo>
                    <a:pt x="1070140" y="10202075"/>
                  </a:lnTo>
                  <a:lnTo>
                    <a:pt x="1113790" y="10185857"/>
                  </a:lnTo>
                  <a:lnTo>
                    <a:pt x="1149946" y="10160444"/>
                  </a:lnTo>
                  <a:lnTo>
                    <a:pt x="1177340" y="10127132"/>
                  </a:lnTo>
                  <a:lnTo>
                    <a:pt x="1194701" y="10087229"/>
                  </a:lnTo>
                  <a:lnTo>
                    <a:pt x="1200772" y="10042055"/>
                  </a:lnTo>
                  <a:close/>
                </a:path>
                <a:path w="4817745" h="10208260">
                  <a:moveTo>
                    <a:pt x="1200772" y="3322409"/>
                  </a:moveTo>
                  <a:lnTo>
                    <a:pt x="1195273" y="3280156"/>
                  </a:lnTo>
                  <a:lnTo>
                    <a:pt x="1158278" y="3217761"/>
                  </a:lnTo>
                  <a:lnTo>
                    <a:pt x="1107732" y="3186138"/>
                  </a:lnTo>
                  <a:lnTo>
                    <a:pt x="1054785" y="3173209"/>
                  </a:lnTo>
                  <a:lnTo>
                    <a:pt x="1026883" y="3171634"/>
                  </a:lnTo>
                  <a:lnTo>
                    <a:pt x="1014768" y="3171901"/>
                  </a:lnTo>
                  <a:lnTo>
                    <a:pt x="1004658" y="3172574"/>
                  </a:lnTo>
                  <a:lnTo>
                    <a:pt x="987399" y="3174619"/>
                  </a:lnTo>
                  <a:lnTo>
                    <a:pt x="1006081" y="3050032"/>
                  </a:lnTo>
                  <a:lnTo>
                    <a:pt x="1191069" y="3050032"/>
                  </a:lnTo>
                  <a:lnTo>
                    <a:pt x="1191069" y="2994774"/>
                  </a:lnTo>
                  <a:lnTo>
                    <a:pt x="959154" y="2994774"/>
                  </a:lnTo>
                  <a:lnTo>
                    <a:pt x="927785" y="3227616"/>
                  </a:lnTo>
                  <a:lnTo>
                    <a:pt x="941908" y="3225850"/>
                  </a:lnTo>
                  <a:lnTo>
                    <a:pt x="957668" y="3224149"/>
                  </a:lnTo>
                  <a:lnTo>
                    <a:pt x="975283" y="3222879"/>
                  </a:lnTo>
                  <a:lnTo>
                    <a:pt x="994943" y="3222383"/>
                  </a:lnTo>
                  <a:lnTo>
                    <a:pt x="1057490" y="3230359"/>
                  </a:lnTo>
                  <a:lnTo>
                    <a:pt x="1100709" y="3252597"/>
                  </a:lnTo>
                  <a:lnTo>
                    <a:pt x="1125905" y="3286595"/>
                  </a:lnTo>
                  <a:lnTo>
                    <a:pt x="1134389" y="3329813"/>
                  </a:lnTo>
                  <a:lnTo>
                    <a:pt x="1125131" y="3373666"/>
                  </a:lnTo>
                  <a:lnTo>
                    <a:pt x="1100150" y="3406787"/>
                  </a:lnTo>
                  <a:lnTo>
                    <a:pt x="1063561" y="3427730"/>
                  </a:lnTo>
                  <a:lnTo>
                    <a:pt x="1019530" y="3435032"/>
                  </a:lnTo>
                  <a:lnTo>
                    <a:pt x="987577" y="3432518"/>
                  </a:lnTo>
                  <a:lnTo>
                    <a:pt x="958697" y="3426079"/>
                  </a:lnTo>
                  <a:lnTo>
                    <a:pt x="934313" y="3417405"/>
                  </a:lnTo>
                  <a:lnTo>
                    <a:pt x="915835" y="3408184"/>
                  </a:lnTo>
                  <a:lnTo>
                    <a:pt x="899350" y="3458197"/>
                  </a:lnTo>
                  <a:lnTo>
                    <a:pt x="920559" y="3469144"/>
                  </a:lnTo>
                  <a:lnTo>
                    <a:pt x="948613" y="3478707"/>
                  </a:lnTo>
                  <a:lnTo>
                    <a:pt x="982268" y="3485464"/>
                  </a:lnTo>
                  <a:lnTo>
                    <a:pt x="1020254" y="3488029"/>
                  </a:lnTo>
                  <a:lnTo>
                    <a:pt x="1070140" y="3482340"/>
                  </a:lnTo>
                  <a:lnTo>
                    <a:pt x="1113790" y="3466147"/>
                  </a:lnTo>
                  <a:lnTo>
                    <a:pt x="1149946" y="3440734"/>
                  </a:lnTo>
                  <a:lnTo>
                    <a:pt x="1177340" y="3407448"/>
                  </a:lnTo>
                  <a:lnTo>
                    <a:pt x="1194701" y="3367570"/>
                  </a:lnTo>
                  <a:lnTo>
                    <a:pt x="1200772" y="3322409"/>
                  </a:lnTo>
                  <a:close/>
                </a:path>
                <a:path w="4817745" h="10208260">
                  <a:moveTo>
                    <a:pt x="1202258" y="9315564"/>
                  </a:moveTo>
                  <a:lnTo>
                    <a:pt x="1193749" y="9269133"/>
                  </a:lnTo>
                  <a:lnTo>
                    <a:pt x="1170559" y="9232278"/>
                  </a:lnTo>
                  <a:lnTo>
                    <a:pt x="1136154" y="9205912"/>
                  </a:lnTo>
                  <a:lnTo>
                    <a:pt x="1094041" y="9190926"/>
                  </a:lnTo>
                  <a:lnTo>
                    <a:pt x="1094041" y="9189491"/>
                  </a:lnTo>
                  <a:lnTo>
                    <a:pt x="1133259" y="9169552"/>
                  </a:lnTo>
                  <a:lnTo>
                    <a:pt x="1161262" y="9143035"/>
                  </a:lnTo>
                  <a:lnTo>
                    <a:pt x="1178064" y="9111209"/>
                  </a:lnTo>
                  <a:lnTo>
                    <a:pt x="1183665" y="9075331"/>
                  </a:lnTo>
                  <a:lnTo>
                    <a:pt x="1175410" y="9032354"/>
                  </a:lnTo>
                  <a:lnTo>
                    <a:pt x="1150086" y="8995359"/>
                  </a:lnTo>
                  <a:lnTo>
                    <a:pt x="1106843" y="8969413"/>
                  </a:lnTo>
                  <a:lnTo>
                    <a:pt x="1044854" y="8959634"/>
                  </a:lnTo>
                  <a:lnTo>
                    <a:pt x="1006551" y="8962834"/>
                  </a:lnTo>
                  <a:lnTo>
                    <a:pt x="971359" y="8971280"/>
                  </a:lnTo>
                  <a:lnTo>
                    <a:pt x="941222" y="8983231"/>
                  </a:lnTo>
                  <a:lnTo>
                    <a:pt x="918083" y="8996921"/>
                  </a:lnTo>
                  <a:lnTo>
                    <a:pt x="935139" y="9044673"/>
                  </a:lnTo>
                  <a:lnTo>
                    <a:pt x="953693" y="9033370"/>
                  </a:lnTo>
                  <a:lnTo>
                    <a:pt x="976985" y="9023045"/>
                  </a:lnTo>
                  <a:lnTo>
                    <a:pt x="1003617" y="9015501"/>
                  </a:lnTo>
                  <a:lnTo>
                    <a:pt x="1032167" y="9012580"/>
                  </a:lnTo>
                  <a:lnTo>
                    <a:pt x="1070940" y="9018549"/>
                  </a:lnTo>
                  <a:lnTo>
                    <a:pt x="1097368" y="9034615"/>
                  </a:lnTo>
                  <a:lnTo>
                    <a:pt x="1112481" y="9057945"/>
                  </a:lnTo>
                  <a:lnTo>
                    <a:pt x="1117282" y="9085758"/>
                  </a:lnTo>
                  <a:lnTo>
                    <a:pt x="1107084" y="9122804"/>
                  </a:lnTo>
                  <a:lnTo>
                    <a:pt x="1081062" y="9148343"/>
                  </a:lnTo>
                  <a:lnTo>
                    <a:pt x="1046099" y="9163113"/>
                  </a:lnTo>
                  <a:lnTo>
                    <a:pt x="1009065" y="9167863"/>
                  </a:lnTo>
                  <a:lnTo>
                    <a:pt x="972553" y="9167863"/>
                  </a:lnTo>
                  <a:lnTo>
                    <a:pt x="972553" y="9217076"/>
                  </a:lnTo>
                  <a:lnTo>
                    <a:pt x="1009065" y="9217076"/>
                  </a:lnTo>
                  <a:lnTo>
                    <a:pt x="1055306" y="9222676"/>
                  </a:lnTo>
                  <a:lnTo>
                    <a:pt x="1095235" y="9240114"/>
                  </a:lnTo>
                  <a:lnTo>
                    <a:pt x="1123403" y="9270276"/>
                  </a:lnTo>
                  <a:lnTo>
                    <a:pt x="1134389" y="9314078"/>
                  </a:lnTo>
                  <a:lnTo>
                    <a:pt x="1129411" y="9345778"/>
                  </a:lnTo>
                  <a:lnTo>
                    <a:pt x="1111427" y="9376207"/>
                  </a:lnTo>
                  <a:lnTo>
                    <a:pt x="1077506" y="9399079"/>
                  </a:lnTo>
                  <a:lnTo>
                    <a:pt x="1024674" y="9408109"/>
                  </a:lnTo>
                  <a:lnTo>
                    <a:pt x="991323" y="9404998"/>
                  </a:lnTo>
                  <a:lnTo>
                    <a:pt x="960907" y="9397276"/>
                  </a:lnTo>
                  <a:lnTo>
                    <a:pt x="935532" y="9387332"/>
                  </a:lnTo>
                  <a:lnTo>
                    <a:pt x="917321" y="9377553"/>
                  </a:lnTo>
                  <a:lnTo>
                    <a:pt x="899350" y="9428289"/>
                  </a:lnTo>
                  <a:lnTo>
                    <a:pt x="921473" y="9439999"/>
                  </a:lnTo>
                  <a:lnTo>
                    <a:pt x="950950" y="9450553"/>
                  </a:lnTo>
                  <a:lnTo>
                    <a:pt x="986142" y="9458173"/>
                  </a:lnTo>
                  <a:lnTo>
                    <a:pt x="1025398" y="9461106"/>
                  </a:lnTo>
                  <a:lnTo>
                    <a:pt x="1078941" y="9455709"/>
                  </a:lnTo>
                  <a:lnTo>
                    <a:pt x="1123022" y="9440621"/>
                  </a:lnTo>
                  <a:lnTo>
                    <a:pt x="1157516" y="9417431"/>
                  </a:lnTo>
                  <a:lnTo>
                    <a:pt x="1182293" y="9387789"/>
                  </a:lnTo>
                  <a:lnTo>
                    <a:pt x="1197254" y="9353296"/>
                  </a:lnTo>
                  <a:lnTo>
                    <a:pt x="1202258" y="9315564"/>
                  </a:lnTo>
                  <a:close/>
                </a:path>
                <a:path w="4817745" h="10208260">
                  <a:moveTo>
                    <a:pt x="1202258" y="7075678"/>
                  </a:moveTo>
                  <a:lnTo>
                    <a:pt x="1193749" y="7029234"/>
                  </a:lnTo>
                  <a:lnTo>
                    <a:pt x="1170559" y="6992379"/>
                  </a:lnTo>
                  <a:lnTo>
                    <a:pt x="1136154" y="6966013"/>
                  </a:lnTo>
                  <a:lnTo>
                    <a:pt x="1094041" y="6951040"/>
                  </a:lnTo>
                  <a:lnTo>
                    <a:pt x="1094041" y="6949592"/>
                  </a:lnTo>
                  <a:lnTo>
                    <a:pt x="1133259" y="6929666"/>
                  </a:lnTo>
                  <a:lnTo>
                    <a:pt x="1161262" y="6903161"/>
                  </a:lnTo>
                  <a:lnTo>
                    <a:pt x="1178064" y="6871335"/>
                  </a:lnTo>
                  <a:lnTo>
                    <a:pt x="1183665" y="6835432"/>
                  </a:lnTo>
                  <a:lnTo>
                    <a:pt x="1175410" y="6792468"/>
                  </a:lnTo>
                  <a:lnTo>
                    <a:pt x="1150086" y="6755460"/>
                  </a:lnTo>
                  <a:lnTo>
                    <a:pt x="1106843" y="6729514"/>
                  </a:lnTo>
                  <a:lnTo>
                    <a:pt x="1044854" y="6719735"/>
                  </a:lnTo>
                  <a:lnTo>
                    <a:pt x="1006551" y="6722935"/>
                  </a:lnTo>
                  <a:lnTo>
                    <a:pt x="971359" y="6731381"/>
                  </a:lnTo>
                  <a:lnTo>
                    <a:pt x="941222" y="6743332"/>
                  </a:lnTo>
                  <a:lnTo>
                    <a:pt x="918083" y="6757022"/>
                  </a:lnTo>
                  <a:lnTo>
                    <a:pt x="935139" y="6804774"/>
                  </a:lnTo>
                  <a:lnTo>
                    <a:pt x="953693" y="6793484"/>
                  </a:lnTo>
                  <a:lnTo>
                    <a:pt x="976985" y="6783171"/>
                  </a:lnTo>
                  <a:lnTo>
                    <a:pt x="1003617" y="6775640"/>
                  </a:lnTo>
                  <a:lnTo>
                    <a:pt x="1032167" y="6772732"/>
                  </a:lnTo>
                  <a:lnTo>
                    <a:pt x="1070940" y="6778701"/>
                  </a:lnTo>
                  <a:lnTo>
                    <a:pt x="1097368" y="6794741"/>
                  </a:lnTo>
                  <a:lnTo>
                    <a:pt x="1112481" y="6818058"/>
                  </a:lnTo>
                  <a:lnTo>
                    <a:pt x="1117282" y="6845859"/>
                  </a:lnTo>
                  <a:lnTo>
                    <a:pt x="1107084" y="6882917"/>
                  </a:lnTo>
                  <a:lnTo>
                    <a:pt x="1081062" y="6908444"/>
                  </a:lnTo>
                  <a:lnTo>
                    <a:pt x="1046099" y="6923214"/>
                  </a:lnTo>
                  <a:lnTo>
                    <a:pt x="1009065" y="6927977"/>
                  </a:lnTo>
                  <a:lnTo>
                    <a:pt x="972553" y="6927977"/>
                  </a:lnTo>
                  <a:lnTo>
                    <a:pt x="972553" y="6977177"/>
                  </a:lnTo>
                  <a:lnTo>
                    <a:pt x="1009065" y="6977177"/>
                  </a:lnTo>
                  <a:lnTo>
                    <a:pt x="1055306" y="6982790"/>
                  </a:lnTo>
                  <a:lnTo>
                    <a:pt x="1095235" y="7000227"/>
                  </a:lnTo>
                  <a:lnTo>
                    <a:pt x="1123403" y="7030402"/>
                  </a:lnTo>
                  <a:lnTo>
                    <a:pt x="1134389" y="7074230"/>
                  </a:lnTo>
                  <a:lnTo>
                    <a:pt x="1129411" y="7105904"/>
                  </a:lnTo>
                  <a:lnTo>
                    <a:pt x="1111427" y="7136320"/>
                  </a:lnTo>
                  <a:lnTo>
                    <a:pt x="1077506" y="7159193"/>
                  </a:lnTo>
                  <a:lnTo>
                    <a:pt x="1024674" y="7168210"/>
                  </a:lnTo>
                  <a:lnTo>
                    <a:pt x="991323" y="7165111"/>
                  </a:lnTo>
                  <a:lnTo>
                    <a:pt x="960907" y="7157402"/>
                  </a:lnTo>
                  <a:lnTo>
                    <a:pt x="935532" y="7147458"/>
                  </a:lnTo>
                  <a:lnTo>
                    <a:pt x="917321" y="7137654"/>
                  </a:lnTo>
                  <a:lnTo>
                    <a:pt x="899350" y="7188390"/>
                  </a:lnTo>
                  <a:lnTo>
                    <a:pt x="921473" y="7200125"/>
                  </a:lnTo>
                  <a:lnTo>
                    <a:pt x="950950" y="7210679"/>
                  </a:lnTo>
                  <a:lnTo>
                    <a:pt x="986142" y="7218286"/>
                  </a:lnTo>
                  <a:lnTo>
                    <a:pt x="1025398" y="7221207"/>
                  </a:lnTo>
                  <a:lnTo>
                    <a:pt x="1078941" y="7215822"/>
                  </a:lnTo>
                  <a:lnTo>
                    <a:pt x="1123022" y="7200722"/>
                  </a:lnTo>
                  <a:lnTo>
                    <a:pt x="1157516" y="7177545"/>
                  </a:lnTo>
                  <a:lnTo>
                    <a:pt x="1182293" y="7147890"/>
                  </a:lnTo>
                  <a:lnTo>
                    <a:pt x="1197254" y="7113397"/>
                  </a:lnTo>
                  <a:lnTo>
                    <a:pt x="1202258" y="7075678"/>
                  </a:lnTo>
                  <a:close/>
                </a:path>
                <a:path w="4817745" h="10208260">
                  <a:moveTo>
                    <a:pt x="1202258" y="1102601"/>
                  </a:moveTo>
                  <a:lnTo>
                    <a:pt x="1193749" y="1056195"/>
                  </a:lnTo>
                  <a:lnTo>
                    <a:pt x="1170559" y="1019352"/>
                  </a:lnTo>
                  <a:lnTo>
                    <a:pt x="1136154" y="992987"/>
                  </a:lnTo>
                  <a:lnTo>
                    <a:pt x="1094041" y="978014"/>
                  </a:lnTo>
                  <a:lnTo>
                    <a:pt x="1094041" y="976528"/>
                  </a:lnTo>
                  <a:lnTo>
                    <a:pt x="1133259" y="956602"/>
                  </a:lnTo>
                  <a:lnTo>
                    <a:pt x="1161262" y="930097"/>
                  </a:lnTo>
                  <a:lnTo>
                    <a:pt x="1178064" y="898258"/>
                  </a:lnTo>
                  <a:lnTo>
                    <a:pt x="1183665" y="862368"/>
                  </a:lnTo>
                  <a:lnTo>
                    <a:pt x="1175410" y="819391"/>
                  </a:lnTo>
                  <a:lnTo>
                    <a:pt x="1150086" y="782383"/>
                  </a:lnTo>
                  <a:lnTo>
                    <a:pt x="1106843" y="756450"/>
                  </a:lnTo>
                  <a:lnTo>
                    <a:pt x="1044854" y="746658"/>
                  </a:lnTo>
                  <a:lnTo>
                    <a:pt x="1006551" y="749871"/>
                  </a:lnTo>
                  <a:lnTo>
                    <a:pt x="971359" y="758342"/>
                  </a:lnTo>
                  <a:lnTo>
                    <a:pt x="941222" y="770318"/>
                  </a:lnTo>
                  <a:lnTo>
                    <a:pt x="918083" y="784047"/>
                  </a:lnTo>
                  <a:lnTo>
                    <a:pt x="935139" y="831761"/>
                  </a:lnTo>
                  <a:lnTo>
                    <a:pt x="953693" y="820458"/>
                  </a:lnTo>
                  <a:lnTo>
                    <a:pt x="976985" y="810120"/>
                  </a:lnTo>
                  <a:lnTo>
                    <a:pt x="1003617" y="802576"/>
                  </a:lnTo>
                  <a:lnTo>
                    <a:pt x="1032167" y="799655"/>
                  </a:lnTo>
                  <a:lnTo>
                    <a:pt x="1070940" y="805637"/>
                  </a:lnTo>
                  <a:lnTo>
                    <a:pt x="1097368" y="821690"/>
                  </a:lnTo>
                  <a:lnTo>
                    <a:pt x="1112481" y="845019"/>
                  </a:lnTo>
                  <a:lnTo>
                    <a:pt x="1117282" y="872832"/>
                  </a:lnTo>
                  <a:lnTo>
                    <a:pt x="1107084" y="909878"/>
                  </a:lnTo>
                  <a:lnTo>
                    <a:pt x="1081062" y="935405"/>
                  </a:lnTo>
                  <a:lnTo>
                    <a:pt x="1046099" y="950150"/>
                  </a:lnTo>
                  <a:lnTo>
                    <a:pt x="1009065" y="954900"/>
                  </a:lnTo>
                  <a:lnTo>
                    <a:pt x="972553" y="954900"/>
                  </a:lnTo>
                  <a:lnTo>
                    <a:pt x="972553" y="1004150"/>
                  </a:lnTo>
                  <a:lnTo>
                    <a:pt x="1009065" y="1004150"/>
                  </a:lnTo>
                  <a:lnTo>
                    <a:pt x="1055306" y="1009751"/>
                  </a:lnTo>
                  <a:lnTo>
                    <a:pt x="1095235" y="1027176"/>
                  </a:lnTo>
                  <a:lnTo>
                    <a:pt x="1123403" y="1057338"/>
                  </a:lnTo>
                  <a:lnTo>
                    <a:pt x="1134389" y="1101166"/>
                  </a:lnTo>
                  <a:lnTo>
                    <a:pt x="1129411" y="1132865"/>
                  </a:lnTo>
                  <a:lnTo>
                    <a:pt x="1111427" y="1163294"/>
                  </a:lnTo>
                  <a:lnTo>
                    <a:pt x="1077506" y="1186167"/>
                  </a:lnTo>
                  <a:lnTo>
                    <a:pt x="1024674" y="1195197"/>
                  </a:lnTo>
                  <a:lnTo>
                    <a:pt x="991323" y="1192085"/>
                  </a:lnTo>
                  <a:lnTo>
                    <a:pt x="960907" y="1184351"/>
                  </a:lnTo>
                  <a:lnTo>
                    <a:pt x="935532" y="1174394"/>
                  </a:lnTo>
                  <a:lnTo>
                    <a:pt x="917321" y="1164590"/>
                  </a:lnTo>
                  <a:lnTo>
                    <a:pt x="899350" y="1215326"/>
                  </a:lnTo>
                  <a:lnTo>
                    <a:pt x="921473" y="1227074"/>
                  </a:lnTo>
                  <a:lnTo>
                    <a:pt x="950950" y="1237627"/>
                  </a:lnTo>
                  <a:lnTo>
                    <a:pt x="986142" y="1245222"/>
                  </a:lnTo>
                  <a:lnTo>
                    <a:pt x="1025398" y="1248143"/>
                  </a:lnTo>
                  <a:lnTo>
                    <a:pt x="1078941" y="1242745"/>
                  </a:lnTo>
                  <a:lnTo>
                    <a:pt x="1123022" y="1227658"/>
                  </a:lnTo>
                  <a:lnTo>
                    <a:pt x="1157516" y="1204468"/>
                  </a:lnTo>
                  <a:lnTo>
                    <a:pt x="1182293" y="1174826"/>
                  </a:lnTo>
                  <a:lnTo>
                    <a:pt x="1197254" y="1140333"/>
                  </a:lnTo>
                  <a:lnTo>
                    <a:pt x="1202258" y="1102601"/>
                  </a:lnTo>
                  <a:close/>
                </a:path>
                <a:path w="4817745" h="10208260">
                  <a:moveTo>
                    <a:pt x="1216533" y="3741394"/>
                  </a:moveTo>
                  <a:lnTo>
                    <a:pt x="910539" y="3741394"/>
                  </a:lnTo>
                  <a:lnTo>
                    <a:pt x="910539" y="3795928"/>
                  </a:lnTo>
                  <a:lnTo>
                    <a:pt x="1147787" y="3795928"/>
                  </a:lnTo>
                  <a:lnTo>
                    <a:pt x="1147787" y="3797363"/>
                  </a:lnTo>
                  <a:lnTo>
                    <a:pt x="937348" y="4226484"/>
                  </a:lnTo>
                  <a:lnTo>
                    <a:pt x="1005268" y="4226484"/>
                  </a:lnTo>
                  <a:lnTo>
                    <a:pt x="1216533" y="3784689"/>
                  </a:lnTo>
                  <a:lnTo>
                    <a:pt x="1216533" y="3741394"/>
                  </a:lnTo>
                  <a:close/>
                </a:path>
                <a:path w="4817745" h="10208260">
                  <a:moveTo>
                    <a:pt x="1223162" y="8573427"/>
                  </a:moveTo>
                  <a:lnTo>
                    <a:pt x="1216393" y="8532317"/>
                  </a:lnTo>
                  <a:lnTo>
                    <a:pt x="1196962" y="8497595"/>
                  </a:lnTo>
                  <a:lnTo>
                    <a:pt x="1166190" y="8469439"/>
                  </a:lnTo>
                  <a:lnTo>
                    <a:pt x="1156728" y="8464486"/>
                  </a:lnTo>
                  <a:lnTo>
                    <a:pt x="1156728" y="8580095"/>
                  </a:lnTo>
                  <a:lnTo>
                    <a:pt x="1149870" y="8614727"/>
                  </a:lnTo>
                  <a:lnTo>
                    <a:pt x="1130363" y="8642147"/>
                  </a:lnTo>
                  <a:lnTo>
                    <a:pt x="1099820" y="8660193"/>
                  </a:lnTo>
                  <a:lnTo>
                    <a:pt x="1059840" y="8666683"/>
                  </a:lnTo>
                  <a:lnTo>
                    <a:pt x="1018222" y="8659152"/>
                  </a:lnTo>
                  <a:lnTo>
                    <a:pt x="987259" y="8638896"/>
                  </a:lnTo>
                  <a:lnTo>
                    <a:pt x="968324" y="8609393"/>
                  </a:lnTo>
                  <a:lnTo>
                    <a:pt x="962812" y="8574138"/>
                  </a:lnTo>
                  <a:lnTo>
                    <a:pt x="962926" y="8573427"/>
                  </a:lnTo>
                  <a:lnTo>
                    <a:pt x="968489" y="8541309"/>
                  </a:lnTo>
                  <a:lnTo>
                    <a:pt x="985202" y="8512988"/>
                  </a:lnTo>
                  <a:lnTo>
                    <a:pt x="1012520" y="8490229"/>
                  </a:lnTo>
                  <a:lnTo>
                    <a:pt x="1049985" y="8474202"/>
                  </a:lnTo>
                  <a:lnTo>
                    <a:pt x="1094168" y="8490229"/>
                  </a:lnTo>
                  <a:lnTo>
                    <a:pt x="1128039" y="8512035"/>
                  </a:lnTo>
                  <a:lnTo>
                    <a:pt x="1149299" y="8541309"/>
                  </a:lnTo>
                  <a:lnTo>
                    <a:pt x="1156728" y="8580095"/>
                  </a:lnTo>
                  <a:lnTo>
                    <a:pt x="1156728" y="8464486"/>
                  </a:lnTo>
                  <a:lnTo>
                    <a:pt x="1125410" y="8448065"/>
                  </a:lnTo>
                  <a:lnTo>
                    <a:pt x="1125410" y="8445805"/>
                  </a:lnTo>
                  <a:lnTo>
                    <a:pt x="1154785" y="8427161"/>
                  </a:lnTo>
                  <a:lnTo>
                    <a:pt x="1163078" y="8421903"/>
                  </a:lnTo>
                  <a:lnTo>
                    <a:pt x="1187704" y="8393862"/>
                  </a:lnTo>
                  <a:lnTo>
                    <a:pt x="1201127" y="8363458"/>
                  </a:lnTo>
                  <a:lnTo>
                    <a:pt x="1205191" y="8332419"/>
                  </a:lnTo>
                  <a:lnTo>
                    <a:pt x="1199553" y="8296770"/>
                  </a:lnTo>
                  <a:lnTo>
                    <a:pt x="1182636" y="8264258"/>
                  </a:lnTo>
                  <a:lnTo>
                    <a:pt x="1178140" y="8260004"/>
                  </a:lnTo>
                  <a:lnTo>
                    <a:pt x="1154455" y="8237626"/>
                  </a:lnTo>
                  <a:lnTo>
                    <a:pt x="1142606" y="8232229"/>
                  </a:lnTo>
                  <a:lnTo>
                    <a:pt x="1142606" y="8339137"/>
                  </a:lnTo>
                  <a:lnTo>
                    <a:pt x="1136929" y="8369440"/>
                  </a:lnTo>
                  <a:lnTo>
                    <a:pt x="1121333" y="8394306"/>
                  </a:lnTo>
                  <a:lnTo>
                    <a:pt x="1097902" y="8413597"/>
                  </a:lnTo>
                  <a:lnTo>
                    <a:pt x="1068717" y="8427161"/>
                  </a:lnTo>
                  <a:lnTo>
                    <a:pt x="1030516" y="8413597"/>
                  </a:lnTo>
                  <a:lnTo>
                    <a:pt x="1001483" y="8394954"/>
                  </a:lnTo>
                  <a:lnTo>
                    <a:pt x="982789" y="8369948"/>
                  </a:lnTo>
                  <a:lnTo>
                    <a:pt x="982687" y="8369440"/>
                  </a:lnTo>
                  <a:lnTo>
                    <a:pt x="976210" y="8337601"/>
                  </a:lnTo>
                  <a:lnTo>
                    <a:pt x="981722" y="8307845"/>
                  </a:lnTo>
                  <a:lnTo>
                    <a:pt x="997966" y="8283130"/>
                  </a:lnTo>
                  <a:lnTo>
                    <a:pt x="1024420" y="8266252"/>
                  </a:lnTo>
                  <a:lnTo>
                    <a:pt x="1060602" y="8260004"/>
                  </a:lnTo>
                  <a:lnTo>
                    <a:pt x="1098257" y="8266912"/>
                  </a:lnTo>
                  <a:lnTo>
                    <a:pt x="1123683" y="8285010"/>
                  </a:lnTo>
                  <a:lnTo>
                    <a:pt x="1138072" y="8310397"/>
                  </a:lnTo>
                  <a:lnTo>
                    <a:pt x="1142606" y="8339137"/>
                  </a:lnTo>
                  <a:lnTo>
                    <a:pt x="1142606" y="8232229"/>
                  </a:lnTo>
                  <a:lnTo>
                    <a:pt x="1114996" y="8219630"/>
                  </a:lnTo>
                  <a:lnTo>
                    <a:pt x="1064260" y="8213014"/>
                  </a:lnTo>
                  <a:lnTo>
                    <a:pt x="1015987" y="8219059"/>
                  </a:lnTo>
                  <a:lnTo>
                    <a:pt x="974699" y="8236318"/>
                  </a:lnTo>
                  <a:lnTo>
                    <a:pt x="942543" y="8263458"/>
                  </a:lnTo>
                  <a:lnTo>
                    <a:pt x="921677" y="8299170"/>
                  </a:lnTo>
                  <a:lnTo>
                    <a:pt x="914247" y="8342122"/>
                  </a:lnTo>
                  <a:lnTo>
                    <a:pt x="918692" y="8373211"/>
                  </a:lnTo>
                  <a:lnTo>
                    <a:pt x="932510" y="8402739"/>
                  </a:lnTo>
                  <a:lnTo>
                    <a:pt x="956411" y="8429193"/>
                  </a:lnTo>
                  <a:lnTo>
                    <a:pt x="991095" y="8451037"/>
                  </a:lnTo>
                  <a:lnTo>
                    <a:pt x="991870" y="8453298"/>
                  </a:lnTo>
                  <a:lnTo>
                    <a:pt x="951674" y="8475662"/>
                  </a:lnTo>
                  <a:lnTo>
                    <a:pt x="921410" y="8504771"/>
                  </a:lnTo>
                  <a:lnTo>
                    <a:pt x="902335" y="8540598"/>
                  </a:lnTo>
                  <a:lnTo>
                    <a:pt x="902233" y="8541309"/>
                  </a:lnTo>
                  <a:lnTo>
                    <a:pt x="895705" y="8583130"/>
                  </a:lnTo>
                  <a:lnTo>
                    <a:pt x="902868" y="8623998"/>
                  </a:lnTo>
                  <a:lnTo>
                    <a:pt x="923696" y="8659965"/>
                  </a:lnTo>
                  <a:lnTo>
                    <a:pt x="957211" y="8688629"/>
                  </a:lnTo>
                  <a:lnTo>
                    <a:pt x="1002385" y="8707590"/>
                  </a:lnTo>
                  <a:lnTo>
                    <a:pt x="1058252" y="8714448"/>
                  </a:lnTo>
                  <a:lnTo>
                    <a:pt x="1110970" y="8707869"/>
                  </a:lnTo>
                  <a:lnTo>
                    <a:pt x="1156309" y="8689086"/>
                  </a:lnTo>
                  <a:lnTo>
                    <a:pt x="1183157" y="8666683"/>
                  </a:lnTo>
                  <a:lnTo>
                    <a:pt x="1191780" y="8659482"/>
                  </a:lnTo>
                  <a:lnTo>
                    <a:pt x="1214894" y="8620468"/>
                  </a:lnTo>
                  <a:lnTo>
                    <a:pt x="1223162" y="8573427"/>
                  </a:lnTo>
                  <a:close/>
                </a:path>
                <a:path w="4817745" h="10208260">
                  <a:moveTo>
                    <a:pt x="1223873" y="5472023"/>
                  </a:moveTo>
                  <a:lnTo>
                    <a:pt x="1220355" y="5409768"/>
                  </a:lnTo>
                  <a:lnTo>
                    <a:pt x="1209967" y="5355768"/>
                  </a:lnTo>
                  <a:lnTo>
                    <a:pt x="1192936" y="5310505"/>
                  </a:lnTo>
                  <a:lnTo>
                    <a:pt x="1171321" y="5277193"/>
                  </a:lnTo>
                  <a:lnTo>
                    <a:pt x="1169543" y="5274449"/>
                  </a:lnTo>
                  <a:lnTo>
                    <a:pt x="1158214" y="5264391"/>
                  </a:lnTo>
                  <a:lnTo>
                    <a:pt x="1158214" y="5475008"/>
                  </a:lnTo>
                  <a:lnTo>
                    <a:pt x="1154353" y="5543575"/>
                  </a:lnTo>
                  <a:lnTo>
                    <a:pt x="1142657" y="5599671"/>
                  </a:lnTo>
                  <a:lnTo>
                    <a:pt x="1122972" y="5641683"/>
                  </a:lnTo>
                  <a:lnTo>
                    <a:pt x="1095133" y="5668048"/>
                  </a:lnTo>
                  <a:lnTo>
                    <a:pt x="1058976" y="5677192"/>
                  </a:lnTo>
                  <a:lnTo>
                    <a:pt x="1025855" y="5668734"/>
                  </a:lnTo>
                  <a:lnTo>
                    <a:pt x="998588" y="5643905"/>
                  </a:lnTo>
                  <a:lnTo>
                    <a:pt x="978052" y="5603532"/>
                  </a:lnTo>
                  <a:lnTo>
                    <a:pt x="965111" y="5548427"/>
                  </a:lnTo>
                  <a:lnTo>
                    <a:pt x="960602" y="5479427"/>
                  </a:lnTo>
                  <a:lnTo>
                    <a:pt x="960640" y="5478704"/>
                  </a:lnTo>
                  <a:lnTo>
                    <a:pt x="965390" y="5407698"/>
                  </a:lnTo>
                  <a:lnTo>
                    <a:pt x="978954" y="5351196"/>
                  </a:lnTo>
                  <a:lnTo>
                    <a:pt x="1000048" y="5310352"/>
                  </a:lnTo>
                  <a:lnTo>
                    <a:pt x="1059840" y="5277193"/>
                  </a:lnTo>
                  <a:lnTo>
                    <a:pt x="1096137" y="5286299"/>
                  </a:lnTo>
                  <a:lnTo>
                    <a:pt x="1143127" y="5353799"/>
                  </a:lnTo>
                  <a:lnTo>
                    <a:pt x="1154493" y="5408587"/>
                  </a:lnTo>
                  <a:lnTo>
                    <a:pt x="1158214" y="5475008"/>
                  </a:lnTo>
                  <a:lnTo>
                    <a:pt x="1158214" y="5264391"/>
                  </a:lnTo>
                  <a:lnTo>
                    <a:pt x="1139774" y="5248008"/>
                  </a:lnTo>
                  <a:lnTo>
                    <a:pt x="1104455" y="5231892"/>
                  </a:lnTo>
                  <a:lnTo>
                    <a:pt x="1104150" y="5231892"/>
                  </a:lnTo>
                  <a:lnTo>
                    <a:pt x="1063536" y="5226456"/>
                  </a:lnTo>
                  <a:lnTo>
                    <a:pt x="1023175" y="5231892"/>
                  </a:lnTo>
                  <a:lnTo>
                    <a:pt x="987031" y="5248008"/>
                  </a:lnTo>
                  <a:lnTo>
                    <a:pt x="955878" y="5274449"/>
                  </a:lnTo>
                  <a:lnTo>
                    <a:pt x="930275" y="5311127"/>
                  </a:lnTo>
                  <a:lnTo>
                    <a:pt x="911123" y="5357546"/>
                  </a:lnTo>
                  <a:lnTo>
                    <a:pt x="899109" y="5413502"/>
                  </a:lnTo>
                  <a:lnTo>
                    <a:pt x="894930" y="5478704"/>
                  </a:lnTo>
                  <a:lnTo>
                    <a:pt x="894981" y="5479427"/>
                  </a:lnTo>
                  <a:lnTo>
                    <a:pt x="899312" y="5543029"/>
                  </a:lnTo>
                  <a:lnTo>
                    <a:pt x="899426" y="5543575"/>
                  </a:lnTo>
                  <a:lnTo>
                    <a:pt x="910805" y="5598274"/>
                  </a:lnTo>
                  <a:lnTo>
                    <a:pt x="928852" y="5644146"/>
                  </a:lnTo>
                  <a:lnTo>
                    <a:pt x="952893" y="5680354"/>
                  </a:lnTo>
                  <a:lnTo>
                    <a:pt x="982345" y="5706580"/>
                  </a:lnTo>
                  <a:lnTo>
                    <a:pt x="1016660" y="5722544"/>
                  </a:lnTo>
                  <a:lnTo>
                    <a:pt x="1055268" y="5727928"/>
                  </a:lnTo>
                  <a:lnTo>
                    <a:pt x="1093381" y="5723699"/>
                  </a:lnTo>
                  <a:lnTo>
                    <a:pt x="1126972" y="5711139"/>
                  </a:lnTo>
                  <a:lnTo>
                    <a:pt x="1155865" y="5690438"/>
                  </a:lnTo>
                  <a:lnTo>
                    <a:pt x="1166977" y="5677192"/>
                  </a:lnTo>
                  <a:lnTo>
                    <a:pt x="1179893" y="5661812"/>
                  </a:lnTo>
                  <a:lnTo>
                    <a:pt x="1198880" y="5625465"/>
                  </a:lnTo>
                  <a:lnTo>
                    <a:pt x="1212646" y="5581574"/>
                  </a:lnTo>
                  <a:lnTo>
                    <a:pt x="1221041" y="5530367"/>
                  </a:lnTo>
                  <a:lnTo>
                    <a:pt x="1223873" y="5472023"/>
                  </a:lnTo>
                  <a:close/>
                </a:path>
                <a:path w="4817745" h="10208260">
                  <a:moveTo>
                    <a:pt x="1223873" y="245529"/>
                  </a:moveTo>
                  <a:lnTo>
                    <a:pt x="1220355" y="183286"/>
                  </a:lnTo>
                  <a:lnTo>
                    <a:pt x="1209967" y="129298"/>
                  </a:lnTo>
                  <a:lnTo>
                    <a:pt x="1193177" y="84670"/>
                  </a:lnTo>
                  <a:lnTo>
                    <a:pt x="1171384" y="50838"/>
                  </a:lnTo>
                  <a:lnTo>
                    <a:pt x="1169543" y="47993"/>
                  </a:lnTo>
                  <a:lnTo>
                    <a:pt x="1158214" y="37934"/>
                  </a:lnTo>
                  <a:lnTo>
                    <a:pt x="1158214" y="248602"/>
                  </a:lnTo>
                  <a:lnTo>
                    <a:pt x="1154353" y="317144"/>
                  </a:lnTo>
                  <a:lnTo>
                    <a:pt x="1142657" y="373240"/>
                  </a:lnTo>
                  <a:lnTo>
                    <a:pt x="1122972" y="415277"/>
                  </a:lnTo>
                  <a:lnTo>
                    <a:pt x="1095133" y="441680"/>
                  </a:lnTo>
                  <a:lnTo>
                    <a:pt x="1058976" y="450837"/>
                  </a:lnTo>
                  <a:lnTo>
                    <a:pt x="1025855" y="442366"/>
                  </a:lnTo>
                  <a:lnTo>
                    <a:pt x="998588" y="417512"/>
                  </a:lnTo>
                  <a:lnTo>
                    <a:pt x="978052" y="377113"/>
                  </a:lnTo>
                  <a:lnTo>
                    <a:pt x="965111" y="322008"/>
                  </a:lnTo>
                  <a:lnTo>
                    <a:pt x="960602" y="253022"/>
                  </a:lnTo>
                  <a:lnTo>
                    <a:pt x="960640" y="252298"/>
                  </a:lnTo>
                  <a:lnTo>
                    <a:pt x="965390" y="181279"/>
                  </a:lnTo>
                  <a:lnTo>
                    <a:pt x="978954" y="124790"/>
                  </a:lnTo>
                  <a:lnTo>
                    <a:pt x="1000048" y="83959"/>
                  </a:lnTo>
                  <a:lnTo>
                    <a:pt x="1059840" y="50838"/>
                  </a:lnTo>
                  <a:lnTo>
                    <a:pt x="1096137" y="59931"/>
                  </a:lnTo>
                  <a:lnTo>
                    <a:pt x="1143127" y="127381"/>
                  </a:lnTo>
                  <a:lnTo>
                    <a:pt x="1154493" y="182168"/>
                  </a:lnTo>
                  <a:lnTo>
                    <a:pt x="1158214" y="248602"/>
                  </a:lnTo>
                  <a:lnTo>
                    <a:pt x="1158214" y="37934"/>
                  </a:lnTo>
                  <a:lnTo>
                    <a:pt x="1139774" y="21551"/>
                  </a:lnTo>
                  <a:lnTo>
                    <a:pt x="1104455" y="5435"/>
                  </a:lnTo>
                  <a:lnTo>
                    <a:pt x="1104150" y="5435"/>
                  </a:lnTo>
                  <a:lnTo>
                    <a:pt x="1063536" y="0"/>
                  </a:lnTo>
                  <a:lnTo>
                    <a:pt x="1023175" y="5435"/>
                  </a:lnTo>
                  <a:lnTo>
                    <a:pt x="987031" y="21551"/>
                  </a:lnTo>
                  <a:lnTo>
                    <a:pt x="955890" y="47993"/>
                  </a:lnTo>
                  <a:lnTo>
                    <a:pt x="930275" y="84670"/>
                  </a:lnTo>
                  <a:lnTo>
                    <a:pt x="911123" y="131114"/>
                  </a:lnTo>
                  <a:lnTo>
                    <a:pt x="899109" y="187083"/>
                  </a:lnTo>
                  <a:lnTo>
                    <a:pt x="894930" y="252298"/>
                  </a:lnTo>
                  <a:lnTo>
                    <a:pt x="894981" y="253022"/>
                  </a:lnTo>
                  <a:lnTo>
                    <a:pt x="899312" y="316598"/>
                  </a:lnTo>
                  <a:lnTo>
                    <a:pt x="899426" y="317144"/>
                  </a:lnTo>
                  <a:lnTo>
                    <a:pt x="910805" y="371843"/>
                  </a:lnTo>
                  <a:lnTo>
                    <a:pt x="928852" y="417703"/>
                  </a:lnTo>
                  <a:lnTo>
                    <a:pt x="952893" y="453898"/>
                  </a:lnTo>
                  <a:lnTo>
                    <a:pt x="982345" y="480136"/>
                  </a:lnTo>
                  <a:lnTo>
                    <a:pt x="1016660" y="496087"/>
                  </a:lnTo>
                  <a:lnTo>
                    <a:pt x="1055268" y="501472"/>
                  </a:lnTo>
                  <a:lnTo>
                    <a:pt x="1093381" y="497243"/>
                  </a:lnTo>
                  <a:lnTo>
                    <a:pt x="1155865" y="463981"/>
                  </a:lnTo>
                  <a:lnTo>
                    <a:pt x="1198880" y="398995"/>
                  </a:lnTo>
                  <a:lnTo>
                    <a:pt x="1212646" y="355104"/>
                  </a:lnTo>
                  <a:lnTo>
                    <a:pt x="1221041" y="303885"/>
                  </a:lnTo>
                  <a:lnTo>
                    <a:pt x="1223873" y="245529"/>
                  </a:lnTo>
                  <a:close/>
                </a:path>
                <a:path w="4817745" h="10208260">
                  <a:moveTo>
                    <a:pt x="1224648" y="6177559"/>
                  </a:moveTo>
                  <a:lnTo>
                    <a:pt x="1219657" y="6119406"/>
                  </a:lnTo>
                  <a:lnTo>
                    <a:pt x="1205115" y="6069508"/>
                  </a:lnTo>
                  <a:lnTo>
                    <a:pt x="1181671" y="6028893"/>
                  </a:lnTo>
                  <a:lnTo>
                    <a:pt x="1175588" y="6023089"/>
                  </a:lnTo>
                  <a:lnTo>
                    <a:pt x="1158214" y="6006490"/>
                  </a:lnTo>
                  <a:lnTo>
                    <a:pt x="1158214" y="6169342"/>
                  </a:lnTo>
                  <a:lnTo>
                    <a:pt x="1158214" y="6179820"/>
                  </a:lnTo>
                  <a:lnTo>
                    <a:pt x="1156004" y="6187262"/>
                  </a:lnTo>
                  <a:lnTo>
                    <a:pt x="1114602" y="6229515"/>
                  </a:lnTo>
                  <a:lnTo>
                    <a:pt x="1056767" y="6243967"/>
                  </a:lnTo>
                  <a:lnTo>
                    <a:pt x="1018286" y="6236373"/>
                  </a:lnTo>
                  <a:lnTo>
                    <a:pt x="988910" y="6215151"/>
                  </a:lnTo>
                  <a:lnTo>
                    <a:pt x="970165" y="6182588"/>
                  </a:lnTo>
                  <a:lnTo>
                    <a:pt x="963574" y="6140996"/>
                  </a:lnTo>
                  <a:lnTo>
                    <a:pt x="970610" y="6093612"/>
                  </a:lnTo>
                  <a:lnTo>
                    <a:pt x="990295" y="6056300"/>
                  </a:lnTo>
                  <a:lnTo>
                    <a:pt x="1020457" y="6031852"/>
                  </a:lnTo>
                  <a:lnTo>
                    <a:pt x="1058976" y="6023089"/>
                  </a:lnTo>
                  <a:lnTo>
                    <a:pt x="1103477" y="6034303"/>
                  </a:lnTo>
                  <a:lnTo>
                    <a:pt x="1134364" y="6065177"/>
                  </a:lnTo>
                  <a:lnTo>
                    <a:pt x="1152372" y="6111570"/>
                  </a:lnTo>
                  <a:lnTo>
                    <a:pt x="1158214" y="6169342"/>
                  </a:lnTo>
                  <a:lnTo>
                    <a:pt x="1158214" y="6006490"/>
                  </a:lnTo>
                  <a:lnTo>
                    <a:pt x="1149946" y="5998591"/>
                  </a:lnTo>
                  <a:lnTo>
                    <a:pt x="1110589" y="5979655"/>
                  </a:lnTo>
                  <a:lnTo>
                    <a:pt x="1064260" y="5973115"/>
                  </a:lnTo>
                  <a:lnTo>
                    <a:pt x="1017524" y="5979515"/>
                  </a:lnTo>
                  <a:lnTo>
                    <a:pt x="977214" y="5997410"/>
                  </a:lnTo>
                  <a:lnTo>
                    <a:pt x="944232" y="6024880"/>
                  </a:lnTo>
                  <a:lnTo>
                    <a:pt x="919518" y="6059995"/>
                  </a:lnTo>
                  <a:lnTo>
                    <a:pt x="904011" y="6100838"/>
                  </a:lnTo>
                  <a:lnTo>
                    <a:pt x="898626" y="6145466"/>
                  </a:lnTo>
                  <a:lnTo>
                    <a:pt x="905154" y="6192723"/>
                  </a:lnTo>
                  <a:lnTo>
                    <a:pt x="923912" y="6233528"/>
                  </a:lnTo>
                  <a:lnTo>
                    <a:pt x="953744" y="6265557"/>
                  </a:lnTo>
                  <a:lnTo>
                    <a:pt x="993457" y="6286487"/>
                  </a:lnTo>
                  <a:lnTo>
                    <a:pt x="1041869" y="6293980"/>
                  </a:lnTo>
                  <a:lnTo>
                    <a:pt x="1076388" y="6290437"/>
                  </a:lnTo>
                  <a:lnTo>
                    <a:pt x="1107059" y="6280188"/>
                  </a:lnTo>
                  <a:lnTo>
                    <a:pt x="1133678" y="6263754"/>
                  </a:lnTo>
                  <a:lnTo>
                    <a:pt x="1153718" y="6243967"/>
                  </a:lnTo>
                  <a:lnTo>
                    <a:pt x="1156004" y="6241707"/>
                  </a:lnTo>
                  <a:lnTo>
                    <a:pt x="1158214" y="6241707"/>
                  </a:lnTo>
                  <a:lnTo>
                    <a:pt x="1148930" y="6282055"/>
                  </a:lnTo>
                  <a:lnTo>
                    <a:pt x="1116406" y="6346482"/>
                  </a:lnTo>
                  <a:lnTo>
                    <a:pt x="1071905" y="6388481"/>
                  </a:lnTo>
                  <a:lnTo>
                    <a:pt x="1020635" y="6411989"/>
                  </a:lnTo>
                  <a:lnTo>
                    <a:pt x="976871" y="6419367"/>
                  </a:lnTo>
                  <a:lnTo>
                    <a:pt x="950772" y="6420701"/>
                  </a:lnTo>
                  <a:lnTo>
                    <a:pt x="939698" y="6420104"/>
                  </a:lnTo>
                  <a:lnTo>
                    <a:pt x="939698" y="6473825"/>
                  </a:lnTo>
                  <a:lnTo>
                    <a:pt x="982776" y="6472352"/>
                  </a:lnTo>
                  <a:lnTo>
                    <a:pt x="1038910" y="6462560"/>
                  </a:lnTo>
                  <a:lnTo>
                    <a:pt x="1076185" y="6449098"/>
                  </a:lnTo>
                  <a:lnTo>
                    <a:pt x="1110665" y="6429896"/>
                  </a:lnTo>
                  <a:lnTo>
                    <a:pt x="1121981" y="6420701"/>
                  </a:lnTo>
                  <a:lnTo>
                    <a:pt x="1141107" y="6405169"/>
                  </a:lnTo>
                  <a:lnTo>
                    <a:pt x="1168133" y="6373952"/>
                  </a:lnTo>
                  <a:lnTo>
                    <a:pt x="1191145" y="6335776"/>
                  </a:lnTo>
                  <a:lnTo>
                    <a:pt x="1208989" y="6290437"/>
                  </a:lnTo>
                  <a:lnTo>
                    <a:pt x="1219682" y="6241707"/>
                  </a:lnTo>
                  <a:lnTo>
                    <a:pt x="1220635" y="6236373"/>
                  </a:lnTo>
                  <a:lnTo>
                    <a:pt x="1224648" y="6177559"/>
                  </a:lnTo>
                  <a:close/>
                </a:path>
                <a:path w="4817745" h="10208260">
                  <a:moveTo>
                    <a:pt x="1226083" y="7796962"/>
                  </a:moveTo>
                  <a:lnTo>
                    <a:pt x="1219123" y="7744269"/>
                  </a:lnTo>
                  <a:lnTo>
                    <a:pt x="1199337" y="7700848"/>
                  </a:lnTo>
                  <a:lnTo>
                    <a:pt x="1168412" y="7668107"/>
                  </a:lnTo>
                  <a:lnTo>
                    <a:pt x="1159700" y="7663650"/>
                  </a:lnTo>
                  <a:lnTo>
                    <a:pt x="1159700" y="7800670"/>
                  </a:lnTo>
                  <a:lnTo>
                    <a:pt x="1152880" y="7848130"/>
                  </a:lnTo>
                  <a:lnTo>
                    <a:pt x="1133614" y="7884896"/>
                  </a:lnTo>
                  <a:lnTo>
                    <a:pt x="1103731" y="7908658"/>
                  </a:lnTo>
                  <a:lnTo>
                    <a:pt x="1065022" y="7917091"/>
                  </a:lnTo>
                  <a:lnTo>
                    <a:pt x="1019594" y="7906626"/>
                  </a:lnTo>
                  <a:lnTo>
                    <a:pt x="986459" y="7877632"/>
                  </a:lnTo>
                  <a:lnTo>
                    <a:pt x="965923" y="7833677"/>
                  </a:lnTo>
                  <a:lnTo>
                    <a:pt x="958291" y="7778331"/>
                  </a:lnTo>
                  <a:lnTo>
                    <a:pt x="958837" y="7769746"/>
                  </a:lnTo>
                  <a:lnTo>
                    <a:pt x="982497" y="7725054"/>
                  </a:lnTo>
                  <a:lnTo>
                    <a:pt x="1025982" y="7696213"/>
                  </a:lnTo>
                  <a:lnTo>
                    <a:pt x="1030973" y="7693876"/>
                  </a:lnTo>
                  <a:lnTo>
                    <a:pt x="1100912" y="7697102"/>
                  </a:lnTo>
                  <a:lnTo>
                    <a:pt x="1132408" y="7719060"/>
                  </a:lnTo>
                  <a:lnTo>
                    <a:pt x="1152588" y="7754023"/>
                  </a:lnTo>
                  <a:lnTo>
                    <a:pt x="1159700" y="7800670"/>
                  </a:lnTo>
                  <a:lnTo>
                    <a:pt x="1159700" y="7663650"/>
                  </a:lnTo>
                  <a:lnTo>
                    <a:pt x="1128039" y="7647432"/>
                  </a:lnTo>
                  <a:lnTo>
                    <a:pt x="1079868" y="7640231"/>
                  </a:lnTo>
                  <a:lnTo>
                    <a:pt x="1042174" y="7644676"/>
                  </a:lnTo>
                  <a:lnTo>
                    <a:pt x="1010107" y="7656665"/>
                  </a:lnTo>
                  <a:lnTo>
                    <a:pt x="983310" y="7674559"/>
                  </a:lnTo>
                  <a:lnTo>
                    <a:pt x="962812" y="7696213"/>
                  </a:lnTo>
                  <a:lnTo>
                    <a:pt x="960602" y="7696213"/>
                  </a:lnTo>
                  <a:lnTo>
                    <a:pt x="972540" y="7649286"/>
                  </a:lnTo>
                  <a:lnTo>
                    <a:pt x="995108" y="7605992"/>
                  </a:lnTo>
                  <a:lnTo>
                    <a:pt x="1028560" y="7568920"/>
                  </a:lnTo>
                  <a:lnTo>
                    <a:pt x="1073175" y="7540676"/>
                  </a:lnTo>
                  <a:lnTo>
                    <a:pt x="1129195" y="7523810"/>
                  </a:lnTo>
                  <a:lnTo>
                    <a:pt x="1156474" y="7520889"/>
                  </a:lnTo>
                  <a:lnTo>
                    <a:pt x="1157732" y="7520889"/>
                  </a:lnTo>
                  <a:lnTo>
                    <a:pt x="1167663" y="7520584"/>
                  </a:lnTo>
                  <a:lnTo>
                    <a:pt x="1178382" y="7520889"/>
                  </a:lnTo>
                  <a:lnTo>
                    <a:pt x="1178382" y="7520584"/>
                  </a:lnTo>
                  <a:lnTo>
                    <a:pt x="1178382" y="7467066"/>
                  </a:lnTo>
                  <a:lnTo>
                    <a:pt x="1130693" y="7470864"/>
                  </a:lnTo>
                  <a:lnTo>
                    <a:pt x="1086256" y="7479639"/>
                  </a:lnTo>
                  <a:lnTo>
                    <a:pt x="1045197" y="7494638"/>
                  </a:lnTo>
                  <a:lnTo>
                    <a:pt x="1008087" y="7515657"/>
                  </a:lnTo>
                  <a:lnTo>
                    <a:pt x="975487" y="7542504"/>
                  </a:lnTo>
                  <a:lnTo>
                    <a:pt x="948639" y="7574407"/>
                  </a:lnTo>
                  <a:lnTo>
                    <a:pt x="926020" y="7612583"/>
                  </a:lnTo>
                  <a:lnTo>
                    <a:pt x="908621" y="7656665"/>
                  </a:lnTo>
                  <a:lnTo>
                    <a:pt x="897470" y="7706169"/>
                  </a:lnTo>
                  <a:lnTo>
                    <a:pt x="893495" y="7761122"/>
                  </a:lnTo>
                  <a:lnTo>
                    <a:pt x="893559" y="7762037"/>
                  </a:lnTo>
                  <a:lnTo>
                    <a:pt x="897559" y="7812291"/>
                  </a:lnTo>
                  <a:lnTo>
                    <a:pt x="909370" y="7857261"/>
                  </a:lnTo>
                  <a:lnTo>
                    <a:pt x="928370" y="7895425"/>
                  </a:lnTo>
                  <a:lnTo>
                    <a:pt x="953998" y="7926184"/>
                  </a:lnTo>
                  <a:lnTo>
                    <a:pt x="985685" y="7948904"/>
                  </a:lnTo>
                  <a:lnTo>
                    <a:pt x="1022883" y="7962989"/>
                  </a:lnTo>
                  <a:lnTo>
                    <a:pt x="1065022" y="7967827"/>
                  </a:lnTo>
                  <a:lnTo>
                    <a:pt x="1111910" y="7961338"/>
                  </a:lnTo>
                  <a:lnTo>
                    <a:pt x="1151534" y="7943253"/>
                  </a:lnTo>
                  <a:lnTo>
                    <a:pt x="1181684" y="7917091"/>
                  </a:lnTo>
                  <a:lnTo>
                    <a:pt x="1183309" y="7915681"/>
                  </a:lnTo>
                  <a:lnTo>
                    <a:pt x="1206703" y="7880705"/>
                  </a:lnTo>
                  <a:lnTo>
                    <a:pt x="1221143" y="7840434"/>
                  </a:lnTo>
                  <a:lnTo>
                    <a:pt x="1226083" y="7796962"/>
                  </a:lnTo>
                  <a:close/>
                </a:path>
                <a:path w="4817745" h="10208260">
                  <a:moveTo>
                    <a:pt x="1226083" y="4810455"/>
                  </a:moveTo>
                  <a:lnTo>
                    <a:pt x="1219123" y="4757750"/>
                  </a:lnTo>
                  <a:lnTo>
                    <a:pt x="1199337" y="4714329"/>
                  </a:lnTo>
                  <a:lnTo>
                    <a:pt x="1188605" y="4702975"/>
                  </a:lnTo>
                  <a:lnTo>
                    <a:pt x="1168412" y="4681588"/>
                  </a:lnTo>
                  <a:lnTo>
                    <a:pt x="1159700" y="4677130"/>
                  </a:lnTo>
                  <a:lnTo>
                    <a:pt x="1159700" y="4814151"/>
                  </a:lnTo>
                  <a:lnTo>
                    <a:pt x="1152880" y="4861623"/>
                  </a:lnTo>
                  <a:lnTo>
                    <a:pt x="1133614" y="4898390"/>
                  </a:lnTo>
                  <a:lnTo>
                    <a:pt x="1103731" y="4922139"/>
                  </a:lnTo>
                  <a:lnTo>
                    <a:pt x="1065022" y="4930572"/>
                  </a:lnTo>
                  <a:lnTo>
                    <a:pt x="1019594" y="4920119"/>
                  </a:lnTo>
                  <a:lnTo>
                    <a:pt x="986459" y="4891113"/>
                  </a:lnTo>
                  <a:lnTo>
                    <a:pt x="965923" y="4847145"/>
                  </a:lnTo>
                  <a:lnTo>
                    <a:pt x="958291" y="4791761"/>
                  </a:lnTo>
                  <a:lnTo>
                    <a:pt x="958837" y="4783213"/>
                  </a:lnTo>
                  <a:lnTo>
                    <a:pt x="982497" y="4738548"/>
                  </a:lnTo>
                  <a:lnTo>
                    <a:pt x="1025982" y="4709706"/>
                  </a:lnTo>
                  <a:lnTo>
                    <a:pt x="1030973" y="4707369"/>
                  </a:lnTo>
                  <a:lnTo>
                    <a:pt x="1100912" y="4710595"/>
                  </a:lnTo>
                  <a:lnTo>
                    <a:pt x="1132408" y="4732553"/>
                  </a:lnTo>
                  <a:lnTo>
                    <a:pt x="1152588" y="4767516"/>
                  </a:lnTo>
                  <a:lnTo>
                    <a:pt x="1159700" y="4814151"/>
                  </a:lnTo>
                  <a:lnTo>
                    <a:pt x="1159700" y="4677130"/>
                  </a:lnTo>
                  <a:lnTo>
                    <a:pt x="1128039" y="4660925"/>
                  </a:lnTo>
                  <a:lnTo>
                    <a:pt x="1079868" y="4653724"/>
                  </a:lnTo>
                  <a:lnTo>
                    <a:pt x="1042174" y="4658169"/>
                  </a:lnTo>
                  <a:lnTo>
                    <a:pt x="1010119" y="4670145"/>
                  </a:lnTo>
                  <a:lnTo>
                    <a:pt x="983310" y="4688040"/>
                  </a:lnTo>
                  <a:lnTo>
                    <a:pt x="962812" y="4709706"/>
                  </a:lnTo>
                  <a:lnTo>
                    <a:pt x="960602" y="4709706"/>
                  </a:lnTo>
                  <a:lnTo>
                    <a:pt x="972540" y="4662754"/>
                  </a:lnTo>
                  <a:lnTo>
                    <a:pt x="995108" y="4619460"/>
                  </a:lnTo>
                  <a:lnTo>
                    <a:pt x="1028560" y="4582401"/>
                  </a:lnTo>
                  <a:lnTo>
                    <a:pt x="1073175" y="4554156"/>
                  </a:lnTo>
                  <a:lnTo>
                    <a:pt x="1129195" y="4537303"/>
                  </a:lnTo>
                  <a:lnTo>
                    <a:pt x="1156754" y="4534332"/>
                  </a:lnTo>
                  <a:lnTo>
                    <a:pt x="1158506" y="4534332"/>
                  </a:lnTo>
                  <a:lnTo>
                    <a:pt x="1167663" y="4534052"/>
                  </a:lnTo>
                  <a:lnTo>
                    <a:pt x="1178382" y="4534332"/>
                  </a:lnTo>
                  <a:lnTo>
                    <a:pt x="1178382" y="4534052"/>
                  </a:lnTo>
                  <a:lnTo>
                    <a:pt x="1178382" y="4480560"/>
                  </a:lnTo>
                  <a:lnTo>
                    <a:pt x="1130693" y="4484357"/>
                  </a:lnTo>
                  <a:lnTo>
                    <a:pt x="1086256" y="4493120"/>
                  </a:lnTo>
                  <a:lnTo>
                    <a:pt x="1045197" y="4508119"/>
                  </a:lnTo>
                  <a:lnTo>
                    <a:pt x="1008087" y="4529125"/>
                  </a:lnTo>
                  <a:lnTo>
                    <a:pt x="975487" y="4555947"/>
                  </a:lnTo>
                  <a:lnTo>
                    <a:pt x="948639" y="4587875"/>
                  </a:lnTo>
                  <a:lnTo>
                    <a:pt x="926020" y="4626064"/>
                  </a:lnTo>
                  <a:lnTo>
                    <a:pt x="908621" y="4670145"/>
                  </a:lnTo>
                  <a:lnTo>
                    <a:pt x="897470" y="4719663"/>
                  </a:lnTo>
                  <a:lnTo>
                    <a:pt x="893495" y="4774616"/>
                  </a:lnTo>
                  <a:lnTo>
                    <a:pt x="893559" y="4775517"/>
                  </a:lnTo>
                  <a:lnTo>
                    <a:pt x="897559" y="4825771"/>
                  </a:lnTo>
                  <a:lnTo>
                    <a:pt x="909370" y="4870755"/>
                  </a:lnTo>
                  <a:lnTo>
                    <a:pt x="928370" y="4908918"/>
                  </a:lnTo>
                  <a:lnTo>
                    <a:pt x="953998" y="4939677"/>
                  </a:lnTo>
                  <a:lnTo>
                    <a:pt x="985685" y="4962398"/>
                  </a:lnTo>
                  <a:lnTo>
                    <a:pt x="1022883" y="4976482"/>
                  </a:lnTo>
                  <a:lnTo>
                    <a:pt x="1065022" y="4981321"/>
                  </a:lnTo>
                  <a:lnTo>
                    <a:pt x="1111910" y="4974818"/>
                  </a:lnTo>
                  <a:lnTo>
                    <a:pt x="1151534" y="4956734"/>
                  </a:lnTo>
                  <a:lnTo>
                    <a:pt x="1181684" y="4930572"/>
                  </a:lnTo>
                  <a:lnTo>
                    <a:pt x="1183309" y="4929162"/>
                  </a:lnTo>
                  <a:lnTo>
                    <a:pt x="1206703" y="4894199"/>
                  </a:lnTo>
                  <a:lnTo>
                    <a:pt x="1221143" y="4853927"/>
                  </a:lnTo>
                  <a:lnTo>
                    <a:pt x="1226083" y="4810455"/>
                  </a:lnTo>
                  <a:close/>
                </a:path>
                <a:path w="4817745" h="10208260">
                  <a:moveTo>
                    <a:pt x="1226083" y="2570556"/>
                  </a:moveTo>
                  <a:lnTo>
                    <a:pt x="1219123" y="2517864"/>
                  </a:lnTo>
                  <a:lnTo>
                    <a:pt x="1199337" y="2474442"/>
                  </a:lnTo>
                  <a:lnTo>
                    <a:pt x="1168412" y="2441702"/>
                  </a:lnTo>
                  <a:lnTo>
                    <a:pt x="1159700" y="2437244"/>
                  </a:lnTo>
                  <a:lnTo>
                    <a:pt x="1159700" y="2574264"/>
                  </a:lnTo>
                  <a:lnTo>
                    <a:pt x="1152880" y="2621724"/>
                  </a:lnTo>
                  <a:lnTo>
                    <a:pt x="1133614" y="2658491"/>
                  </a:lnTo>
                  <a:lnTo>
                    <a:pt x="1103731" y="2682252"/>
                  </a:lnTo>
                  <a:lnTo>
                    <a:pt x="1065022" y="2690685"/>
                  </a:lnTo>
                  <a:lnTo>
                    <a:pt x="1019594" y="2680220"/>
                  </a:lnTo>
                  <a:lnTo>
                    <a:pt x="986459" y="2651226"/>
                  </a:lnTo>
                  <a:lnTo>
                    <a:pt x="965923" y="2607246"/>
                  </a:lnTo>
                  <a:lnTo>
                    <a:pt x="958291" y="2551874"/>
                  </a:lnTo>
                  <a:lnTo>
                    <a:pt x="958837" y="2543327"/>
                  </a:lnTo>
                  <a:lnTo>
                    <a:pt x="982497" y="2498648"/>
                  </a:lnTo>
                  <a:lnTo>
                    <a:pt x="1025982" y="2469807"/>
                  </a:lnTo>
                  <a:lnTo>
                    <a:pt x="1030973" y="2467470"/>
                  </a:lnTo>
                  <a:lnTo>
                    <a:pt x="1100912" y="2470696"/>
                  </a:lnTo>
                  <a:lnTo>
                    <a:pt x="1132408" y="2492654"/>
                  </a:lnTo>
                  <a:lnTo>
                    <a:pt x="1152588" y="2527617"/>
                  </a:lnTo>
                  <a:lnTo>
                    <a:pt x="1159700" y="2574264"/>
                  </a:lnTo>
                  <a:lnTo>
                    <a:pt x="1159700" y="2437244"/>
                  </a:lnTo>
                  <a:lnTo>
                    <a:pt x="1128039" y="2421026"/>
                  </a:lnTo>
                  <a:lnTo>
                    <a:pt x="1079868" y="2413825"/>
                  </a:lnTo>
                  <a:lnTo>
                    <a:pt x="1042174" y="2418270"/>
                  </a:lnTo>
                  <a:lnTo>
                    <a:pt x="1010107" y="2430259"/>
                  </a:lnTo>
                  <a:lnTo>
                    <a:pt x="983310" y="2448141"/>
                  </a:lnTo>
                  <a:lnTo>
                    <a:pt x="962812" y="2469807"/>
                  </a:lnTo>
                  <a:lnTo>
                    <a:pt x="960602" y="2469807"/>
                  </a:lnTo>
                  <a:lnTo>
                    <a:pt x="972540" y="2422855"/>
                  </a:lnTo>
                  <a:lnTo>
                    <a:pt x="995108" y="2379561"/>
                  </a:lnTo>
                  <a:lnTo>
                    <a:pt x="1028560" y="2342502"/>
                  </a:lnTo>
                  <a:lnTo>
                    <a:pt x="1073175" y="2314257"/>
                  </a:lnTo>
                  <a:lnTo>
                    <a:pt x="1129195" y="2297404"/>
                  </a:lnTo>
                  <a:lnTo>
                    <a:pt x="1156474" y="2294483"/>
                  </a:lnTo>
                  <a:lnTo>
                    <a:pt x="1157732" y="2294483"/>
                  </a:lnTo>
                  <a:lnTo>
                    <a:pt x="1167663" y="2294178"/>
                  </a:lnTo>
                  <a:lnTo>
                    <a:pt x="1178382" y="2294483"/>
                  </a:lnTo>
                  <a:lnTo>
                    <a:pt x="1178382" y="2294178"/>
                  </a:lnTo>
                  <a:lnTo>
                    <a:pt x="1178382" y="2240661"/>
                  </a:lnTo>
                  <a:lnTo>
                    <a:pt x="1130693" y="2244458"/>
                  </a:lnTo>
                  <a:lnTo>
                    <a:pt x="1086256" y="2253234"/>
                  </a:lnTo>
                  <a:lnTo>
                    <a:pt x="1045197" y="2268220"/>
                  </a:lnTo>
                  <a:lnTo>
                    <a:pt x="1008087" y="2289251"/>
                  </a:lnTo>
                  <a:lnTo>
                    <a:pt x="975487" y="2316099"/>
                  </a:lnTo>
                  <a:lnTo>
                    <a:pt x="948639" y="2348001"/>
                  </a:lnTo>
                  <a:lnTo>
                    <a:pt x="926020" y="2386177"/>
                  </a:lnTo>
                  <a:lnTo>
                    <a:pt x="908621" y="2430259"/>
                  </a:lnTo>
                  <a:lnTo>
                    <a:pt x="897470" y="2479764"/>
                  </a:lnTo>
                  <a:lnTo>
                    <a:pt x="893495" y="2534716"/>
                  </a:lnTo>
                  <a:lnTo>
                    <a:pt x="893559" y="2535618"/>
                  </a:lnTo>
                  <a:lnTo>
                    <a:pt x="897559" y="2585885"/>
                  </a:lnTo>
                  <a:lnTo>
                    <a:pt x="909370" y="2630855"/>
                  </a:lnTo>
                  <a:lnTo>
                    <a:pt x="928370" y="2669019"/>
                  </a:lnTo>
                  <a:lnTo>
                    <a:pt x="953998" y="2699778"/>
                  </a:lnTo>
                  <a:lnTo>
                    <a:pt x="985685" y="2722499"/>
                  </a:lnTo>
                  <a:lnTo>
                    <a:pt x="1022883" y="2736583"/>
                  </a:lnTo>
                  <a:lnTo>
                    <a:pt x="1065022" y="2741422"/>
                  </a:lnTo>
                  <a:lnTo>
                    <a:pt x="1111910" y="2734932"/>
                  </a:lnTo>
                  <a:lnTo>
                    <a:pt x="1151534" y="2716847"/>
                  </a:lnTo>
                  <a:lnTo>
                    <a:pt x="1181684" y="2690685"/>
                  </a:lnTo>
                  <a:lnTo>
                    <a:pt x="1183309" y="2689275"/>
                  </a:lnTo>
                  <a:lnTo>
                    <a:pt x="1206703" y="2654300"/>
                  </a:lnTo>
                  <a:lnTo>
                    <a:pt x="1221143" y="2614028"/>
                  </a:lnTo>
                  <a:lnTo>
                    <a:pt x="1226083" y="2570556"/>
                  </a:lnTo>
                  <a:close/>
                </a:path>
                <a:path w="4817745" h="10208260">
                  <a:moveTo>
                    <a:pt x="1234351" y="1802993"/>
                  </a:moveTo>
                  <a:lnTo>
                    <a:pt x="1166469" y="1802993"/>
                  </a:lnTo>
                  <a:lnTo>
                    <a:pt x="1166469" y="1564970"/>
                  </a:lnTo>
                  <a:lnTo>
                    <a:pt x="1166469" y="1501546"/>
                  </a:lnTo>
                  <a:lnTo>
                    <a:pt x="1106817" y="1501546"/>
                  </a:lnTo>
                  <a:lnTo>
                    <a:pt x="1106817" y="1564970"/>
                  </a:lnTo>
                  <a:lnTo>
                    <a:pt x="1105776" y="1584972"/>
                  </a:lnTo>
                  <a:lnTo>
                    <a:pt x="1105077" y="1603019"/>
                  </a:lnTo>
                  <a:lnTo>
                    <a:pt x="1104620" y="1622044"/>
                  </a:lnTo>
                  <a:lnTo>
                    <a:pt x="1104493" y="1636610"/>
                  </a:lnTo>
                  <a:lnTo>
                    <a:pt x="1104468" y="1802993"/>
                  </a:lnTo>
                  <a:lnTo>
                    <a:pt x="945616" y="1802993"/>
                  </a:lnTo>
                  <a:lnTo>
                    <a:pt x="945616" y="1801507"/>
                  </a:lnTo>
                  <a:lnTo>
                    <a:pt x="1064260" y="1636610"/>
                  </a:lnTo>
                  <a:lnTo>
                    <a:pt x="1074102" y="1619948"/>
                  </a:lnTo>
                  <a:lnTo>
                    <a:pt x="1083818" y="1603019"/>
                  </a:lnTo>
                  <a:lnTo>
                    <a:pt x="1093800" y="1584972"/>
                  </a:lnTo>
                  <a:lnTo>
                    <a:pt x="1104468" y="1564970"/>
                  </a:lnTo>
                  <a:lnTo>
                    <a:pt x="1106817" y="1564970"/>
                  </a:lnTo>
                  <a:lnTo>
                    <a:pt x="1106817" y="1501546"/>
                  </a:lnTo>
                  <a:lnTo>
                    <a:pt x="1095629" y="1501546"/>
                  </a:lnTo>
                  <a:lnTo>
                    <a:pt x="879221" y="1811210"/>
                  </a:lnTo>
                  <a:lnTo>
                    <a:pt x="879221" y="1854504"/>
                  </a:lnTo>
                  <a:lnTo>
                    <a:pt x="1104468" y="1854504"/>
                  </a:lnTo>
                  <a:lnTo>
                    <a:pt x="1104468" y="1986584"/>
                  </a:lnTo>
                  <a:lnTo>
                    <a:pt x="1166469" y="1986584"/>
                  </a:lnTo>
                  <a:lnTo>
                    <a:pt x="1166469" y="1854504"/>
                  </a:lnTo>
                  <a:lnTo>
                    <a:pt x="1234351" y="1854504"/>
                  </a:lnTo>
                  <a:lnTo>
                    <a:pt x="1234351" y="1802993"/>
                  </a:lnTo>
                  <a:close/>
                </a:path>
                <a:path w="4817745" h="10208260">
                  <a:moveTo>
                    <a:pt x="2003285" y="7474572"/>
                  </a:moveTo>
                  <a:lnTo>
                    <a:pt x="1947329" y="7474572"/>
                  </a:lnTo>
                  <a:lnTo>
                    <a:pt x="1841322" y="7531316"/>
                  </a:lnTo>
                  <a:lnTo>
                    <a:pt x="1853996" y="7581227"/>
                  </a:lnTo>
                  <a:lnTo>
                    <a:pt x="1938350" y="7535735"/>
                  </a:lnTo>
                  <a:lnTo>
                    <a:pt x="1939836" y="7535735"/>
                  </a:lnTo>
                  <a:lnTo>
                    <a:pt x="1939836" y="7959611"/>
                  </a:lnTo>
                  <a:lnTo>
                    <a:pt x="2003285" y="7959611"/>
                  </a:lnTo>
                  <a:lnTo>
                    <a:pt x="2003285" y="7474572"/>
                  </a:lnTo>
                  <a:close/>
                </a:path>
                <a:path w="4817745" h="10208260">
                  <a:moveTo>
                    <a:pt x="2003285" y="8267"/>
                  </a:moveTo>
                  <a:lnTo>
                    <a:pt x="1947329" y="8267"/>
                  </a:lnTo>
                  <a:lnTo>
                    <a:pt x="1841322" y="64960"/>
                  </a:lnTo>
                  <a:lnTo>
                    <a:pt x="1853996" y="114884"/>
                  </a:lnTo>
                  <a:lnTo>
                    <a:pt x="1938350" y="69519"/>
                  </a:lnTo>
                  <a:lnTo>
                    <a:pt x="1939836" y="69519"/>
                  </a:lnTo>
                  <a:lnTo>
                    <a:pt x="1939836" y="493255"/>
                  </a:lnTo>
                  <a:lnTo>
                    <a:pt x="2003285" y="493255"/>
                  </a:lnTo>
                  <a:lnTo>
                    <a:pt x="2003285" y="8267"/>
                  </a:lnTo>
                  <a:close/>
                </a:path>
                <a:path w="4817745" h="10208260">
                  <a:moveTo>
                    <a:pt x="2096477" y="3322409"/>
                  </a:moveTo>
                  <a:lnTo>
                    <a:pt x="2090978" y="3280156"/>
                  </a:lnTo>
                  <a:lnTo>
                    <a:pt x="2053983" y="3217761"/>
                  </a:lnTo>
                  <a:lnTo>
                    <a:pt x="2003437" y="3186138"/>
                  </a:lnTo>
                  <a:lnTo>
                    <a:pt x="1950554" y="3173209"/>
                  </a:lnTo>
                  <a:lnTo>
                    <a:pt x="1922741" y="3171634"/>
                  </a:lnTo>
                  <a:lnTo>
                    <a:pt x="1910537" y="3171901"/>
                  </a:lnTo>
                  <a:lnTo>
                    <a:pt x="1900377" y="3172574"/>
                  </a:lnTo>
                  <a:lnTo>
                    <a:pt x="1883105" y="3174619"/>
                  </a:lnTo>
                  <a:lnTo>
                    <a:pt x="1901837" y="3050032"/>
                  </a:lnTo>
                  <a:lnTo>
                    <a:pt x="2086775" y="3050032"/>
                  </a:lnTo>
                  <a:lnTo>
                    <a:pt x="2086775" y="2994774"/>
                  </a:lnTo>
                  <a:lnTo>
                    <a:pt x="1854860" y="2994774"/>
                  </a:lnTo>
                  <a:lnTo>
                    <a:pt x="1823491" y="3227616"/>
                  </a:lnTo>
                  <a:lnTo>
                    <a:pt x="1837613" y="3225850"/>
                  </a:lnTo>
                  <a:lnTo>
                    <a:pt x="1853374" y="3224149"/>
                  </a:lnTo>
                  <a:lnTo>
                    <a:pt x="1870989" y="3222879"/>
                  </a:lnTo>
                  <a:lnTo>
                    <a:pt x="1890649" y="3222383"/>
                  </a:lnTo>
                  <a:lnTo>
                    <a:pt x="1953209" y="3230359"/>
                  </a:lnTo>
                  <a:lnTo>
                    <a:pt x="1996414" y="3252597"/>
                  </a:lnTo>
                  <a:lnTo>
                    <a:pt x="2021611" y="3286595"/>
                  </a:lnTo>
                  <a:lnTo>
                    <a:pt x="2030095" y="3329813"/>
                  </a:lnTo>
                  <a:lnTo>
                    <a:pt x="2020836" y="3373666"/>
                  </a:lnTo>
                  <a:lnTo>
                    <a:pt x="1995855" y="3406787"/>
                  </a:lnTo>
                  <a:lnTo>
                    <a:pt x="1959267" y="3427730"/>
                  </a:lnTo>
                  <a:lnTo>
                    <a:pt x="1915248" y="3435032"/>
                  </a:lnTo>
                  <a:lnTo>
                    <a:pt x="1883283" y="3432518"/>
                  </a:lnTo>
                  <a:lnTo>
                    <a:pt x="1854403" y="3426079"/>
                  </a:lnTo>
                  <a:lnTo>
                    <a:pt x="1830019" y="3417405"/>
                  </a:lnTo>
                  <a:lnTo>
                    <a:pt x="1811540" y="3408184"/>
                  </a:lnTo>
                  <a:lnTo>
                    <a:pt x="1795056" y="3458197"/>
                  </a:lnTo>
                  <a:lnTo>
                    <a:pt x="1816265" y="3469144"/>
                  </a:lnTo>
                  <a:lnTo>
                    <a:pt x="1844319" y="3478707"/>
                  </a:lnTo>
                  <a:lnTo>
                    <a:pt x="1877974" y="3485464"/>
                  </a:lnTo>
                  <a:lnTo>
                    <a:pt x="1915960" y="3488029"/>
                  </a:lnTo>
                  <a:lnTo>
                    <a:pt x="1965845" y="3482340"/>
                  </a:lnTo>
                  <a:lnTo>
                    <a:pt x="2009495" y="3466147"/>
                  </a:lnTo>
                  <a:lnTo>
                    <a:pt x="2045652" y="3440734"/>
                  </a:lnTo>
                  <a:lnTo>
                    <a:pt x="2073046" y="3407448"/>
                  </a:lnTo>
                  <a:lnTo>
                    <a:pt x="2090407" y="3367570"/>
                  </a:lnTo>
                  <a:lnTo>
                    <a:pt x="2096477" y="3322409"/>
                  </a:lnTo>
                  <a:close/>
                </a:path>
                <a:path w="4817745" h="10208260">
                  <a:moveTo>
                    <a:pt x="2097963" y="4089158"/>
                  </a:moveTo>
                  <a:lnTo>
                    <a:pt x="2089454" y="4042727"/>
                  </a:lnTo>
                  <a:lnTo>
                    <a:pt x="2066264" y="4005872"/>
                  </a:lnTo>
                  <a:lnTo>
                    <a:pt x="2031860" y="3979507"/>
                  </a:lnTo>
                  <a:lnTo>
                    <a:pt x="1989747" y="3964521"/>
                  </a:lnTo>
                  <a:lnTo>
                    <a:pt x="1989747" y="3963085"/>
                  </a:lnTo>
                  <a:lnTo>
                    <a:pt x="2028939" y="3943134"/>
                  </a:lnTo>
                  <a:lnTo>
                    <a:pt x="2056917" y="3916616"/>
                  </a:lnTo>
                  <a:lnTo>
                    <a:pt x="2073694" y="3884790"/>
                  </a:lnTo>
                  <a:lnTo>
                    <a:pt x="2079282" y="3848925"/>
                  </a:lnTo>
                  <a:lnTo>
                    <a:pt x="2071039" y="3805948"/>
                  </a:lnTo>
                  <a:lnTo>
                    <a:pt x="2045754" y="3768953"/>
                  </a:lnTo>
                  <a:lnTo>
                    <a:pt x="2002536" y="3743007"/>
                  </a:lnTo>
                  <a:lnTo>
                    <a:pt x="1940560" y="3733228"/>
                  </a:lnTo>
                  <a:lnTo>
                    <a:pt x="1902256" y="3736429"/>
                  </a:lnTo>
                  <a:lnTo>
                    <a:pt x="1867065" y="3744874"/>
                  </a:lnTo>
                  <a:lnTo>
                    <a:pt x="1836928" y="3756812"/>
                  </a:lnTo>
                  <a:lnTo>
                    <a:pt x="1813788" y="3770503"/>
                  </a:lnTo>
                  <a:lnTo>
                    <a:pt x="1830844" y="3818267"/>
                  </a:lnTo>
                  <a:lnTo>
                    <a:pt x="1849374" y="3806964"/>
                  </a:lnTo>
                  <a:lnTo>
                    <a:pt x="1872640" y="3796639"/>
                  </a:lnTo>
                  <a:lnTo>
                    <a:pt x="1899272" y="3789095"/>
                  </a:lnTo>
                  <a:lnTo>
                    <a:pt x="1927872" y="3786174"/>
                  </a:lnTo>
                  <a:lnTo>
                    <a:pt x="1966645" y="3792143"/>
                  </a:lnTo>
                  <a:lnTo>
                    <a:pt x="1993074" y="3808196"/>
                  </a:lnTo>
                  <a:lnTo>
                    <a:pt x="2008187" y="3831539"/>
                  </a:lnTo>
                  <a:lnTo>
                    <a:pt x="2012988" y="3859352"/>
                  </a:lnTo>
                  <a:lnTo>
                    <a:pt x="2002790" y="3896398"/>
                  </a:lnTo>
                  <a:lnTo>
                    <a:pt x="1976767" y="3921912"/>
                  </a:lnTo>
                  <a:lnTo>
                    <a:pt x="1941804" y="3936669"/>
                  </a:lnTo>
                  <a:lnTo>
                    <a:pt x="1904771" y="3941419"/>
                  </a:lnTo>
                  <a:lnTo>
                    <a:pt x="1868258" y="3941419"/>
                  </a:lnTo>
                  <a:lnTo>
                    <a:pt x="1868258" y="3990670"/>
                  </a:lnTo>
                  <a:lnTo>
                    <a:pt x="1904771" y="3990670"/>
                  </a:lnTo>
                  <a:lnTo>
                    <a:pt x="1951012" y="3996271"/>
                  </a:lnTo>
                  <a:lnTo>
                    <a:pt x="1990940" y="4013695"/>
                  </a:lnTo>
                  <a:lnTo>
                    <a:pt x="2019109" y="4043857"/>
                  </a:lnTo>
                  <a:lnTo>
                    <a:pt x="2030095" y="4087672"/>
                  </a:lnTo>
                  <a:lnTo>
                    <a:pt x="2025116" y="4119372"/>
                  </a:lnTo>
                  <a:lnTo>
                    <a:pt x="2007146" y="4149801"/>
                  </a:lnTo>
                  <a:lnTo>
                    <a:pt x="1973211" y="4172674"/>
                  </a:lnTo>
                  <a:lnTo>
                    <a:pt x="1920379" y="4181703"/>
                  </a:lnTo>
                  <a:lnTo>
                    <a:pt x="1887029" y="4178592"/>
                  </a:lnTo>
                  <a:lnTo>
                    <a:pt x="1856613" y="4170870"/>
                  </a:lnTo>
                  <a:lnTo>
                    <a:pt x="1831251" y="4160926"/>
                  </a:lnTo>
                  <a:lnTo>
                    <a:pt x="1813026" y="4151147"/>
                  </a:lnTo>
                  <a:lnTo>
                    <a:pt x="1795056" y="4201833"/>
                  </a:lnTo>
                  <a:lnTo>
                    <a:pt x="1817179" y="4213593"/>
                  </a:lnTo>
                  <a:lnTo>
                    <a:pt x="1846656" y="4224134"/>
                  </a:lnTo>
                  <a:lnTo>
                    <a:pt x="1881847" y="4231729"/>
                  </a:lnTo>
                  <a:lnTo>
                    <a:pt x="1921103" y="4234650"/>
                  </a:lnTo>
                  <a:lnTo>
                    <a:pt x="1974646" y="4229265"/>
                  </a:lnTo>
                  <a:lnTo>
                    <a:pt x="2018728" y="4214177"/>
                  </a:lnTo>
                  <a:lnTo>
                    <a:pt x="2053221" y="4191000"/>
                  </a:lnTo>
                  <a:lnTo>
                    <a:pt x="2077999" y="4161371"/>
                  </a:lnTo>
                  <a:lnTo>
                    <a:pt x="2092960" y="4126877"/>
                  </a:lnTo>
                  <a:lnTo>
                    <a:pt x="2097963" y="4089158"/>
                  </a:lnTo>
                  <a:close/>
                </a:path>
                <a:path w="4817745" h="10208260">
                  <a:moveTo>
                    <a:pt x="2097963" y="2595880"/>
                  </a:moveTo>
                  <a:lnTo>
                    <a:pt x="2089454" y="2549474"/>
                  </a:lnTo>
                  <a:lnTo>
                    <a:pt x="2066264" y="2512606"/>
                  </a:lnTo>
                  <a:lnTo>
                    <a:pt x="2031860" y="2486228"/>
                  </a:lnTo>
                  <a:lnTo>
                    <a:pt x="1989747" y="2471242"/>
                  </a:lnTo>
                  <a:lnTo>
                    <a:pt x="1989747" y="2469807"/>
                  </a:lnTo>
                  <a:lnTo>
                    <a:pt x="2028939" y="2449880"/>
                  </a:lnTo>
                  <a:lnTo>
                    <a:pt x="2056917" y="2423376"/>
                  </a:lnTo>
                  <a:lnTo>
                    <a:pt x="2073694" y="2391537"/>
                  </a:lnTo>
                  <a:lnTo>
                    <a:pt x="2079282" y="2355646"/>
                  </a:lnTo>
                  <a:lnTo>
                    <a:pt x="2071039" y="2312670"/>
                  </a:lnTo>
                  <a:lnTo>
                    <a:pt x="2045754" y="2275662"/>
                  </a:lnTo>
                  <a:lnTo>
                    <a:pt x="2002536" y="2249728"/>
                  </a:lnTo>
                  <a:lnTo>
                    <a:pt x="1940560" y="2239949"/>
                  </a:lnTo>
                  <a:lnTo>
                    <a:pt x="1902256" y="2243150"/>
                  </a:lnTo>
                  <a:lnTo>
                    <a:pt x="1867065" y="2251595"/>
                  </a:lnTo>
                  <a:lnTo>
                    <a:pt x="1836928" y="2263559"/>
                  </a:lnTo>
                  <a:lnTo>
                    <a:pt x="1813788" y="2277275"/>
                  </a:lnTo>
                  <a:lnTo>
                    <a:pt x="1830844" y="2324989"/>
                  </a:lnTo>
                  <a:lnTo>
                    <a:pt x="1849374" y="2313724"/>
                  </a:lnTo>
                  <a:lnTo>
                    <a:pt x="1872640" y="2303399"/>
                  </a:lnTo>
                  <a:lnTo>
                    <a:pt x="1899272" y="2295855"/>
                  </a:lnTo>
                  <a:lnTo>
                    <a:pt x="1927872" y="2292947"/>
                  </a:lnTo>
                  <a:lnTo>
                    <a:pt x="1966645" y="2298903"/>
                  </a:lnTo>
                  <a:lnTo>
                    <a:pt x="1993074" y="2314943"/>
                  </a:lnTo>
                  <a:lnTo>
                    <a:pt x="2008187" y="2338260"/>
                  </a:lnTo>
                  <a:lnTo>
                    <a:pt x="2012988" y="2366073"/>
                  </a:lnTo>
                  <a:lnTo>
                    <a:pt x="2002790" y="2403144"/>
                  </a:lnTo>
                  <a:lnTo>
                    <a:pt x="1976767" y="2428671"/>
                  </a:lnTo>
                  <a:lnTo>
                    <a:pt x="1941804" y="2443429"/>
                  </a:lnTo>
                  <a:lnTo>
                    <a:pt x="1904771" y="2448179"/>
                  </a:lnTo>
                  <a:lnTo>
                    <a:pt x="1868258" y="2448179"/>
                  </a:lnTo>
                  <a:lnTo>
                    <a:pt x="1868258" y="2497378"/>
                  </a:lnTo>
                  <a:lnTo>
                    <a:pt x="1904771" y="2497378"/>
                  </a:lnTo>
                  <a:lnTo>
                    <a:pt x="1951012" y="2502992"/>
                  </a:lnTo>
                  <a:lnTo>
                    <a:pt x="1990940" y="2520429"/>
                  </a:lnTo>
                  <a:lnTo>
                    <a:pt x="2019109" y="2550617"/>
                  </a:lnTo>
                  <a:lnTo>
                    <a:pt x="2030095" y="2594445"/>
                  </a:lnTo>
                  <a:lnTo>
                    <a:pt x="2025116" y="2626118"/>
                  </a:lnTo>
                  <a:lnTo>
                    <a:pt x="2007146" y="2656535"/>
                  </a:lnTo>
                  <a:lnTo>
                    <a:pt x="1973211" y="2679395"/>
                  </a:lnTo>
                  <a:lnTo>
                    <a:pt x="1920379" y="2688425"/>
                  </a:lnTo>
                  <a:lnTo>
                    <a:pt x="1887029" y="2685326"/>
                  </a:lnTo>
                  <a:lnTo>
                    <a:pt x="1856613" y="2677617"/>
                  </a:lnTo>
                  <a:lnTo>
                    <a:pt x="1831251" y="2667660"/>
                  </a:lnTo>
                  <a:lnTo>
                    <a:pt x="1813026" y="2657868"/>
                  </a:lnTo>
                  <a:lnTo>
                    <a:pt x="1795056" y="2708605"/>
                  </a:lnTo>
                  <a:lnTo>
                    <a:pt x="1817179" y="2720340"/>
                  </a:lnTo>
                  <a:lnTo>
                    <a:pt x="1846656" y="2730881"/>
                  </a:lnTo>
                  <a:lnTo>
                    <a:pt x="1881847" y="2738501"/>
                  </a:lnTo>
                  <a:lnTo>
                    <a:pt x="1921103" y="2741422"/>
                  </a:lnTo>
                  <a:lnTo>
                    <a:pt x="1974646" y="2736024"/>
                  </a:lnTo>
                  <a:lnTo>
                    <a:pt x="2018728" y="2720937"/>
                  </a:lnTo>
                  <a:lnTo>
                    <a:pt x="2053221" y="2697746"/>
                  </a:lnTo>
                  <a:lnTo>
                    <a:pt x="2077999" y="2668105"/>
                  </a:lnTo>
                  <a:lnTo>
                    <a:pt x="2092960" y="2633611"/>
                  </a:lnTo>
                  <a:lnTo>
                    <a:pt x="2097963" y="2595880"/>
                  </a:lnTo>
                  <a:close/>
                </a:path>
                <a:path w="4817745" h="10208260">
                  <a:moveTo>
                    <a:pt x="2106955" y="10145014"/>
                  </a:moveTo>
                  <a:lnTo>
                    <a:pt x="1889010" y="10145014"/>
                  </a:lnTo>
                  <a:lnTo>
                    <a:pt x="1889010" y="10143528"/>
                  </a:lnTo>
                  <a:lnTo>
                    <a:pt x="1927872" y="10107739"/>
                  </a:lnTo>
                  <a:lnTo>
                    <a:pt x="1975751" y="10060470"/>
                  </a:lnTo>
                  <a:lnTo>
                    <a:pt x="2016633" y="10016350"/>
                  </a:lnTo>
                  <a:lnTo>
                    <a:pt x="2049767" y="9974174"/>
                  </a:lnTo>
                  <a:lnTo>
                    <a:pt x="2074379" y="9932746"/>
                  </a:lnTo>
                  <a:lnTo>
                    <a:pt x="2089708" y="9890823"/>
                  </a:lnTo>
                  <a:lnTo>
                    <a:pt x="2094992" y="9847224"/>
                  </a:lnTo>
                  <a:lnTo>
                    <a:pt x="2089581" y="9805924"/>
                  </a:lnTo>
                  <a:lnTo>
                    <a:pt x="2072817" y="9767646"/>
                  </a:lnTo>
                  <a:lnTo>
                    <a:pt x="2043925" y="9735922"/>
                  </a:lnTo>
                  <a:lnTo>
                    <a:pt x="2002104" y="9714293"/>
                  </a:lnTo>
                  <a:lnTo>
                    <a:pt x="1946567" y="9706292"/>
                  </a:lnTo>
                  <a:lnTo>
                    <a:pt x="1906231" y="9710001"/>
                  </a:lnTo>
                  <a:lnTo>
                    <a:pt x="1869516" y="9720288"/>
                  </a:lnTo>
                  <a:lnTo>
                    <a:pt x="1836991" y="9735871"/>
                  </a:lnTo>
                  <a:lnTo>
                    <a:pt x="1809229" y="9755492"/>
                  </a:lnTo>
                  <a:lnTo>
                    <a:pt x="1830120" y="9801720"/>
                  </a:lnTo>
                  <a:lnTo>
                    <a:pt x="1849462" y="9787496"/>
                  </a:lnTo>
                  <a:lnTo>
                    <a:pt x="1873478" y="9774288"/>
                  </a:lnTo>
                  <a:lnTo>
                    <a:pt x="1901583" y="9764573"/>
                  </a:lnTo>
                  <a:lnTo>
                    <a:pt x="1933155" y="9760775"/>
                  </a:lnTo>
                  <a:lnTo>
                    <a:pt x="1978710" y="9768662"/>
                  </a:lnTo>
                  <a:lnTo>
                    <a:pt x="2008365" y="9789681"/>
                  </a:lnTo>
                  <a:lnTo>
                    <a:pt x="2024468" y="9819932"/>
                  </a:lnTo>
                  <a:lnTo>
                    <a:pt x="2029320" y="9855479"/>
                  </a:lnTo>
                  <a:lnTo>
                    <a:pt x="2024303" y="9891509"/>
                  </a:lnTo>
                  <a:lnTo>
                    <a:pt x="2009724" y="9927615"/>
                  </a:lnTo>
                  <a:lnTo>
                    <a:pt x="1985238" y="9965614"/>
                  </a:lnTo>
                  <a:lnTo>
                    <a:pt x="1950491" y="10007333"/>
                  </a:lnTo>
                  <a:lnTo>
                    <a:pt x="1905127" y="10054603"/>
                  </a:lnTo>
                  <a:lnTo>
                    <a:pt x="1797316" y="10159149"/>
                  </a:lnTo>
                  <a:lnTo>
                    <a:pt x="1797316" y="10199510"/>
                  </a:lnTo>
                  <a:lnTo>
                    <a:pt x="2106955" y="10199510"/>
                  </a:lnTo>
                  <a:lnTo>
                    <a:pt x="2106955" y="10145014"/>
                  </a:lnTo>
                  <a:close/>
                </a:path>
                <a:path w="4817745" h="10208260">
                  <a:moveTo>
                    <a:pt x="2106955" y="9398406"/>
                  </a:moveTo>
                  <a:lnTo>
                    <a:pt x="1889010" y="9398406"/>
                  </a:lnTo>
                  <a:lnTo>
                    <a:pt x="1889010" y="9396908"/>
                  </a:lnTo>
                  <a:lnTo>
                    <a:pt x="1927872" y="9361068"/>
                  </a:lnTo>
                  <a:lnTo>
                    <a:pt x="1975751" y="9313799"/>
                  </a:lnTo>
                  <a:lnTo>
                    <a:pt x="2016633" y="9269679"/>
                  </a:lnTo>
                  <a:lnTo>
                    <a:pt x="2049767" y="9227515"/>
                  </a:lnTo>
                  <a:lnTo>
                    <a:pt x="2074379" y="9186088"/>
                  </a:lnTo>
                  <a:lnTo>
                    <a:pt x="2089708" y="9144203"/>
                  </a:lnTo>
                  <a:lnTo>
                    <a:pt x="2094992" y="9100655"/>
                  </a:lnTo>
                  <a:lnTo>
                    <a:pt x="2089581" y="9059342"/>
                  </a:lnTo>
                  <a:lnTo>
                    <a:pt x="2072817" y="9021039"/>
                  </a:lnTo>
                  <a:lnTo>
                    <a:pt x="2043925" y="8989289"/>
                  </a:lnTo>
                  <a:lnTo>
                    <a:pt x="2002104" y="8967635"/>
                  </a:lnTo>
                  <a:lnTo>
                    <a:pt x="1946567" y="8959634"/>
                  </a:lnTo>
                  <a:lnTo>
                    <a:pt x="1906231" y="8963342"/>
                  </a:lnTo>
                  <a:lnTo>
                    <a:pt x="1869516" y="8973629"/>
                  </a:lnTo>
                  <a:lnTo>
                    <a:pt x="1836991" y="8989225"/>
                  </a:lnTo>
                  <a:lnTo>
                    <a:pt x="1809229" y="9008885"/>
                  </a:lnTo>
                  <a:lnTo>
                    <a:pt x="1830120" y="9055151"/>
                  </a:lnTo>
                  <a:lnTo>
                    <a:pt x="1849462" y="9040876"/>
                  </a:lnTo>
                  <a:lnTo>
                    <a:pt x="1873478" y="9027643"/>
                  </a:lnTo>
                  <a:lnTo>
                    <a:pt x="1901583" y="9017902"/>
                  </a:lnTo>
                  <a:lnTo>
                    <a:pt x="1933155" y="9014117"/>
                  </a:lnTo>
                  <a:lnTo>
                    <a:pt x="1978710" y="9021991"/>
                  </a:lnTo>
                  <a:lnTo>
                    <a:pt x="2008365" y="9043022"/>
                  </a:lnTo>
                  <a:lnTo>
                    <a:pt x="2024468" y="9073286"/>
                  </a:lnTo>
                  <a:lnTo>
                    <a:pt x="2029320" y="9108872"/>
                  </a:lnTo>
                  <a:lnTo>
                    <a:pt x="2024303" y="9144864"/>
                  </a:lnTo>
                  <a:lnTo>
                    <a:pt x="2009724" y="9180957"/>
                  </a:lnTo>
                  <a:lnTo>
                    <a:pt x="1985238" y="9218943"/>
                  </a:lnTo>
                  <a:lnTo>
                    <a:pt x="1950491" y="9260675"/>
                  </a:lnTo>
                  <a:lnTo>
                    <a:pt x="1905127" y="9307944"/>
                  </a:lnTo>
                  <a:lnTo>
                    <a:pt x="1797316" y="9412529"/>
                  </a:lnTo>
                  <a:lnTo>
                    <a:pt x="1797316" y="9452889"/>
                  </a:lnTo>
                  <a:lnTo>
                    <a:pt x="2106955" y="9452889"/>
                  </a:lnTo>
                  <a:lnTo>
                    <a:pt x="2106955" y="9398406"/>
                  </a:lnTo>
                  <a:close/>
                </a:path>
                <a:path w="4817745" h="10208260">
                  <a:moveTo>
                    <a:pt x="2106955" y="7158456"/>
                  </a:moveTo>
                  <a:lnTo>
                    <a:pt x="1889010" y="7158456"/>
                  </a:lnTo>
                  <a:lnTo>
                    <a:pt x="1889010" y="7157021"/>
                  </a:lnTo>
                  <a:lnTo>
                    <a:pt x="1927872" y="7121169"/>
                  </a:lnTo>
                  <a:lnTo>
                    <a:pt x="1975751" y="7073900"/>
                  </a:lnTo>
                  <a:lnTo>
                    <a:pt x="2016633" y="7029780"/>
                  </a:lnTo>
                  <a:lnTo>
                    <a:pt x="2049767" y="6987616"/>
                  </a:lnTo>
                  <a:lnTo>
                    <a:pt x="2074379" y="6946189"/>
                  </a:lnTo>
                  <a:lnTo>
                    <a:pt x="2089708" y="6904304"/>
                  </a:lnTo>
                  <a:lnTo>
                    <a:pt x="2094992" y="6860756"/>
                  </a:lnTo>
                  <a:lnTo>
                    <a:pt x="2089581" y="6819443"/>
                  </a:lnTo>
                  <a:lnTo>
                    <a:pt x="2072817" y="6781139"/>
                  </a:lnTo>
                  <a:lnTo>
                    <a:pt x="2043925" y="6749389"/>
                  </a:lnTo>
                  <a:lnTo>
                    <a:pt x="2002104" y="6727736"/>
                  </a:lnTo>
                  <a:lnTo>
                    <a:pt x="1946567" y="6719735"/>
                  </a:lnTo>
                  <a:lnTo>
                    <a:pt x="1906231" y="6723443"/>
                  </a:lnTo>
                  <a:lnTo>
                    <a:pt x="1869516" y="6733730"/>
                  </a:lnTo>
                  <a:lnTo>
                    <a:pt x="1836991" y="6749326"/>
                  </a:lnTo>
                  <a:lnTo>
                    <a:pt x="1809229" y="6768986"/>
                  </a:lnTo>
                  <a:lnTo>
                    <a:pt x="1830120" y="6815252"/>
                  </a:lnTo>
                  <a:lnTo>
                    <a:pt x="1849462" y="6800977"/>
                  </a:lnTo>
                  <a:lnTo>
                    <a:pt x="1873478" y="6787743"/>
                  </a:lnTo>
                  <a:lnTo>
                    <a:pt x="1901583" y="6778015"/>
                  </a:lnTo>
                  <a:lnTo>
                    <a:pt x="1933155" y="6774218"/>
                  </a:lnTo>
                  <a:lnTo>
                    <a:pt x="1978710" y="6782105"/>
                  </a:lnTo>
                  <a:lnTo>
                    <a:pt x="2008365" y="6803123"/>
                  </a:lnTo>
                  <a:lnTo>
                    <a:pt x="2024468" y="6833387"/>
                  </a:lnTo>
                  <a:lnTo>
                    <a:pt x="2029320" y="6868973"/>
                  </a:lnTo>
                  <a:lnTo>
                    <a:pt x="2024303" y="6904964"/>
                  </a:lnTo>
                  <a:lnTo>
                    <a:pt x="2009724" y="6941058"/>
                  </a:lnTo>
                  <a:lnTo>
                    <a:pt x="1985238" y="6979044"/>
                  </a:lnTo>
                  <a:lnTo>
                    <a:pt x="1950491" y="7020776"/>
                  </a:lnTo>
                  <a:lnTo>
                    <a:pt x="1905127" y="7068058"/>
                  </a:lnTo>
                  <a:lnTo>
                    <a:pt x="1797316" y="7172680"/>
                  </a:lnTo>
                  <a:lnTo>
                    <a:pt x="1797316" y="7212990"/>
                  </a:lnTo>
                  <a:lnTo>
                    <a:pt x="2106955" y="7212990"/>
                  </a:lnTo>
                  <a:lnTo>
                    <a:pt x="2106955" y="7158456"/>
                  </a:lnTo>
                  <a:close/>
                </a:path>
                <a:path w="4817745" h="10208260">
                  <a:moveTo>
                    <a:pt x="2106955" y="1185443"/>
                  </a:moveTo>
                  <a:lnTo>
                    <a:pt x="1889010" y="1185443"/>
                  </a:lnTo>
                  <a:lnTo>
                    <a:pt x="1889010" y="1183995"/>
                  </a:lnTo>
                  <a:lnTo>
                    <a:pt x="1927872" y="1148156"/>
                  </a:lnTo>
                  <a:lnTo>
                    <a:pt x="1975751" y="1100886"/>
                  </a:lnTo>
                  <a:lnTo>
                    <a:pt x="2016633" y="1056767"/>
                  </a:lnTo>
                  <a:lnTo>
                    <a:pt x="2049767" y="1014590"/>
                  </a:lnTo>
                  <a:lnTo>
                    <a:pt x="2074379" y="973162"/>
                  </a:lnTo>
                  <a:lnTo>
                    <a:pt x="2089708" y="931278"/>
                  </a:lnTo>
                  <a:lnTo>
                    <a:pt x="2094992" y="887730"/>
                  </a:lnTo>
                  <a:lnTo>
                    <a:pt x="2089581" y="846416"/>
                  </a:lnTo>
                  <a:lnTo>
                    <a:pt x="2072817" y="808101"/>
                  </a:lnTo>
                  <a:lnTo>
                    <a:pt x="2043925" y="776338"/>
                  </a:lnTo>
                  <a:lnTo>
                    <a:pt x="2002104" y="754672"/>
                  </a:lnTo>
                  <a:lnTo>
                    <a:pt x="1946567" y="746658"/>
                  </a:lnTo>
                  <a:lnTo>
                    <a:pt x="1906231" y="750379"/>
                  </a:lnTo>
                  <a:lnTo>
                    <a:pt x="1869516" y="760666"/>
                  </a:lnTo>
                  <a:lnTo>
                    <a:pt x="1836991" y="776274"/>
                  </a:lnTo>
                  <a:lnTo>
                    <a:pt x="1809229" y="795959"/>
                  </a:lnTo>
                  <a:lnTo>
                    <a:pt x="1830120" y="842187"/>
                  </a:lnTo>
                  <a:lnTo>
                    <a:pt x="1849462" y="827913"/>
                  </a:lnTo>
                  <a:lnTo>
                    <a:pt x="1873478" y="814705"/>
                  </a:lnTo>
                  <a:lnTo>
                    <a:pt x="1901583" y="804976"/>
                  </a:lnTo>
                  <a:lnTo>
                    <a:pt x="1933155" y="801204"/>
                  </a:lnTo>
                  <a:lnTo>
                    <a:pt x="1978710" y="809078"/>
                  </a:lnTo>
                  <a:lnTo>
                    <a:pt x="2008365" y="830097"/>
                  </a:lnTo>
                  <a:lnTo>
                    <a:pt x="2024468" y="860348"/>
                  </a:lnTo>
                  <a:lnTo>
                    <a:pt x="2029320" y="895896"/>
                  </a:lnTo>
                  <a:lnTo>
                    <a:pt x="2024303" y="931926"/>
                  </a:lnTo>
                  <a:lnTo>
                    <a:pt x="2009724" y="968019"/>
                  </a:lnTo>
                  <a:lnTo>
                    <a:pt x="1985238" y="1006017"/>
                  </a:lnTo>
                  <a:lnTo>
                    <a:pt x="1950491" y="1047737"/>
                  </a:lnTo>
                  <a:lnTo>
                    <a:pt x="1905127" y="1095006"/>
                  </a:lnTo>
                  <a:lnTo>
                    <a:pt x="1797316" y="1199654"/>
                  </a:lnTo>
                  <a:lnTo>
                    <a:pt x="1797316" y="1239926"/>
                  </a:lnTo>
                  <a:lnTo>
                    <a:pt x="2106955" y="1239926"/>
                  </a:lnTo>
                  <a:lnTo>
                    <a:pt x="2106955" y="1185443"/>
                  </a:lnTo>
                  <a:close/>
                </a:path>
                <a:path w="4817745" h="10208260">
                  <a:moveTo>
                    <a:pt x="2112086" y="1501546"/>
                  </a:moveTo>
                  <a:lnTo>
                    <a:pt x="1806257" y="1501546"/>
                  </a:lnTo>
                  <a:lnTo>
                    <a:pt x="1806257" y="1556029"/>
                  </a:lnTo>
                  <a:lnTo>
                    <a:pt x="2043493" y="1556029"/>
                  </a:lnTo>
                  <a:lnTo>
                    <a:pt x="2043493" y="1557477"/>
                  </a:lnTo>
                  <a:lnTo>
                    <a:pt x="1833054" y="1986584"/>
                  </a:lnTo>
                  <a:lnTo>
                    <a:pt x="1901075" y="1986584"/>
                  </a:lnTo>
                  <a:lnTo>
                    <a:pt x="2112086" y="1544789"/>
                  </a:lnTo>
                  <a:lnTo>
                    <a:pt x="2112086" y="1501546"/>
                  </a:lnTo>
                  <a:close/>
                </a:path>
                <a:path w="4817745" h="10208260">
                  <a:moveTo>
                    <a:pt x="2119579" y="8458543"/>
                  </a:moveTo>
                  <a:lnTo>
                    <a:pt x="2116061" y="8396287"/>
                  </a:lnTo>
                  <a:lnTo>
                    <a:pt x="2105672" y="8342287"/>
                  </a:lnTo>
                  <a:lnTo>
                    <a:pt x="2088642" y="8297037"/>
                  </a:lnTo>
                  <a:lnTo>
                    <a:pt x="2067039" y="8263750"/>
                  </a:lnTo>
                  <a:lnTo>
                    <a:pt x="2053920" y="8250936"/>
                  </a:lnTo>
                  <a:lnTo>
                    <a:pt x="2053920" y="8461515"/>
                  </a:lnTo>
                  <a:lnTo>
                    <a:pt x="2050059" y="8530095"/>
                  </a:lnTo>
                  <a:lnTo>
                    <a:pt x="2038362" y="8586178"/>
                  </a:lnTo>
                  <a:lnTo>
                    <a:pt x="2018690" y="8628189"/>
                  </a:lnTo>
                  <a:lnTo>
                    <a:pt x="1990839" y="8654567"/>
                  </a:lnTo>
                  <a:lnTo>
                    <a:pt x="1954682" y="8663699"/>
                  </a:lnTo>
                  <a:lnTo>
                    <a:pt x="1921560" y="8655240"/>
                  </a:lnTo>
                  <a:lnTo>
                    <a:pt x="1894293" y="8630412"/>
                  </a:lnTo>
                  <a:lnTo>
                    <a:pt x="1873758" y="8590039"/>
                  </a:lnTo>
                  <a:lnTo>
                    <a:pt x="1860816" y="8534933"/>
                  </a:lnTo>
                  <a:lnTo>
                    <a:pt x="1856308" y="8465934"/>
                  </a:lnTo>
                  <a:lnTo>
                    <a:pt x="1856346" y="8465223"/>
                  </a:lnTo>
                  <a:lnTo>
                    <a:pt x="1861096" y="8394205"/>
                  </a:lnTo>
                  <a:lnTo>
                    <a:pt x="1874659" y="8337728"/>
                  </a:lnTo>
                  <a:lnTo>
                    <a:pt x="1895754" y="8296897"/>
                  </a:lnTo>
                  <a:lnTo>
                    <a:pt x="1955546" y="8263750"/>
                  </a:lnTo>
                  <a:lnTo>
                    <a:pt x="1991842" y="8272856"/>
                  </a:lnTo>
                  <a:lnTo>
                    <a:pt x="2038845" y="8340318"/>
                  </a:lnTo>
                  <a:lnTo>
                    <a:pt x="2050199" y="8395106"/>
                  </a:lnTo>
                  <a:lnTo>
                    <a:pt x="2053920" y="8461515"/>
                  </a:lnTo>
                  <a:lnTo>
                    <a:pt x="2053920" y="8250936"/>
                  </a:lnTo>
                  <a:lnTo>
                    <a:pt x="2035505" y="8234566"/>
                  </a:lnTo>
                  <a:lnTo>
                    <a:pt x="2000173" y="8218449"/>
                  </a:lnTo>
                  <a:lnTo>
                    <a:pt x="1999869" y="8218449"/>
                  </a:lnTo>
                  <a:lnTo>
                    <a:pt x="1959241" y="8213014"/>
                  </a:lnTo>
                  <a:lnTo>
                    <a:pt x="1918881" y="8218449"/>
                  </a:lnTo>
                  <a:lnTo>
                    <a:pt x="1882736" y="8234566"/>
                  </a:lnTo>
                  <a:lnTo>
                    <a:pt x="1851609" y="8260994"/>
                  </a:lnTo>
                  <a:lnTo>
                    <a:pt x="1825980" y="8297672"/>
                  </a:lnTo>
                  <a:lnTo>
                    <a:pt x="1806829" y="8344090"/>
                  </a:lnTo>
                  <a:lnTo>
                    <a:pt x="1794814" y="8400034"/>
                  </a:lnTo>
                  <a:lnTo>
                    <a:pt x="1790636" y="8465223"/>
                  </a:lnTo>
                  <a:lnTo>
                    <a:pt x="1790687" y="8465934"/>
                  </a:lnTo>
                  <a:lnTo>
                    <a:pt x="1795018" y="8529549"/>
                  </a:lnTo>
                  <a:lnTo>
                    <a:pt x="1795132" y="8530095"/>
                  </a:lnTo>
                  <a:lnTo>
                    <a:pt x="1806524" y="8584806"/>
                  </a:lnTo>
                  <a:lnTo>
                    <a:pt x="1824570" y="8630679"/>
                  </a:lnTo>
                  <a:lnTo>
                    <a:pt x="1848599" y="8666886"/>
                  </a:lnTo>
                  <a:lnTo>
                    <a:pt x="1878063" y="8693099"/>
                  </a:lnTo>
                  <a:lnTo>
                    <a:pt x="1912391" y="8709063"/>
                  </a:lnTo>
                  <a:lnTo>
                    <a:pt x="1951024" y="8714448"/>
                  </a:lnTo>
                  <a:lnTo>
                    <a:pt x="1989124" y="8710206"/>
                  </a:lnTo>
                  <a:lnTo>
                    <a:pt x="2022703" y="8697646"/>
                  </a:lnTo>
                  <a:lnTo>
                    <a:pt x="2051583" y="8676957"/>
                  </a:lnTo>
                  <a:lnTo>
                    <a:pt x="2062695" y="8663699"/>
                  </a:lnTo>
                  <a:lnTo>
                    <a:pt x="2075599" y="8648332"/>
                  </a:lnTo>
                  <a:lnTo>
                    <a:pt x="2094585" y="8611972"/>
                  </a:lnTo>
                  <a:lnTo>
                    <a:pt x="2108352" y="8568093"/>
                  </a:lnTo>
                  <a:lnTo>
                    <a:pt x="2116747" y="8516874"/>
                  </a:lnTo>
                  <a:lnTo>
                    <a:pt x="2119579" y="8458543"/>
                  </a:lnTo>
                  <a:close/>
                </a:path>
                <a:path w="4817745" h="10208260">
                  <a:moveTo>
                    <a:pt x="2119579" y="4725365"/>
                  </a:moveTo>
                  <a:lnTo>
                    <a:pt x="2116061" y="4663110"/>
                  </a:lnTo>
                  <a:lnTo>
                    <a:pt x="2105672" y="4609109"/>
                  </a:lnTo>
                  <a:lnTo>
                    <a:pt x="2088883" y="4564494"/>
                  </a:lnTo>
                  <a:lnTo>
                    <a:pt x="2067039" y="4530572"/>
                  </a:lnTo>
                  <a:lnTo>
                    <a:pt x="2053920" y="4517758"/>
                  </a:lnTo>
                  <a:lnTo>
                    <a:pt x="2053920" y="4728337"/>
                  </a:lnTo>
                  <a:lnTo>
                    <a:pt x="2050059" y="4796917"/>
                  </a:lnTo>
                  <a:lnTo>
                    <a:pt x="2038362" y="4853013"/>
                  </a:lnTo>
                  <a:lnTo>
                    <a:pt x="2018690" y="4895050"/>
                  </a:lnTo>
                  <a:lnTo>
                    <a:pt x="1990839" y="4921428"/>
                  </a:lnTo>
                  <a:lnTo>
                    <a:pt x="1954682" y="4930572"/>
                  </a:lnTo>
                  <a:lnTo>
                    <a:pt x="1921560" y="4922113"/>
                  </a:lnTo>
                  <a:lnTo>
                    <a:pt x="1894293" y="4897285"/>
                  </a:lnTo>
                  <a:lnTo>
                    <a:pt x="1873758" y="4856899"/>
                  </a:lnTo>
                  <a:lnTo>
                    <a:pt x="1860816" y="4801781"/>
                  </a:lnTo>
                  <a:lnTo>
                    <a:pt x="1856308" y="4732769"/>
                  </a:lnTo>
                  <a:lnTo>
                    <a:pt x="1856346" y="4732045"/>
                  </a:lnTo>
                  <a:lnTo>
                    <a:pt x="1861096" y="4661052"/>
                  </a:lnTo>
                  <a:lnTo>
                    <a:pt x="1874659" y="4604575"/>
                  </a:lnTo>
                  <a:lnTo>
                    <a:pt x="1895754" y="4563732"/>
                  </a:lnTo>
                  <a:lnTo>
                    <a:pt x="1955546" y="4530572"/>
                  </a:lnTo>
                  <a:lnTo>
                    <a:pt x="1991842" y="4539678"/>
                  </a:lnTo>
                  <a:lnTo>
                    <a:pt x="2038845" y="4607153"/>
                  </a:lnTo>
                  <a:lnTo>
                    <a:pt x="2050199" y="4661928"/>
                  </a:lnTo>
                  <a:lnTo>
                    <a:pt x="2053920" y="4728337"/>
                  </a:lnTo>
                  <a:lnTo>
                    <a:pt x="2053920" y="4517758"/>
                  </a:lnTo>
                  <a:lnTo>
                    <a:pt x="2035505" y="4501388"/>
                  </a:lnTo>
                  <a:lnTo>
                    <a:pt x="2000173" y="4485271"/>
                  </a:lnTo>
                  <a:lnTo>
                    <a:pt x="1999869" y="4485271"/>
                  </a:lnTo>
                  <a:lnTo>
                    <a:pt x="1959241" y="4479836"/>
                  </a:lnTo>
                  <a:lnTo>
                    <a:pt x="1918881" y="4485271"/>
                  </a:lnTo>
                  <a:lnTo>
                    <a:pt x="1882736" y="4501388"/>
                  </a:lnTo>
                  <a:lnTo>
                    <a:pt x="1851609" y="4527816"/>
                  </a:lnTo>
                  <a:lnTo>
                    <a:pt x="1825980" y="4564494"/>
                  </a:lnTo>
                  <a:lnTo>
                    <a:pt x="1806829" y="4610913"/>
                  </a:lnTo>
                  <a:lnTo>
                    <a:pt x="1794814" y="4666856"/>
                  </a:lnTo>
                  <a:lnTo>
                    <a:pt x="1790636" y="4732045"/>
                  </a:lnTo>
                  <a:lnTo>
                    <a:pt x="1790687" y="4732769"/>
                  </a:lnTo>
                  <a:lnTo>
                    <a:pt x="1795018" y="4796383"/>
                  </a:lnTo>
                  <a:lnTo>
                    <a:pt x="1795132" y="4796917"/>
                  </a:lnTo>
                  <a:lnTo>
                    <a:pt x="1806524" y="4851641"/>
                  </a:lnTo>
                  <a:lnTo>
                    <a:pt x="1824570" y="4897526"/>
                  </a:lnTo>
                  <a:lnTo>
                    <a:pt x="1848599" y="4933734"/>
                  </a:lnTo>
                  <a:lnTo>
                    <a:pt x="1878063" y="4959972"/>
                  </a:lnTo>
                  <a:lnTo>
                    <a:pt x="1912391" y="4975923"/>
                  </a:lnTo>
                  <a:lnTo>
                    <a:pt x="1951024" y="4981321"/>
                  </a:lnTo>
                  <a:lnTo>
                    <a:pt x="1989124" y="4977079"/>
                  </a:lnTo>
                  <a:lnTo>
                    <a:pt x="2022703" y="4964506"/>
                  </a:lnTo>
                  <a:lnTo>
                    <a:pt x="2051583" y="4943805"/>
                  </a:lnTo>
                  <a:lnTo>
                    <a:pt x="2062683" y="4930572"/>
                  </a:lnTo>
                  <a:lnTo>
                    <a:pt x="2075599" y="4915179"/>
                  </a:lnTo>
                  <a:lnTo>
                    <a:pt x="2094585" y="4878819"/>
                  </a:lnTo>
                  <a:lnTo>
                    <a:pt x="2108352" y="4834928"/>
                  </a:lnTo>
                  <a:lnTo>
                    <a:pt x="2116747" y="4783709"/>
                  </a:lnTo>
                  <a:lnTo>
                    <a:pt x="2119579" y="4725365"/>
                  </a:lnTo>
                  <a:close/>
                </a:path>
                <a:path w="4817745" h="10208260">
                  <a:moveTo>
                    <a:pt x="2121789" y="6303683"/>
                  </a:moveTo>
                  <a:lnTo>
                    <a:pt x="2114829" y="6251003"/>
                  </a:lnTo>
                  <a:lnTo>
                    <a:pt x="2095042" y="6207607"/>
                  </a:lnTo>
                  <a:lnTo>
                    <a:pt x="2064131" y="6174867"/>
                  </a:lnTo>
                  <a:lnTo>
                    <a:pt x="2055406" y="6170409"/>
                  </a:lnTo>
                  <a:lnTo>
                    <a:pt x="2055406" y="6307391"/>
                  </a:lnTo>
                  <a:lnTo>
                    <a:pt x="2048586" y="6354851"/>
                  </a:lnTo>
                  <a:lnTo>
                    <a:pt x="2029320" y="6391618"/>
                  </a:lnTo>
                  <a:lnTo>
                    <a:pt x="1999437" y="6415379"/>
                  </a:lnTo>
                  <a:lnTo>
                    <a:pt x="1960727" y="6423812"/>
                  </a:lnTo>
                  <a:lnTo>
                    <a:pt x="1915299" y="6413360"/>
                  </a:lnTo>
                  <a:lnTo>
                    <a:pt x="1882165" y="6384379"/>
                  </a:lnTo>
                  <a:lnTo>
                    <a:pt x="1861629" y="6340411"/>
                  </a:lnTo>
                  <a:lnTo>
                    <a:pt x="1853996" y="6285039"/>
                  </a:lnTo>
                  <a:lnTo>
                    <a:pt x="1854542" y="6276492"/>
                  </a:lnTo>
                  <a:lnTo>
                    <a:pt x="1878203" y="6231775"/>
                  </a:lnTo>
                  <a:lnTo>
                    <a:pt x="1921586" y="6202985"/>
                  </a:lnTo>
                  <a:lnTo>
                    <a:pt x="1926678" y="6200597"/>
                  </a:lnTo>
                  <a:lnTo>
                    <a:pt x="1996617" y="6203823"/>
                  </a:lnTo>
                  <a:lnTo>
                    <a:pt x="2028113" y="6225781"/>
                  </a:lnTo>
                  <a:lnTo>
                    <a:pt x="2048294" y="6260744"/>
                  </a:lnTo>
                  <a:lnTo>
                    <a:pt x="2055406" y="6307391"/>
                  </a:lnTo>
                  <a:lnTo>
                    <a:pt x="2055406" y="6170409"/>
                  </a:lnTo>
                  <a:lnTo>
                    <a:pt x="2023770" y="6154204"/>
                  </a:lnTo>
                  <a:lnTo>
                    <a:pt x="1975624" y="6147003"/>
                  </a:lnTo>
                  <a:lnTo>
                    <a:pt x="1937905" y="6151435"/>
                  </a:lnTo>
                  <a:lnTo>
                    <a:pt x="1905901" y="6163386"/>
                  </a:lnTo>
                  <a:lnTo>
                    <a:pt x="1905762" y="6163386"/>
                  </a:lnTo>
                  <a:lnTo>
                    <a:pt x="1879015" y="6181306"/>
                  </a:lnTo>
                  <a:lnTo>
                    <a:pt x="1858518" y="6202985"/>
                  </a:lnTo>
                  <a:lnTo>
                    <a:pt x="1856308" y="6202985"/>
                  </a:lnTo>
                  <a:lnTo>
                    <a:pt x="1868246" y="6156033"/>
                  </a:lnTo>
                  <a:lnTo>
                    <a:pt x="1890814" y="6112726"/>
                  </a:lnTo>
                  <a:lnTo>
                    <a:pt x="1924265" y="6075654"/>
                  </a:lnTo>
                  <a:lnTo>
                    <a:pt x="1968881" y="6047410"/>
                  </a:lnTo>
                  <a:lnTo>
                    <a:pt x="2024900" y="6030582"/>
                  </a:lnTo>
                  <a:lnTo>
                    <a:pt x="2052243" y="6027610"/>
                  </a:lnTo>
                  <a:lnTo>
                    <a:pt x="2053602" y="6027610"/>
                  </a:lnTo>
                  <a:lnTo>
                    <a:pt x="2063369" y="6027305"/>
                  </a:lnTo>
                  <a:lnTo>
                    <a:pt x="2074100" y="6027610"/>
                  </a:lnTo>
                  <a:lnTo>
                    <a:pt x="2074100" y="6027305"/>
                  </a:lnTo>
                  <a:lnTo>
                    <a:pt x="2074100" y="5973838"/>
                  </a:lnTo>
                  <a:lnTo>
                    <a:pt x="2026399" y="5977585"/>
                  </a:lnTo>
                  <a:lnTo>
                    <a:pt x="1981962" y="5986386"/>
                  </a:lnTo>
                  <a:lnTo>
                    <a:pt x="1940902" y="6001385"/>
                  </a:lnTo>
                  <a:lnTo>
                    <a:pt x="1903793" y="6022403"/>
                  </a:lnTo>
                  <a:lnTo>
                    <a:pt x="1871192" y="6049226"/>
                  </a:lnTo>
                  <a:lnTo>
                    <a:pt x="1844344" y="6081128"/>
                  </a:lnTo>
                  <a:lnTo>
                    <a:pt x="1821726" y="6119304"/>
                  </a:lnTo>
                  <a:lnTo>
                    <a:pt x="1804327" y="6163386"/>
                  </a:lnTo>
                  <a:lnTo>
                    <a:pt x="1793176" y="6212891"/>
                  </a:lnTo>
                  <a:lnTo>
                    <a:pt x="1789201" y="6267843"/>
                  </a:lnTo>
                  <a:lnTo>
                    <a:pt x="1789277" y="6268796"/>
                  </a:lnTo>
                  <a:lnTo>
                    <a:pt x="1793265" y="6319012"/>
                  </a:lnTo>
                  <a:lnTo>
                    <a:pt x="1805076" y="6363983"/>
                  </a:lnTo>
                  <a:lnTo>
                    <a:pt x="1824075" y="6402146"/>
                  </a:lnTo>
                  <a:lnTo>
                    <a:pt x="1849704" y="6432905"/>
                  </a:lnTo>
                  <a:lnTo>
                    <a:pt x="1881390" y="6455626"/>
                  </a:lnTo>
                  <a:lnTo>
                    <a:pt x="1918589" y="6469710"/>
                  </a:lnTo>
                  <a:lnTo>
                    <a:pt x="1960727" y="6474549"/>
                  </a:lnTo>
                  <a:lnTo>
                    <a:pt x="2007616" y="6468059"/>
                  </a:lnTo>
                  <a:lnTo>
                    <a:pt x="2047240" y="6449987"/>
                  </a:lnTo>
                  <a:lnTo>
                    <a:pt x="2077415" y="6423812"/>
                  </a:lnTo>
                  <a:lnTo>
                    <a:pt x="2102408" y="6387452"/>
                  </a:lnTo>
                  <a:lnTo>
                    <a:pt x="2116848" y="6347180"/>
                  </a:lnTo>
                  <a:lnTo>
                    <a:pt x="2121789" y="6303683"/>
                  </a:lnTo>
                  <a:close/>
                </a:path>
                <a:path w="4817745" h="10208260">
                  <a:moveTo>
                    <a:pt x="2130056" y="5536171"/>
                  </a:moveTo>
                  <a:lnTo>
                    <a:pt x="2062187" y="5536171"/>
                  </a:lnTo>
                  <a:lnTo>
                    <a:pt x="2062187" y="5298097"/>
                  </a:lnTo>
                  <a:lnTo>
                    <a:pt x="2062187" y="5234673"/>
                  </a:lnTo>
                  <a:lnTo>
                    <a:pt x="2002523" y="5234673"/>
                  </a:lnTo>
                  <a:lnTo>
                    <a:pt x="2002523" y="5298097"/>
                  </a:lnTo>
                  <a:lnTo>
                    <a:pt x="2001532" y="5317147"/>
                  </a:lnTo>
                  <a:lnTo>
                    <a:pt x="2000250" y="5369738"/>
                  </a:lnTo>
                  <a:lnTo>
                    <a:pt x="2000211" y="5536171"/>
                  </a:lnTo>
                  <a:lnTo>
                    <a:pt x="1841322" y="5536171"/>
                  </a:lnTo>
                  <a:lnTo>
                    <a:pt x="1841322" y="5534634"/>
                  </a:lnTo>
                  <a:lnTo>
                    <a:pt x="1959965" y="5369738"/>
                  </a:lnTo>
                  <a:lnTo>
                    <a:pt x="1969808" y="5353113"/>
                  </a:lnTo>
                  <a:lnTo>
                    <a:pt x="1979536" y="5336171"/>
                  </a:lnTo>
                  <a:lnTo>
                    <a:pt x="1989531" y="5318125"/>
                  </a:lnTo>
                  <a:lnTo>
                    <a:pt x="2000211" y="5298097"/>
                  </a:lnTo>
                  <a:lnTo>
                    <a:pt x="2002523" y="5298097"/>
                  </a:lnTo>
                  <a:lnTo>
                    <a:pt x="2002523" y="5234673"/>
                  </a:lnTo>
                  <a:lnTo>
                    <a:pt x="1991334" y="5234673"/>
                  </a:lnTo>
                  <a:lnTo>
                    <a:pt x="1774939" y="5544388"/>
                  </a:lnTo>
                  <a:lnTo>
                    <a:pt x="1774939" y="5587631"/>
                  </a:lnTo>
                  <a:lnTo>
                    <a:pt x="2000211" y="5587631"/>
                  </a:lnTo>
                  <a:lnTo>
                    <a:pt x="2000211" y="5719711"/>
                  </a:lnTo>
                  <a:lnTo>
                    <a:pt x="2062187" y="5719711"/>
                  </a:lnTo>
                  <a:lnTo>
                    <a:pt x="2062187" y="5587631"/>
                  </a:lnTo>
                  <a:lnTo>
                    <a:pt x="2130056" y="5587631"/>
                  </a:lnTo>
                  <a:lnTo>
                    <a:pt x="2130056" y="5536171"/>
                  </a:lnTo>
                  <a:close/>
                </a:path>
                <a:path w="4817745" h="10208260">
                  <a:moveTo>
                    <a:pt x="2992183" y="8548814"/>
                  </a:moveTo>
                  <a:lnTo>
                    <a:pt x="2986684" y="8506587"/>
                  </a:lnTo>
                  <a:lnTo>
                    <a:pt x="2949689" y="8444179"/>
                  </a:lnTo>
                  <a:lnTo>
                    <a:pt x="2899143" y="8412543"/>
                  </a:lnTo>
                  <a:lnTo>
                    <a:pt x="2846260" y="8399615"/>
                  </a:lnTo>
                  <a:lnTo>
                    <a:pt x="2818447" y="8398053"/>
                  </a:lnTo>
                  <a:lnTo>
                    <a:pt x="2806242" y="8398307"/>
                  </a:lnTo>
                  <a:lnTo>
                    <a:pt x="2796082" y="8398980"/>
                  </a:lnTo>
                  <a:lnTo>
                    <a:pt x="2778810" y="8401024"/>
                  </a:lnTo>
                  <a:lnTo>
                    <a:pt x="2797543" y="8276437"/>
                  </a:lnTo>
                  <a:lnTo>
                    <a:pt x="2982582" y="8276437"/>
                  </a:lnTo>
                  <a:lnTo>
                    <a:pt x="2982582" y="8221180"/>
                  </a:lnTo>
                  <a:lnTo>
                    <a:pt x="2750566" y="8221180"/>
                  </a:lnTo>
                  <a:lnTo>
                    <a:pt x="2719197" y="8454022"/>
                  </a:lnTo>
                  <a:lnTo>
                    <a:pt x="2733319" y="8452256"/>
                  </a:lnTo>
                  <a:lnTo>
                    <a:pt x="2749092" y="8450555"/>
                  </a:lnTo>
                  <a:lnTo>
                    <a:pt x="2766695" y="8449285"/>
                  </a:lnTo>
                  <a:lnTo>
                    <a:pt x="2786354" y="8448789"/>
                  </a:lnTo>
                  <a:lnTo>
                    <a:pt x="2848953" y="8456765"/>
                  </a:lnTo>
                  <a:lnTo>
                    <a:pt x="2892158" y="8479003"/>
                  </a:lnTo>
                  <a:lnTo>
                    <a:pt x="2917329" y="8513000"/>
                  </a:lnTo>
                  <a:lnTo>
                    <a:pt x="2925800" y="8556219"/>
                  </a:lnTo>
                  <a:lnTo>
                    <a:pt x="2916567" y="8600072"/>
                  </a:lnTo>
                  <a:lnTo>
                    <a:pt x="2891612" y="8633219"/>
                  </a:lnTo>
                  <a:lnTo>
                    <a:pt x="2855036" y="8654174"/>
                  </a:lnTo>
                  <a:lnTo>
                    <a:pt x="2810954" y="8661489"/>
                  </a:lnTo>
                  <a:lnTo>
                    <a:pt x="2779001" y="8658962"/>
                  </a:lnTo>
                  <a:lnTo>
                    <a:pt x="2750147" y="8652510"/>
                  </a:lnTo>
                  <a:lnTo>
                    <a:pt x="2725788" y="8643836"/>
                  </a:lnTo>
                  <a:lnTo>
                    <a:pt x="2707284" y="8634628"/>
                  </a:lnTo>
                  <a:lnTo>
                    <a:pt x="2690761" y="8684603"/>
                  </a:lnTo>
                  <a:lnTo>
                    <a:pt x="2711970" y="8695550"/>
                  </a:lnTo>
                  <a:lnTo>
                    <a:pt x="2740037" y="8705113"/>
                  </a:lnTo>
                  <a:lnTo>
                    <a:pt x="2773680" y="8711870"/>
                  </a:lnTo>
                  <a:lnTo>
                    <a:pt x="2811665" y="8714448"/>
                  </a:lnTo>
                  <a:lnTo>
                    <a:pt x="2861589" y="8708746"/>
                  </a:lnTo>
                  <a:lnTo>
                    <a:pt x="2905252" y="8692553"/>
                  </a:lnTo>
                  <a:lnTo>
                    <a:pt x="2941396" y="8667140"/>
                  </a:lnTo>
                  <a:lnTo>
                    <a:pt x="2968777" y="8633854"/>
                  </a:lnTo>
                  <a:lnTo>
                    <a:pt x="2986125" y="8593976"/>
                  </a:lnTo>
                  <a:lnTo>
                    <a:pt x="2992183" y="8548814"/>
                  </a:lnTo>
                  <a:close/>
                </a:path>
                <a:path w="4817745" h="10208260">
                  <a:moveTo>
                    <a:pt x="2992183" y="7055536"/>
                  </a:moveTo>
                  <a:lnTo>
                    <a:pt x="2986684" y="7013308"/>
                  </a:lnTo>
                  <a:lnTo>
                    <a:pt x="2949689" y="6950938"/>
                  </a:lnTo>
                  <a:lnTo>
                    <a:pt x="2899143" y="6919303"/>
                  </a:lnTo>
                  <a:lnTo>
                    <a:pt x="2846260" y="6906374"/>
                  </a:lnTo>
                  <a:lnTo>
                    <a:pt x="2818447" y="6904812"/>
                  </a:lnTo>
                  <a:lnTo>
                    <a:pt x="2806242" y="6905066"/>
                  </a:lnTo>
                  <a:lnTo>
                    <a:pt x="2796082" y="6905726"/>
                  </a:lnTo>
                  <a:lnTo>
                    <a:pt x="2778810" y="6907797"/>
                  </a:lnTo>
                  <a:lnTo>
                    <a:pt x="2797543" y="6783159"/>
                  </a:lnTo>
                  <a:lnTo>
                    <a:pt x="2982582" y="6783159"/>
                  </a:lnTo>
                  <a:lnTo>
                    <a:pt x="2982582" y="6727952"/>
                  </a:lnTo>
                  <a:lnTo>
                    <a:pt x="2750566" y="6727952"/>
                  </a:lnTo>
                  <a:lnTo>
                    <a:pt x="2719197" y="6960794"/>
                  </a:lnTo>
                  <a:lnTo>
                    <a:pt x="2733319" y="6959016"/>
                  </a:lnTo>
                  <a:lnTo>
                    <a:pt x="2749092" y="6957327"/>
                  </a:lnTo>
                  <a:lnTo>
                    <a:pt x="2766695" y="6956057"/>
                  </a:lnTo>
                  <a:lnTo>
                    <a:pt x="2786354" y="6955549"/>
                  </a:lnTo>
                  <a:lnTo>
                    <a:pt x="2848953" y="6963524"/>
                  </a:lnTo>
                  <a:lnTo>
                    <a:pt x="2892158" y="6985775"/>
                  </a:lnTo>
                  <a:lnTo>
                    <a:pt x="2917329" y="7019772"/>
                  </a:lnTo>
                  <a:lnTo>
                    <a:pt x="2925800" y="7062991"/>
                  </a:lnTo>
                  <a:lnTo>
                    <a:pt x="2916567" y="7106818"/>
                  </a:lnTo>
                  <a:lnTo>
                    <a:pt x="2891612" y="7139940"/>
                  </a:lnTo>
                  <a:lnTo>
                    <a:pt x="2855036" y="7160895"/>
                  </a:lnTo>
                  <a:lnTo>
                    <a:pt x="2810954" y="7168210"/>
                  </a:lnTo>
                  <a:lnTo>
                    <a:pt x="2779001" y="7165695"/>
                  </a:lnTo>
                  <a:lnTo>
                    <a:pt x="2750147" y="7159257"/>
                  </a:lnTo>
                  <a:lnTo>
                    <a:pt x="2725788" y="7150582"/>
                  </a:lnTo>
                  <a:lnTo>
                    <a:pt x="2707284" y="7141350"/>
                  </a:lnTo>
                  <a:lnTo>
                    <a:pt x="2690761" y="7191375"/>
                  </a:lnTo>
                  <a:lnTo>
                    <a:pt x="2711970" y="7202322"/>
                  </a:lnTo>
                  <a:lnTo>
                    <a:pt x="2740037" y="7211873"/>
                  </a:lnTo>
                  <a:lnTo>
                    <a:pt x="2773680" y="7218642"/>
                  </a:lnTo>
                  <a:lnTo>
                    <a:pt x="2811665" y="7221207"/>
                  </a:lnTo>
                  <a:lnTo>
                    <a:pt x="2861589" y="7215518"/>
                  </a:lnTo>
                  <a:lnTo>
                    <a:pt x="2905252" y="7199312"/>
                  </a:lnTo>
                  <a:lnTo>
                    <a:pt x="2941396" y="7173912"/>
                  </a:lnTo>
                  <a:lnTo>
                    <a:pt x="2968777" y="7140600"/>
                  </a:lnTo>
                  <a:lnTo>
                    <a:pt x="2986125" y="7100710"/>
                  </a:lnTo>
                  <a:lnTo>
                    <a:pt x="2992183" y="7055536"/>
                  </a:lnTo>
                  <a:close/>
                </a:path>
                <a:path w="4817745" h="10208260">
                  <a:moveTo>
                    <a:pt x="2992183" y="1829130"/>
                  </a:moveTo>
                  <a:lnTo>
                    <a:pt x="2986684" y="1786902"/>
                  </a:lnTo>
                  <a:lnTo>
                    <a:pt x="2949689" y="1724533"/>
                  </a:lnTo>
                  <a:lnTo>
                    <a:pt x="2899143" y="1692897"/>
                  </a:lnTo>
                  <a:lnTo>
                    <a:pt x="2846260" y="1679968"/>
                  </a:lnTo>
                  <a:lnTo>
                    <a:pt x="2818447" y="1678406"/>
                  </a:lnTo>
                  <a:lnTo>
                    <a:pt x="2806242" y="1678660"/>
                  </a:lnTo>
                  <a:lnTo>
                    <a:pt x="2796082" y="1679321"/>
                  </a:lnTo>
                  <a:lnTo>
                    <a:pt x="2778810" y="1681391"/>
                  </a:lnTo>
                  <a:lnTo>
                    <a:pt x="2797543" y="1556753"/>
                  </a:lnTo>
                  <a:lnTo>
                    <a:pt x="2982582" y="1556753"/>
                  </a:lnTo>
                  <a:lnTo>
                    <a:pt x="2982582" y="1501546"/>
                  </a:lnTo>
                  <a:lnTo>
                    <a:pt x="2750566" y="1501546"/>
                  </a:lnTo>
                  <a:lnTo>
                    <a:pt x="2719197" y="1734388"/>
                  </a:lnTo>
                  <a:lnTo>
                    <a:pt x="2733319" y="1732610"/>
                  </a:lnTo>
                  <a:lnTo>
                    <a:pt x="2749092" y="1730921"/>
                  </a:lnTo>
                  <a:lnTo>
                    <a:pt x="2766695" y="1729651"/>
                  </a:lnTo>
                  <a:lnTo>
                    <a:pt x="2786354" y="1729143"/>
                  </a:lnTo>
                  <a:lnTo>
                    <a:pt x="2848953" y="1737118"/>
                  </a:lnTo>
                  <a:lnTo>
                    <a:pt x="2892158" y="1759369"/>
                  </a:lnTo>
                  <a:lnTo>
                    <a:pt x="2917329" y="1793341"/>
                  </a:lnTo>
                  <a:lnTo>
                    <a:pt x="2925800" y="1836534"/>
                  </a:lnTo>
                  <a:lnTo>
                    <a:pt x="2916567" y="1880387"/>
                  </a:lnTo>
                  <a:lnTo>
                    <a:pt x="2891612" y="1913534"/>
                  </a:lnTo>
                  <a:lnTo>
                    <a:pt x="2855036" y="1934489"/>
                  </a:lnTo>
                  <a:lnTo>
                    <a:pt x="2810954" y="1941804"/>
                  </a:lnTo>
                  <a:lnTo>
                    <a:pt x="2779001" y="1939290"/>
                  </a:lnTo>
                  <a:lnTo>
                    <a:pt x="2750147" y="1932851"/>
                  </a:lnTo>
                  <a:lnTo>
                    <a:pt x="2725788" y="1924177"/>
                  </a:lnTo>
                  <a:lnTo>
                    <a:pt x="2707284" y="1914944"/>
                  </a:lnTo>
                  <a:lnTo>
                    <a:pt x="2690761" y="1964969"/>
                  </a:lnTo>
                  <a:lnTo>
                    <a:pt x="2711970" y="1975878"/>
                  </a:lnTo>
                  <a:lnTo>
                    <a:pt x="2740037" y="1985429"/>
                  </a:lnTo>
                  <a:lnTo>
                    <a:pt x="2773680" y="1992185"/>
                  </a:lnTo>
                  <a:lnTo>
                    <a:pt x="2811665" y="1994750"/>
                  </a:lnTo>
                  <a:lnTo>
                    <a:pt x="2861589" y="1989061"/>
                  </a:lnTo>
                  <a:lnTo>
                    <a:pt x="2905252" y="1972868"/>
                  </a:lnTo>
                  <a:lnTo>
                    <a:pt x="2941396" y="1947481"/>
                  </a:lnTo>
                  <a:lnTo>
                    <a:pt x="2968777" y="1914182"/>
                  </a:lnTo>
                  <a:lnTo>
                    <a:pt x="2986125" y="1874304"/>
                  </a:lnTo>
                  <a:lnTo>
                    <a:pt x="2992183" y="1829130"/>
                  </a:lnTo>
                  <a:close/>
                </a:path>
                <a:path w="4817745" h="10208260">
                  <a:moveTo>
                    <a:pt x="2992183" y="335953"/>
                  </a:moveTo>
                  <a:lnTo>
                    <a:pt x="2986684" y="293662"/>
                  </a:lnTo>
                  <a:lnTo>
                    <a:pt x="2949689" y="231216"/>
                  </a:lnTo>
                  <a:lnTo>
                    <a:pt x="2899143" y="199618"/>
                  </a:lnTo>
                  <a:lnTo>
                    <a:pt x="2846260" y="186702"/>
                  </a:lnTo>
                  <a:lnTo>
                    <a:pt x="2818447" y="185127"/>
                  </a:lnTo>
                  <a:lnTo>
                    <a:pt x="2806242" y="185381"/>
                  </a:lnTo>
                  <a:lnTo>
                    <a:pt x="2796082" y="186055"/>
                  </a:lnTo>
                  <a:lnTo>
                    <a:pt x="2778810" y="188112"/>
                  </a:lnTo>
                  <a:lnTo>
                    <a:pt x="2797543" y="63474"/>
                  </a:lnTo>
                  <a:lnTo>
                    <a:pt x="2982582" y="63474"/>
                  </a:lnTo>
                  <a:lnTo>
                    <a:pt x="2982582" y="8267"/>
                  </a:lnTo>
                  <a:lnTo>
                    <a:pt x="2750566" y="8267"/>
                  </a:lnTo>
                  <a:lnTo>
                    <a:pt x="2719197" y="241109"/>
                  </a:lnTo>
                  <a:lnTo>
                    <a:pt x="2749092" y="237629"/>
                  </a:lnTo>
                  <a:lnTo>
                    <a:pt x="2766695" y="236334"/>
                  </a:lnTo>
                  <a:lnTo>
                    <a:pt x="2848953" y="243801"/>
                  </a:lnTo>
                  <a:lnTo>
                    <a:pt x="2892158" y="266052"/>
                  </a:lnTo>
                  <a:lnTo>
                    <a:pt x="2917329" y="300050"/>
                  </a:lnTo>
                  <a:lnTo>
                    <a:pt x="2925800" y="343306"/>
                  </a:lnTo>
                  <a:lnTo>
                    <a:pt x="2916567" y="387146"/>
                  </a:lnTo>
                  <a:lnTo>
                    <a:pt x="2891612" y="420255"/>
                  </a:lnTo>
                  <a:lnTo>
                    <a:pt x="2855036" y="441185"/>
                  </a:lnTo>
                  <a:lnTo>
                    <a:pt x="2810954" y="448475"/>
                  </a:lnTo>
                  <a:lnTo>
                    <a:pt x="2779001" y="445960"/>
                  </a:lnTo>
                  <a:lnTo>
                    <a:pt x="2750147" y="439547"/>
                  </a:lnTo>
                  <a:lnTo>
                    <a:pt x="2725788" y="430885"/>
                  </a:lnTo>
                  <a:lnTo>
                    <a:pt x="2707284" y="421665"/>
                  </a:lnTo>
                  <a:lnTo>
                    <a:pt x="2690761" y="471728"/>
                  </a:lnTo>
                  <a:lnTo>
                    <a:pt x="2711970" y="482663"/>
                  </a:lnTo>
                  <a:lnTo>
                    <a:pt x="2740037" y="492188"/>
                  </a:lnTo>
                  <a:lnTo>
                    <a:pt x="2773680" y="498919"/>
                  </a:lnTo>
                  <a:lnTo>
                    <a:pt x="2811665" y="501472"/>
                  </a:lnTo>
                  <a:lnTo>
                    <a:pt x="2861589" y="495795"/>
                  </a:lnTo>
                  <a:lnTo>
                    <a:pt x="2905252" y="479602"/>
                  </a:lnTo>
                  <a:lnTo>
                    <a:pt x="2941396" y="454228"/>
                  </a:lnTo>
                  <a:lnTo>
                    <a:pt x="2968777" y="420954"/>
                  </a:lnTo>
                  <a:lnTo>
                    <a:pt x="2986125" y="381101"/>
                  </a:lnTo>
                  <a:lnTo>
                    <a:pt x="2992183" y="335953"/>
                  </a:lnTo>
                  <a:close/>
                </a:path>
                <a:path w="4817745" h="10208260">
                  <a:moveTo>
                    <a:pt x="3002661" y="7905128"/>
                  </a:moveTo>
                  <a:lnTo>
                    <a:pt x="2784868" y="7905128"/>
                  </a:lnTo>
                  <a:lnTo>
                    <a:pt x="2784868" y="7903629"/>
                  </a:lnTo>
                  <a:lnTo>
                    <a:pt x="2823578" y="7867790"/>
                  </a:lnTo>
                  <a:lnTo>
                    <a:pt x="2871457" y="7820520"/>
                  </a:lnTo>
                  <a:lnTo>
                    <a:pt x="2912338" y="7776400"/>
                  </a:lnTo>
                  <a:lnTo>
                    <a:pt x="2945473" y="7734224"/>
                  </a:lnTo>
                  <a:lnTo>
                    <a:pt x="2970085" y="7692809"/>
                  </a:lnTo>
                  <a:lnTo>
                    <a:pt x="2985414" y="7650924"/>
                  </a:lnTo>
                  <a:lnTo>
                    <a:pt x="2990697" y="7607376"/>
                  </a:lnTo>
                  <a:lnTo>
                    <a:pt x="2985287" y="7566063"/>
                  </a:lnTo>
                  <a:lnTo>
                    <a:pt x="2968523" y="7527760"/>
                  </a:lnTo>
                  <a:lnTo>
                    <a:pt x="2939631" y="7496010"/>
                  </a:lnTo>
                  <a:lnTo>
                    <a:pt x="2897809" y="7474356"/>
                  </a:lnTo>
                  <a:lnTo>
                    <a:pt x="2842272" y="7466355"/>
                  </a:lnTo>
                  <a:lnTo>
                    <a:pt x="2801963" y="7470064"/>
                  </a:lnTo>
                  <a:lnTo>
                    <a:pt x="2765272" y="7480351"/>
                  </a:lnTo>
                  <a:lnTo>
                    <a:pt x="2732773" y="7495959"/>
                  </a:lnTo>
                  <a:lnTo>
                    <a:pt x="2705036" y="7515644"/>
                  </a:lnTo>
                  <a:lnTo>
                    <a:pt x="2725978" y="7561872"/>
                  </a:lnTo>
                  <a:lnTo>
                    <a:pt x="2745308" y="7547597"/>
                  </a:lnTo>
                  <a:lnTo>
                    <a:pt x="2769311" y="7534389"/>
                  </a:lnTo>
                  <a:lnTo>
                    <a:pt x="2797378" y="7524661"/>
                  </a:lnTo>
                  <a:lnTo>
                    <a:pt x="2828861" y="7520889"/>
                  </a:lnTo>
                  <a:lnTo>
                    <a:pt x="2874416" y="7528763"/>
                  </a:lnTo>
                  <a:lnTo>
                    <a:pt x="2904083" y="7549782"/>
                  </a:lnTo>
                  <a:lnTo>
                    <a:pt x="2920174" y="7580033"/>
                  </a:lnTo>
                  <a:lnTo>
                    <a:pt x="2925038" y="7615593"/>
                  </a:lnTo>
                  <a:lnTo>
                    <a:pt x="2920009" y="7651610"/>
                  </a:lnTo>
                  <a:lnTo>
                    <a:pt x="2905429" y="7687704"/>
                  </a:lnTo>
                  <a:lnTo>
                    <a:pt x="2880944" y="7725702"/>
                  </a:lnTo>
                  <a:lnTo>
                    <a:pt x="2846197" y="7767421"/>
                  </a:lnTo>
                  <a:lnTo>
                    <a:pt x="2800832" y="7814691"/>
                  </a:lnTo>
                  <a:lnTo>
                    <a:pt x="2693022" y="7919352"/>
                  </a:lnTo>
                  <a:lnTo>
                    <a:pt x="2693022" y="7959611"/>
                  </a:lnTo>
                  <a:lnTo>
                    <a:pt x="3002661" y="7959611"/>
                  </a:lnTo>
                  <a:lnTo>
                    <a:pt x="3002661" y="7905128"/>
                  </a:lnTo>
                  <a:close/>
                </a:path>
                <a:path w="4817745" h="10208260">
                  <a:moveTo>
                    <a:pt x="3002661" y="2678722"/>
                  </a:moveTo>
                  <a:lnTo>
                    <a:pt x="2784868" y="2678722"/>
                  </a:lnTo>
                  <a:lnTo>
                    <a:pt x="2784868" y="2677223"/>
                  </a:lnTo>
                  <a:lnTo>
                    <a:pt x="2823578" y="2641384"/>
                  </a:lnTo>
                  <a:lnTo>
                    <a:pt x="2871457" y="2594114"/>
                  </a:lnTo>
                  <a:lnTo>
                    <a:pt x="2912338" y="2549995"/>
                  </a:lnTo>
                  <a:lnTo>
                    <a:pt x="2945473" y="2507818"/>
                  </a:lnTo>
                  <a:lnTo>
                    <a:pt x="2970085" y="2466403"/>
                  </a:lnTo>
                  <a:lnTo>
                    <a:pt x="2985414" y="2424506"/>
                  </a:lnTo>
                  <a:lnTo>
                    <a:pt x="2990697" y="2380970"/>
                  </a:lnTo>
                  <a:lnTo>
                    <a:pt x="2985287" y="2339657"/>
                  </a:lnTo>
                  <a:lnTo>
                    <a:pt x="2968523" y="2301354"/>
                  </a:lnTo>
                  <a:lnTo>
                    <a:pt x="2939631" y="2269604"/>
                  </a:lnTo>
                  <a:lnTo>
                    <a:pt x="2897809" y="2247950"/>
                  </a:lnTo>
                  <a:lnTo>
                    <a:pt x="2842272" y="2239949"/>
                  </a:lnTo>
                  <a:lnTo>
                    <a:pt x="2801963" y="2243658"/>
                  </a:lnTo>
                  <a:lnTo>
                    <a:pt x="2765272" y="2253945"/>
                  </a:lnTo>
                  <a:lnTo>
                    <a:pt x="2732773" y="2269553"/>
                  </a:lnTo>
                  <a:lnTo>
                    <a:pt x="2705036" y="2289238"/>
                  </a:lnTo>
                  <a:lnTo>
                    <a:pt x="2725978" y="2335466"/>
                  </a:lnTo>
                  <a:lnTo>
                    <a:pt x="2745308" y="2321191"/>
                  </a:lnTo>
                  <a:lnTo>
                    <a:pt x="2769311" y="2307983"/>
                  </a:lnTo>
                  <a:lnTo>
                    <a:pt x="2797378" y="2298255"/>
                  </a:lnTo>
                  <a:lnTo>
                    <a:pt x="2828861" y="2294483"/>
                  </a:lnTo>
                  <a:lnTo>
                    <a:pt x="2874416" y="2302357"/>
                  </a:lnTo>
                  <a:lnTo>
                    <a:pt x="2904083" y="2323376"/>
                  </a:lnTo>
                  <a:lnTo>
                    <a:pt x="2920174" y="2353627"/>
                  </a:lnTo>
                  <a:lnTo>
                    <a:pt x="2925038" y="2389174"/>
                  </a:lnTo>
                  <a:lnTo>
                    <a:pt x="2920009" y="2425179"/>
                  </a:lnTo>
                  <a:lnTo>
                    <a:pt x="2905429" y="2461272"/>
                  </a:lnTo>
                  <a:lnTo>
                    <a:pt x="2880944" y="2499271"/>
                  </a:lnTo>
                  <a:lnTo>
                    <a:pt x="2846197" y="2541003"/>
                  </a:lnTo>
                  <a:lnTo>
                    <a:pt x="2800832" y="2588285"/>
                  </a:lnTo>
                  <a:lnTo>
                    <a:pt x="2693022" y="2692933"/>
                  </a:lnTo>
                  <a:lnTo>
                    <a:pt x="2693022" y="2733205"/>
                  </a:lnTo>
                  <a:lnTo>
                    <a:pt x="3002661" y="2733205"/>
                  </a:lnTo>
                  <a:lnTo>
                    <a:pt x="3002661" y="2678722"/>
                  </a:lnTo>
                  <a:close/>
                </a:path>
                <a:path w="4817745" h="10208260">
                  <a:moveTo>
                    <a:pt x="3007944" y="4488053"/>
                  </a:moveTo>
                  <a:lnTo>
                    <a:pt x="2701963" y="4488053"/>
                  </a:lnTo>
                  <a:lnTo>
                    <a:pt x="2701963" y="4542536"/>
                  </a:lnTo>
                  <a:lnTo>
                    <a:pt x="2939300" y="4542536"/>
                  </a:lnTo>
                  <a:lnTo>
                    <a:pt x="2939300" y="4543984"/>
                  </a:lnTo>
                  <a:lnTo>
                    <a:pt x="2728912" y="4973104"/>
                  </a:lnTo>
                  <a:lnTo>
                    <a:pt x="2796781" y="4973104"/>
                  </a:lnTo>
                  <a:lnTo>
                    <a:pt x="3007944" y="4531296"/>
                  </a:lnTo>
                  <a:lnTo>
                    <a:pt x="3007944" y="4488053"/>
                  </a:lnTo>
                  <a:close/>
                </a:path>
                <a:path w="4817745" h="10208260">
                  <a:moveTo>
                    <a:pt x="3007944" y="2994774"/>
                  </a:moveTo>
                  <a:lnTo>
                    <a:pt x="2701963" y="2994774"/>
                  </a:lnTo>
                  <a:lnTo>
                    <a:pt x="2701963" y="3049308"/>
                  </a:lnTo>
                  <a:lnTo>
                    <a:pt x="2939300" y="3049308"/>
                  </a:lnTo>
                  <a:lnTo>
                    <a:pt x="2939300" y="3050756"/>
                  </a:lnTo>
                  <a:lnTo>
                    <a:pt x="2728912" y="3479825"/>
                  </a:lnTo>
                  <a:lnTo>
                    <a:pt x="2796781" y="3479825"/>
                  </a:lnTo>
                  <a:lnTo>
                    <a:pt x="3007944" y="3038068"/>
                  </a:lnTo>
                  <a:lnTo>
                    <a:pt x="3007944" y="2994774"/>
                  </a:lnTo>
                  <a:close/>
                </a:path>
                <a:path w="4817745" h="10208260">
                  <a:moveTo>
                    <a:pt x="3007944" y="754875"/>
                  </a:moveTo>
                  <a:lnTo>
                    <a:pt x="2701963" y="754875"/>
                  </a:lnTo>
                  <a:lnTo>
                    <a:pt x="2701963" y="809371"/>
                  </a:lnTo>
                  <a:lnTo>
                    <a:pt x="2939300" y="809371"/>
                  </a:lnTo>
                  <a:lnTo>
                    <a:pt x="2939300" y="810856"/>
                  </a:lnTo>
                  <a:lnTo>
                    <a:pt x="2728912" y="1239926"/>
                  </a:lnTo>
                  <a:lnTo>
                    <a:pt x="2796781" y="1239926"/>
                  </a:lnTo>
                  <a:lnTo>
                    <a:pt x="3007944" y="798169"/>
                  </a:lnTo>
                  <a:lnTo>
                    <a:pt x="3007944" y="754875"/>
                  </a:lnTo>
                  <a:close/>
                </a:path>
                <a:path w="4817745" h="10208260">
                  <a:moveTo>
                    <a:pt x="3014573" y="4093629"/>
                  </a:moveTo>
                  <a:lnTo>
                    <a:pt x="3007804" y="4052544"/>
                  </a:lnTo>
                  <a:lnTo>
                    <a:pt x="2988386" y="4017822"/>
                  </a:lnTo>
                  <a:lnTo>
                    <a:pt x="2962846" y="3994416"/>
                  </a:lnTo>
                  <a:lnTo>
                    <a:pt x="2957652" y="3989654"/>
                  </a:lnTo>
                  <a:lnTo>
                    <a:pt x="2948190" y="3984701"/>
                  </a:lnTo>
                  <a:lnTo>
                    <a:pt x="2948190" y="4100309"/>
                  </a:lnTo>
                  <a:lnTo>
                    <a:pt x="2941332" y="4134942"/>
                  </a:lnTo>
                  <a:lnTo>
                    <a:pt x="2921825" y="4162361"/>
                  </a:lnTo>
                  <a:lnTo>
                    <a:pt x="2891256" y="4180395"/>
                  </a:lnTo>
                  <a:lnTo>
                    <a:pt x="2851251" y="4186898"/>
                  </a:lnTo>
                  <a:lnTo>
                    <a:pt x="2809633" y="4179366"/>
                  </a:lnTo>
                  <a:lnTo>
                    <a:pt x="2778671" y="4159110"/>
                  </a:lnTo>
                  <a:lnTo>
                    <a:pt x="2759735" y="4129633"/>
                  </a:lnTo>
                  <a:lnTo>
                    <a:pt x="2754223" y="4094403"/>
                  </a:lnTo>
                  <a:lnTo>
                    <a:pt x="2759913" y="4061536"/>
                  </a:lnTo>
                  <a:lnTo>
                    <a:pt x="2776626" y="4033215"/>
                  </a:lnTo>
                  <a:lnTo>
                    <a:pt x="2803995" y="4010456"/>
                  </a:lnTo>
                  <a:lnTo>
                    <a:pt x="2841548" y="3994416"/>
                  </a:lnTo>
                  <a:lnTo>
                    <a:pt x="2885694" y="4010456"/>
                  </a:lnTo>
                  <a:lnTo>
                    <a:pt x="2919488" y="4032262"/>
                  </a:lnTo>
                  <a:lnTo>
                    <a:pt x="2940761" y="4061536"/>
                  </a:lnTo>
                  <a:lnTo>
                    <a:pt x="2948190" y="4100309"/>
                  </a:lnTo>
                  <a:lnTo>
                    <a:pt x="2948190" y="3984701"/>
                  </a:lnTo>
                  <a:lnTo>
                    <a:pt x="2916910" y="3968280"/>
                  </a:lnTo>
                  <a:lnTo>
                    <a:pt x="2916910" y="3966057"/>
                  </a:lnTo>
                  <a:lnTo>
                    <a:pt x="2946311" y="3947376"/>
                  </a:lnTo>
                  <a:lnTo>
                    <a:pt x="2954553" y="3942130"/>
                  </a:lnTo>
                  <a:lnTo>
                    <a:pt x="2979204" y="3914076"/>
                  </a:lnTo>
                  <a:lnTo>
                    <a:pt x="2992666" y="3883660"/>
                  </a:lnTo>
                  <a:lnTo>
                    <a:pt x="2996742" y="3852621"/>
                  </a:lnTo>
                  <a:lnTo>
                    <a:pt x="2991104" y="3816972"/>
                  </a:lnTo>
                  <a:lnTo>
                    <a:pt x="2974187" y="3784460"/>
                  </a:lnTo>
                  <a:lnTo>
                    <a:pt x="2969742" y="3780256"/>
                  </a:lnTo>
                  <a:lnTo>
                    <a:pt x="2945981" y="3757828"/>
                  </a:lnTo>
                  <a:lnTo>
                    <a:pt x="2934017" y="3752380"/>
                  </a:lnTo>
                  <a:lnTo>
                    <a:pt x="2934017" y="3859352"/>
                  </a:lnTo>
                  <a:lnTo>
                    <a:pt x="2928353" y="3889667"/>
                  </a:lnTo>
                  <a:lnTo>
                    <a:pt x="2912745" y="3914533"/>
                  </a:lnTo>
                  <a:lnTo>
                    <a:pt x="2889313" y="3933812"/>
                  </a:lnTo>
                  <a:lnTo>
                    <a:pt x="2860141" y="3947376"/>
                  </a:lnTo>
                  <a:lnTo>
                    <a:pt x="2821927" y="3933812"/>
                  </a:lnTo>
                  <a:lnTo>
                    <a:pt x="2792895" y="3915181"/>
                  </a:lnTo>
                  <a:lnTo>
                    <a:pt x="2774213" y="3890175"/>
                  </a:lnTo>
                  <a:lnTo>
                    <a:pt x="2774099" y="3889667"/>
                  </a:lnTo>
                  <a:lnTo>
                    <a:pt x="2767622" y="3857815"/>
                  </a:lnTo>
                  <a:lnTo>
                    <a:pt x="2773146" y="3828059"/>
                  </a:lnTo>
                  <a:lnTo>
                    <a:pt x="2789390" y="3803358"/>
                  </a:lnTo>
                  <a:lnTo>
                    <a:pt x="2815856" y="3786505"/>
                  </a:lnTo>
                  <a:lnTo>
                    <a:pt x="2852013" y="3780256"/>
                  </a:lnTo>
                  <a:lnTo>
                    <a:pt x="2889681" y="3787165"/>
                  </a:lnTo>
                  <a:lnTo>
                    <a:pt x="2915107" y="3805250"/>
                  </a:lnTo>
                  <a:lnTo>
                    <a:pt x="2929483" y="3830612"/>
                  </a:lnTo>
                  <a:lnTo>
                    <a:pt x="2934017" y="3859352"/>
                  </a:lnTo>
                  <a:lnTo>
                    <a:pt x="2934017" y="3752380"/>
                  </a:lnTo>
                  <a:lnTo>
                    <a:pt x="2906471" y="3739832"/>
                  </a:lnTo>
                  <a:lnTo>
                    <a:pt x="2855671" y="3733228"/>
                  </a:lnTo>
                  <a:lnTo>
                    <a:pt x="2807449" y="3739273"/>
                  </a:lnTo>
                  <a:lnTo>
                    <a:pt x="2766212" y="3756533"/>
                  </a:lnTo>
                  <a:lnTo>
                    <a:pt x="2734081" y="3783673"/>
                  </a:lnTo>
                  <a:lnTo>
                    <a:pt x="2713228" y="3819385"/>
                  </a:lnTo>
                  <a:lnTo>
                    <a:pt x="2705798" y="3862324"/>
                  </a:lnTo>
                  <a:lnTo>
                    <a:pt x="2710256" y="3893413"/>
                  </a:lnTo>
                  <a:lnTo>
                    <a:pt x="2724073" y="3922953"/>
                  </a:lnTo>
                  <a:lnTo>
                    <a:pt x="2747975" y="3949408"/>
                  </a:lnTo>
                  <a:lnTo>
                    <a:pt x="2782659" y="3971252"/>
                  </a:lnTo>
                  <a:lnTo>
                    <a:pt x="2783281" y="3973512"/>
                  </a:lnTo>
                  <a:lnTo>
                    <a:pt x="2743085" y="3995877"/>
                  </a:lnTo>
                  <a:lnTo>
                    <a:pt x="2712821" y="4024985"/>
                  </a:lnTo>
                  <a:lnTo>
                    <a:pt x="2693746" y="4060825"/>
                  </a:lnTo>
                  <a:lnTo>
                    <a:pt x="2693644" y="4061536"/>
                  </a:lnTo>
                  <a:lnTo>
                    <a:pt x="2687116" y="4103382"/>
                  </a:lnTo>
                  <a:lnTo>
                    <a:pt x="2694292" y="4144226"/>
                  </a:lnTo>
                  <a:lnTo>
                    <a:pt x="2715158" y="4180179"/>
                  </a:lnTo>
                  <a:lnTo>
                    <a:pt x="2748686" y="4208843"/>
                  </a:lnTo>
                  <a:lnTo>
                    <a:pt x="2793860" y="4227804"/>
                  </a:lnTo>
                  <a:lnTo>
                    <a:pt x="2849664" y="4234650"/>
                  </a:lnTo>
                  <a:lnTo>
                    <a:pt x="2902381" y="4228084"/>
                  </a:lnTo>
                  <a:lnTo>
                    <a:pt x="2947720" y="4209313"/>
                  </a:lnTo>
                  <a:lnTo>
                    <a:pt x="2974594" y="4186898"/>
                  </a:lnTo>
                  <a:lnTo>
                    <a:pt x="2983192" y="4179722"/>
                  </a:lnTo>
                  <a:lnTo>
                    <a:pt x="3006306" y="4140695"/>
                  </a:lnTo>
                  <a:lnTo>
                    <a:pt x="3014573" y="4093629"/>
                  </a:lnTo>
                  <a:close/>
                </a:path>
                <a:path w="4817745" h="10208260">
                  <a:moveTo>
                    <a:pt x="3015284" y="9951771"/>
                  </a:moveTo>
                  <a:lnTo>
                    <a:pt x="3011767" y="9889528"/>
                  </a:lnTo>
                  <a:lnTo>
                    <a:pt x="3001378" y="9835553"/>
                  </a:lnTo>
                  <a:lnTo>
                    <a:pt x="2984347" y="9790303"/>
                  </a:lnTo>
                  <a:lnTo>
                    <a:pt x="2962681" y="9756940"/>
                  </a:lnTo>
                  <a:lnTo>
                    <a:pt x="2960954" y="9754273"/>
                  </a:lnTo>
                  <a:lnTo>
                    <a:pt x="2949765" y="9744342"/>
                  </a:lnTo>
                  <a:lnTo>
                    <a:pt x="2949765" y="9954755"/>
                  </a:lnTo>
                  <a:lnTo>
                    <a:pt x="2945892" y="10023335"/>
                  </a:lnTo>
                  <a:lnTo>
                    <a:pt x="2934182" y="10079431"/>
                  </a:lnTo>
                  <a:lnTo>
                    <a:pt x="2914472" y="10121443"/>
                  </a:lnTo>
                  <a:lnTo>
                    <a:pt x="2886633" y="10147795"/>
                  </a:lnTo>
                  <a:lnTo>
                    <a:pt x="2850527" y="10156939"/>
                  </a:lnTo>
                  <a:lnTo>
                    <a:pt x="2817342" y="10148481"/>
                  </a:lnTo>
                  <a:lnTo>
                    <a:pt x="2790037" y="10123665"/>
                  </a:lnTo>
                  <a:lnTo>
                    <a:pt x="2769476" y="10083292"/>
                  </a:lnTo>
                  <a:lnTo>
                    <a:pt x="2756522" y="10028187"/>
                  </a:lnTo>
                  <a:lnTo>
                    <a:pt x="2752013" y="9959175"/>
                  </a:lnTo>
                  <a:lnTo>
                    <a:pt x="2752064" y="9958451"/>
                  </a:lnTo>
                  <a:lnTo>
                    <a:pt x="2756801" y="9887458"/>
                  </a:lnTo>
                  <a:lnTo>
                    <a:pt x="2770365" y="9830968"/>
                  </a:lnTo>
                  <a:lnTo>
                    <a:pt x="2791460" y="9790112"/>
                  </a:lnTo>
                  <a:lnTo>
                    <a:pt x="2818828" y="9765297"/>
                  </a:lnTo>
                  <a:lnTo>
                    <a:pt x="2851251" y="9756940"/>
                  </a:lnTo>
                  <a:lnTo>
                    <a:pt x="2887561" y="9766059"/>
                  </a:lnTo>
                  <a:lnTo>
                    <a:pt x="2915247" y="9792208"/>
                  </a:lnTo>
                  <a:lnTo>
                    <a:pt x="2934639" y="9833585"/>
                  </a:lnTo>
                  <a:lnTo>
                    <a:pt x="2946044" y="9888360"/>
                  </a:lnTo>
                  <a:lnTo>
                    <a:pt x="2946108" y="9889528"/>
                  </a:lnTo>
                  <a:lnTo>
                    <a:pt x="2949765" y="9954755"/>
                  </a:lnTo>
                  <a:lnTo>
                    <a:pt x="2949765" y="9744342"/>
                  </a:lnTo>
                  <a:lnTo>
                    <a:pt x="2931185" y="9727832"/>
                  </a:lnTo>
                  <a:lnTo>
                    <a:pt x="2895866" y="9711728"/>
                  </a:lnTo>
                  <a:lnTo>
                    <a:pt x="2895562" y="9711728"/>
                  </a:lnTo>
                  <a:lnTo>
                    <a:pt x="2854947" y="9706292"/>
                  </a:lnTo>
                  <a:lnTo>
                    <a:pt x="2814599" y="9711728"/>
                  </a:lnTo>
                  <a:lnTo>
                    <a:pt x="2778455" y="9727832"/>
                  </a:lnTo>
                  <a:lnTo>
                    <a:pt x="2747314" y="9754273"/>
                  </a:lnTo>
                  <a:lnTo>
                    <a:pt x="2721699" y="9790925"/>
                  </a:lnTo>
                  <a:lnTo>
                    <a:pt x="2702547" y="9837331"/>
                  </a:lnTo>
                  <a:lnTo>
                    <a:pt x="2690520" y="9893275"/>
                  </a:lnTo>
                  <a:lnTo>
                    <a:pt x="2686342" y="9958451"/>
                  </a:lnTo>
                  <a:lnTo>
                    <a:pt x="2686393" y="9959175"/>
                  </a:lnTo>
                  <a:lnTo>
                    <a:pt x="2690723" y="10022789"/>
                  </a:lnTo>
                  <a:lnTo>
                    <a:pt x="2690850" y="10023335"/>
                  </a:lnTo>
                  <a:lnTo>
                    <a:pt x="2702229" y="10078060"/>
                  </a:lnTo>
                  <a:lnTo>
                    <a:pt x="2720276" y="10123957"/>
                  </a:lnTo>
                  <a:lnTo>
                    <a:pt x="2744305" y="10160165"/>
                  </a:lnTo>
                  <a:lnTo>
                    <a:pt x="2773769" y="10186416"/>
                  </a:lnTo>
                  <a:lnTo>
                    <a:pt x="2808109" y="10202380"/>
                  </a:lnTo>
                  <a:lnTo>
                    <a:pt x="2846730" y="10207765"/>
                  </a:lnTo>
                  <a:lnTo>
                    <a:pt x="2884830" y="10203536"/>
                  </a:lnTo>
                  <a:lnTo>
                    <a:pt x="2947289" y="10170262"/>
                  </a:lnTo>
                  <a:lnTo>
                    <a:pt x="2990291" y="10105263"/>
                  </a:lnTo>
                  <a:lnTo>
                    <a:pt x="3004058" y="10061359"/>
                  </a:lnTo>
                  <a:lnTo>
                    <a:pt x="3012452" y="10010127"/>
                  </a:lnTo>
                  <a:lnTo>
                    <a:pt x="3015284" y="9951771"/>
                  </a:lnTo>
                  <a:close/>
                </a:path>
                <a:path w="4817745" h="10208260">
                  <a:moveTo>
                    <a:pt x="3016059" y="6177559"/>
                  </a:moveTo>
                  <a:lnTo>
                    <a:pt x="3011068" y="6119406"/>
                  </a:lnTo>
                  <a:lnTo>
                    <a:pt x="2996527" y="6069508"/>
                  </a:lnTo>
                  <a:lnTo>
                    <a:pt x="2973082" y="6028893"/>
                  </a:lnTo>
                  <a:lnTo>
                    <a:pt x="2966999" y="6023089"/>
                  </a:lnTo>
                  <a:lnTo>
                    <a:pt x="2949765" y="6006630"/>
                  </a:lnTo>
                  <a:lnTo>
                    <a:pt x="2949765" y="6169342"/>
                  </a:lnTo>
                  <a:lnTo>
                    <a:pt x="2949765" y="6179820"/>
                  </a:lnTo>
                  <a:lnTo>
                    <a:pt x="2947416" y="6187262"/>
                  </a:lnTo>
                  <a:lnTo>
                    <a:pt x="2906052" y="6229515"/>
                  </a:lnTo>
                  <a:lnTo>
                    <a:pt x="2848178" y="6243967"/>
                  </a:lnTo>
                  <a:lnTo>
                    <a:pt x="2809710" y="6236373"/>
                  </a:lnTo>
                  <a:lnTo>
                    <a:pt x="2780322" y="6215151"/>
                  </a:lnTo>
                  <a:lnTo>
                    <a:pt x="2761577" y="6182588"/>
                  </a:lnTo>
                  <a:lnTo>
                    <a:pt x="2754985" y="6140996"/>
                  </a:lnTo>
                  <a:lnTo>
                    <a:pt x="2762046" y="6093612"/>
                  </a:lnTo>
                  <a:lnTo>
                    <a:pt x="2781770" y="6056300"/>
                  </a:lnTo>
                  <a:lnTo>
                    <a:pt x="2811996" y="6031852"/>
                  </a:lnTo>
                  <a:lnTo>
                    <a:pt x="2850527" y="6023089"/>
                  </a:lnTo>
                  <a:lnTo>
                    <a:pt x="2894977" y="6034303"/>
                  </a:lnTo>
                  <a:lnTo>
                    <a:pt x="2925876" y="6065177"/>
                  </a:lnTo>
                  <a:lnTo>
                    <a:pt x="2943910" y="6111570"/>
                  </a:lnTo>
                  <a:lnTo>
                    <a:pt x="2949765" y="6169342"/>
                  </a:lnTo>
                  <a:lnTo>
                    <a:pt x="2949765" y="6006630"/>
                  </a:lnTo>
                  <a:lnTo>
                    <a:pt x="2941358" y="5998591"/>
                  </a:lnTo>
                  <a:lnTo>
                    <a:pt x="2902013" y="5979655"/>
                  </a:lnTo>
                  <a:lnTo>
                    <a:pt x="2855671" y="5973115"/>
                  </a:lnTo>
                  <a:lnTo>
                    <a:pt x="2808960" y="5979515"/>
                  </a:lnTo>
                  <a:lnTo>
                    <a:pt x="2768650" y="5997410"/>
                  </a:lnTo>
                  <a:lnTo>
                    <a:pt x="2735656" y="6024880"/>
                  </a:lnTo>
                  <a:lnTo>
                    <a:pt x="2710942" y="6059995"/>
                  </a:lnTo>
                  <a:lnTo>
                    <a:pt x="2695422" y="6100838"/>
                  </a:lnTo>
                  <a:lnTo>
                    <a:pt x="2690050" y="6145466"/>
                  </a:lnTo>
                  <a:lnTo>
                    <a:pt x="2696565" y="6192723"/>
                  </a:lnTo>
                  <a:lnTo>
                    <a:pt x="2715336" y="6233528"/>
                  </a:lnTo>
                  <a:lnTo>
                    <a:pt x="2745168" y="6265557"/>
                  </a:lnTo>
                  <a:lnTo>
                    <a:pt x="2784894" y="6286487"/>
                  </a:lnTo>
                  <a:lnTo>
                    <a:pt x="2833332" y="6293980"/>
                  </a:lnTo>
                  <a:lnTo>
                    <a:pt x="2867888" y="6290437"/>
                  </a:lnTo>
                  <a:lnTo>
                    <a:pt x="2898533" y="6280188"/>
                  </a:lnTo>
                  <a:lnTo>
                    <a:pt x="2925114" y="6263754"/>
                  </a:lnTo>
                  <a:lnTo>
                    <a:pt x="2945130" y="6243967"/>
                  </a:lnTo>
                  <a:lnTo>
                    <a:pt x="2947416" y="6241707"/>
                  </a:lnTo>
                  <a:lnTo>
                    <a:pt x="2949765" y="6241707"/>
                  </a:lnTo>
                  <a:lnTo>
                    <a:pt x="2940469" y="6282055"/>
                  </a:lnTo>
                  <a:lnTo>
                    <a:pt x="2907893" y="6346482"/>
                  </a:lnTo>
                  <a:lnTo>
                    <a:pt x="2863418" y="6388481"/>
                  </a:lnTo>
                  <a:lnTo>
                    <a:pt x="2812135" y="6411989"/>
                  </a:lnTo>
                  <a:lnTo>
                    <a:pt x="2768409" y="6419367"/>
                  </a:lnTo>
                  <a:lnTo>
                    <a:pt x="2742234" y="6420701"/>
                  </a:lnTo>
                  <a:lnTo>
                    <a:pt x="2731109" y="6420104"/>
                  </a:lnTo>
                  <a:lnTo>
                    <a:pt x="2731109" y="6473825"/>
                  </a:lnTo>
                  <a:lnTo>
                    <a:pt x="2774188" y="6472352"/>
                  </a:lnTo>
                  <a:lnTo>
                    <a:pt x="2830347" y="6462560"/>
                  </a:lnTo>
                  <a:lnTo>
                    <a:pt x="2867647" y="6449098"/>
                  </a:lnTo>
                  <a:lnTo>
                    <a:pt x="2902140" y="6429896"/>
                  </a:lnTo>
                  <a:lnTo>
                    <a:pt x="2913430" y="6420701"/>
                  </a:lnTo>
                  <a:lnTo>
                    <a:pt x="2932531" y="6405169"/>
                  </a:lnTo>
                  <a:lnTo>
                    <a:pt x="2959544" y="6373952"/>
                  </a:lnTo>
                  <a:lnTo>
                    <a:pt x="2982557" y="6335776"/>
                  </a:lnTo>
                  <a:lnTo>
                    <a:pt x="3000400" y="6290437"/>
                  </a:lnTo>
                  <a:lnTo>
                    <a:pt x="3011093" y="6241707"/>
                  </a:lnTo>
                  <a:lnTo>
                    <a:pt x="3012046" y="6236373"/>
                  </a:lnTo>
                  <a:lnTo>
                    <a:pt x="3016059" y="6177559"/>
                  </a:lnTo>
                  <a:close/>
                </a:path>
                <a:path w="4817745" h="10208260">
                  <a:moveTo>
                    <a:pt x="3017647" y="9290253"/>
                  </a:moveTo>
                  <a:lnTo>
                    <a:pt x="3010662" y="9237548"/>
                  </a:lnTo>
                  <a:lnTo>
                    <a:pt x="2990850" y="9194127"/>
                  </a:lnTo>
                  <a:lnTo>
                    <a:pt x="2959912" y="9161386"/>
                  </a:lnTo>
                  <a:lnTo>
                    <a:pt x="2951264" y="9156967"/>
                  </a:lnTo>
                  <a:lnTo>
                    <a:pt x="2951264" y="9293949"/>
                  </a:lnTo>
                  <a:lnTo>
                    <a:pt x="2944418" y="9341396"/>
                  </a:lnTo>
                  <a:lnTo>
                    <a:pt x="2925102" y="9378150"/>
                  </a:lnTo>
                  <a:lnTo>
                    <a:pt x="2895168" y="9401899"/>
                  </a:lnTo>
                  <a:lnTo>
                    <a:pt x="2856433" y="9410319"/>
                  </a:lnTo>
                  <a:lnTo>
                    <a:pt x="2811030" y="9399867"/>
                  </a:lnTo>
                  <a:lnTo>
                    <a:pt x="2777934" y="9370885"/>
                  </a:lnTo>
                  <a:lnTo>
                    <a:pt x="2757436" y="9326931"/>
                  </a:lnTo>
                  <a:lnTo>
                    <a:pt x="2749804" y="9271559"/>
                  </a:lnTo>
                  <a:lnTo>
                    <a:pt x="2750337" y="9263012"/>
                  </a:lnTo>
                  <a:lnTo>
                    <a:pt x="2773908" y="9218308"/>
                  </a:lnTo>
                  <a:lnTo>
                    <a:pt x="2817304" y="9189491"/>
                  </a:lnTo>
                  <a:lnTo>
                    <a:pt x="2822384" y="9187104"/>
                  </a:lnTo>
                  <a:lnTo>
                    <a:pt x="2892348" y="9190330"/>
                  </a:lnTo>
                  <a:lnTo>
                    <a:pt x="2923895" y="9212301"/>
                  </a:lnTo>
                  <a:lnTo>
                    <a:pt x="2944126" y="9247276"/>
                  </a:lnTo>
                  <a:lnTo>
                    <a:pt x="2951264" y="9293949"/>
                  </a:lnTo>
                  <a:lnTo>
                    <a:pt x="2951264" y="9156967"/>
                  </a:lnTo>
                  <a:lnTo>
                    <a:pt x="2919539" y="9140711"/>
                  </a:lnTo>
                  <a:lnTo>
                    <a:pt x="2871432" y="9133510"/>
                  </a:lnTo>
                  <a:lnTo>
                    <a:pt x="2833687" y="9137955"/>
                  </a:lnTo>
                  <a:lnTo>
                    <a:pt x="2801658" y="9149893"/>
                  </a:lnTo>
                  <a:lnTo>
                    <a:pt x="2801518" y="9149893"/>
                  </a:lnTo>
                  <a:lnTo>
                    <a:pt x="2774746" y="9167812"/>
                  </a:lnTo>
                  <a:lnTo>
                    <a:pt x="2754223" y="9189491"/>
                  </a:lnTo>
                  <a:lnTo>
                    <a:pt x="2752013" y="9189491"/>
                  </a:lnTo>
                  <a:lnTo>
                    <a:pt x="2763964" y="9142539"/>
                  </a:lnTo>
                  <a:lnTo>
                    <a:pt x="2786545" y="9099245"/>
                  </a:lnTo>
                  <a:lnTo>
                    <a:pt x="2820022" y="9062187"/>
                  </a:lnTo>
                  <a:lnTo>
                    <a:pt x="2864624" y="9033942"/>
                  </a:lnTo>
                  <a:lnTo>
                    <a:pt x="2920619" y="9017102"/>
                  </a:lnTo>
                  <a:lnTo>
                    <a:pt x="2948203" y="9014117"/>
                  </a:lnTo>
                  <a:lnTo>
                    <a:pt x="2949956" y="9014117"/>
                  </a:lnTo>
                  <a:lnTo>
                    <a:pt x="2959087" y="9013838"/>
                  </a:lnTo>
                  <a:lnTo>
                    <a:pt x="2969806" y="9014117"/>
                  </a:lnTo>
                  <a:lnTo>
                    <a:pt x="2969806" y="9013838"/>
                  </a:lnTo>
                  <a:lnTo>
                    <a:pt x="2969806" y="8960345"/>
                  </a:lnTo>
                  <a:lnTo>
                    <a:pt x="2922105" y="8964104"/>
                  </a:lnTo>
                  <a:lnTo>
                    <a:pt x="2877743" y="8972893"/>
                  </a:lnTo>
                  <a:lnTo>
                    <a:pt x="2836722" y="8987904"/>
                  </a:lnTo>
                  <a:lnTo>
                    <a:pt x="2799588" y="9008910"/>
                  </a:lnTo>
                  <a:lnTo>
                    <a:pt x="2766898" y="9035732"/>
                  </a:lnTo>
                  <a:lnTo>
                    <a:pt x="2740063" y="9067648"/>
                  </a:lnTo>
                  <a:lnTo>
                    <a:pt x="2717431" y="9105811"/>
                  </a:lnTo>
                  <a:lnTo>
                    <a:pt x="2700032" y="9149893"/>
                  </a:lnTo>
                  <a:lnTo>
                    <a:pt x="2688882" y="9199410"/>
                  </a:lnTo>
                  <a:lnTo>
                    <a:pt x="2684907" y="9254350"/>
                  </a:lnTo>
                  <a:lnTo>
                    <a:pt x="2684983" y="9255315"/>
                  </a:lnTo>
                  <a:lnTo>
                    <a:pt x="2688971" y="9305531"/>
                  </a:lnTo>
                  <a:lnTo>
                    <a:pt x="2700782" y="9350527"/>
                  </a:lnTo>
                  <a:lnTo>
                    <a:pt x="2719781" y="9388704"/>
                  </a:lnTo>
                  <a:lnTo>
                    <a:pt x="2745409" y="9419463"/>
                  </a:lnTo>
                  <a:lnTo>
                    <a:pt x="2777096" y="9442183"/>
                  </a:lnTo>
                  <a:lnTo>
                    <a:pt x="2814294" y="9456280"/>
                  </a:lnTo>
                  <a:lnTo>
                    <a:pt x="2856433" y="9461106"/>
                  </a:lnTo>
                  <a:lnTo>
                    <a:pt x="2903334" y="9454617"/>
                  </a:lnTo>
                  <a:lnTo>
                    <a:pt x="2942983" y="9436532"/>
                  </a:lnTo>
                  <a:lnTo>
                    <a:pt x="2973222" y="9410319"/>
                  </a:lnTo>
                  <a:lnTo>
                    <a:pt x="2974797" y="9408960"/>
                  </a:lnTo>
                  <a:lnTo>
                    <a:pt x="2998228" y="9373984"/>
                  </a:lnTo>
                  <a:lnTo>
                    <a:pt x="3012694" y="9333713"/>
                  </a:lnTo>
                  <a:lnTo>
                    <a:pt x="3017647" y="9290253"/>
                  </a:lnTo>
                  <a:close/>
                </a:path>
                <a:path w="4817745" h="10208260">
                  <a:moveTo>
                    <a:pt x="3017647" y="5557075"/>
                  </a:moveTo>
                  <a:lnTo>
                    <a:pt x="3010662" y="5504370"/>
                  </a:lnTo>
                  <a:lnTo>
                    <a:pt x="2990850" y="5460962"/>
                  </a:lnTo>
                  <a:lnTo>
                    <a:pt x="2980093" y="5449595"/>
                  </a:lnTo>
                  <a:lnTo>
                    <a:pt x="2959912" y="5428234"/>
                  </a:lnTo>
                  <a:lnTo>
                    <a:pt x="2951264" y="5423814"/>
                  </a:lnTo>
                  <a:lnTo>
                    <a:pt x="2951264" y="5560771"/>
                  </a:lnTo>
                  <a:lnTo>
                    <a:pt x="2944418" y="5608231"/>
                  </a:lnTo>
                  <a:lnTo>
                    <a:pt x="2925102" y="5644997"/>
                  </a:lnTo>
                  <a:lnTo>
                    <a:pt x="2895168" y="5668759"/>
                  </a:lnTo>
                  <a:lnTo>
                    <a:pt x="2856433" y="5677192"/>
                  </a:lnTo>
                  <a:lnTo>
                    <a:pt x="2811030" y="5666727"/>
                  </a:lnTo>
                  <a:lnTo>
                    <a:pt x="2777934" y="5637733"/>
                  </a:lnTo>
                  <a:lnTo>
                    <a:pt x="2757436" y="5593778"/>
                  </a:lnTo>
                  <a:lnTo>
                    <a:pt x="2749804" y="5538432"/>
                  </a:lnTo>
                  <a:lnTo>
                    <a:pt x="2750337" y="5529872"/>
                  </a:lnTo>
                  <a:lnTo>
                    <a:pt x="2773908" y="5485168"/>
                  </a:lnTo>
                  <a:lnTo>
                    <a:pt x="2817393" y="5456313"/>
                  </a:lnTo>
                  <a:lnTo>
                    <a:pt x="2851251" y="5449595"/>
                  </a:lnTo>
                  <a:lnTo>
                    <a:pt x="2892348" y="5457202"/>
                  </a:lnTo>
                  <a:lnTo>
                    <a:pt x="2923895" y="5479161"/>
                  </a:lnTo>
                  <a:lnTo>
                    <a:pt x="2944126" y="5514124"/>
                  </a:lnTo>
                  <a:lnTo>
                    <a:pt x="2951264" y="5560771"/>
                  </a:lnTo>
                  <a:lnTo>
                    <a:pt x="2951264" y="5423814"/>
                  </a:lnTo>
                  <a:lnTo>
                    <a:pt x="2919539" y="5407584"/>
                  </a:lnTo>
                  <a:lnTo>
                    <a:pt x="2871432" y="5400383"/>
                  </a:lnTo>
                  <a:lnTo>
                    <a:pt x="2833687" y="5404828"/>
                  </a:lnTo>
                  <a:lnTo>
                    <a:pt x="2801645" y="5416766"/>
                  </a:lnTo>
                  <a:lnTo>
                    <a:pt x="2801505" y="5416766"/>
                  </a:lnTo>
                  <a:lnTo>
                    <a:pt x="2774746" y="5434660"/>
                  </a:lnTo>
                  <a:lnTo>
                    <a:pt x="2754223" y="5456313"/>
                  </a:lnTo>
                  <a:lnTo>
                    <a:pt x="2752013" y="5456313"/>
                  </a:lnTo>
                  <a:lnTo>
                    <a:pt x="2763964" y="5409374"/>
                  </a:lnTo>
                  <a:lnTo>
                    <a:pt x="2786545" y="5366080"/>
                  </a:lnTo>
                  <a:lnTo>
                    <a:pt x="2820022" y="5329021"/>
                  </a:lnTo>
                  <a:lnTo>
                    <a:pt x="2864624" y="5300789"/>
                  </a:lnTo>
                  <a:lnTo>
                    <a:pt x="2920619" y="5283974"/>
                  </a:lnTo>
                  <a:lnTo>
                    <a:pt x="2947974" y="5280990"/>
                  </a:lnTo>
                  <a:lnTo>
                    <a:pt x="2949346" y="5280990"/>
                  </a:lnTo>
                  <a:lnTo>
                    <a:pt x="2959087" y="5280685"/>
                  </a:lnTo>
                  <a:lnTo>
                    <a:pt x="2969806" y="5280990"/>
                  </a:lnTo>
                  <a:lnTo>
                    <a:pt x="2969806" y="5280685"/>
                  </a:lnTo>
                  <a:lnTo>
                    <a:pt x="2969806" y="5227180"/>
                  </a:lnTo>
                  <a:lnTo>
                    <a:pt x="2922105" y="5230977"/>
                  </a:lnTo>
                  <a:lnTo>
                    <a:pt x="2877743" y="5239740"/>
                  </a:lnTo>
                  <a:lnTo>
                    <a:pt x="2836722" y="5254752"/>
                  </a:lnTo>
                  <a:lnTo>
                    <a:pt x="2799588" y="5275783"/>
                  </a:lnTo>
                  <a:lnTo>
                    <a:pt x="2766898" y="5302605"/>
                  </a:lnTo>
                  <a:lnTo>
                    <a:pt x="2740063" y="5334520"/>
                  </a:lnTo>
                  <a:lnTo>
                    <a:pt x="2717431" y="5372684"/>
                  </a:lnTo>
                  <a:lnTo>
                    <a:pt x="2700032" y="5416766"/>
                  </a:lnTo>
                  <a:lnTo>
                    <a:pt x="2688882" y="5466283"/>
                  </a:lnTo>
                  <a:lnTo>
                    <a:pt x="2684907" y="5521223"/>
                  </a:lnTo>
                  <a:lnTo>
                    <a:pt x="2684983" y="5522163"/>
                  </a:lnTo>
                  <a:lnTo>
                    <a:pt x="2688971" y="5572391"/>
                  </a:lnTo>
                  <a:lnTo>
                    <a:pt x="2700782" y="5617362"/>
                  </a:lnTo>
                  <a:lnTo>
                    <a:pt x="2719781" y="5655538"/>
                  </a:lnTo>
                  <a:lnTo>
                    <a:pt x="2745409" y="5686285"/>
                  </a:lnTo>
                  <a:lnTo>
                    <a:pt x="2777096" y="5709018"/>
                  </a:lnTo>
                  <a:lnTo>
                    <a:pt x="2814294" y="5723102"/>
                  </a:lnTo>
                  <a:lnTo>
                    <a:pt x="2856433" y="5727928"/>
                  </a:lnTo>
                  <a:lnTo>
                    <a:pt x="2903334" y="5721439"/>
                  </a:lnTo>
                  <a:lnTo>
                    <a:pt x="2942983" y="5703367"/>
                  </a:lnTo>
                  <a:lnTo>
                    <a:pt x="2973184" y="5677192"/>
                  </a:lnTo>
                  <a:lnTo>
                    <a:pt x="2974797" y="5675795"/>
                  </a:lnTo>
                  <a:lnTo>
                    <a:pt x="2998228" y="5640832"/>
                  </a:lnTo>
                  <a:lnTo>
                    <a:pt x="3012694" y="5600560"/>
                  </a:lnTo>
                  <a:lnTo>
                    <a:pt x="3017647" y="5557075"/>
                  </a:lnTo>
                  <a:close/>
                </a:path>
                <a:path w="4817745" h="10208260">
                  <a:moveTo>
                    <a:pt x="3794709" y="8221180"/>
                  </a:moveTo>
                  <a:lnTo>
                    <a:pt x="3738740" y="8221180"/>
                  </a:lnTo>
                  <a:lnTo>
                    <a:pt x="3632873" y="8277923"/>
                  </a:lnTo>
                  <a:lnTo>
                    <a:pt x="3645509" y="8327898"/>
                  </a:lnTo>
                  <a:lnTo>
                    <a:pt x="3729761" y="8282394"/>
                  </a:lnTo>
                  <a:lnTo>
                    <a:pt x="3731247" y="8282394"/>
                  </a:lnTo>
                  <a:lnTo>
                    <a:pt x="3731247" y="8706231"/>
                  </a:lnTo>
                  <a:lnTo>
                    <a:pt x="3794709" y="8706231"/>
                  </a:lnTo>
                  <a:lnTo>
                    <a:pt x="3794709" y="8221180"/>
                  </a:lnTo>
                  <a:close/>
                </a:path>
                <a:path w="4817745" h="10208260">
                  <a:moveTo>
                    <a:pt x="3794709" y="3741394"/>
                  </a:moveTo>
                  <a:lnTo>
                    <a:pt x="3738740" y="3741394"/>
                  </a:lnTo>
                  <a:lnTo>
                    <a:pt x="3632873" y="3798189"/>
                  </a:lnTo>
                  <a:lnTo>
                    <a:pt x="3645509" y="3848100"/>
                  </a:lnTo>
                  <a:lnTo>
                    <a:pt x="3729761" y="3802608"/>
                  </a:lnTo>
                  <a:lnTo>
                    <a:pt x="3731247" y="3802608"/>
                  </a:lnTo>
                  <a:lnTo>
                    <a:pt x="3731247" y="4226484"/>
                  </a:lnTo>
                  <a:lnTo>
                    <a:pt x="3794709" y="4226484"/>
                  </a:lnTo>
                  <a:lnTo>
                    <a:pt x="3794709" y="3741394"/>
                  </a:lnTo>
                  <a:close/>
                </a:path>
                <a:path w="4817745" h="10208260">
                  <a:moveTo>
                    <a:pt x="3887889" y="7802207"/>
                  </a:moveTo>
                  <a:lnTo>
                    <a:pt x="3882402" y="7759941"/>
                  </a:lnTo>
                  <a:lnTo>
                    <a:pt x="3845395" y="7697559"/>
                  </a:lnTo>
                  <a:lnTo>
                    <a:pt x="3794849" y="7665923"/>
                  </a:lnTo>
                  <a:lnTo>
                    <a:pt x="3741966" y="7652994"/>
                  </a:lnTo>
                  <a:lnTo>
                    <a:pt x="3714153" y="7651432"/>
                  </a:lnTo>
                  <a:lnTo>
                    <a:pt x="3701948" y="7651686"/>
                  </a:lnTo>
                  <a:lnTo>
                    <a:pt x="3691801" y="7652347"/>
                  </a:lnTo>
                  <a:lnTo>
                    <a:pt x="3674516" y="7654404"/>
                  </a:lnTo>
                  <a:lnTo>
                    <a:pt x="3693249" y="7529817"/>
                  </a:lnTo>
                  <a:lnTo>
                    <a:pt x="3878288" y="7529817"/>
                  </a:lnTo>
                  <a:lnTo>
                    <a:pt x="3878288" y="7474572"/>
                  </a:lnTo>
                  <a:lnTo>
                    <a:pt x="3646271" y="7474572"/>
                  </a:lnTo>
                  <a:lnTo>
                    <a:pt x="3614915" y="7707401"/>
                  </a:lnTo>
                  <a:lnTo>
                    <a:pt x="3629088" y="7705636"/>
                  </a:lnTo>
                  <a:lnTo>
                    <a:pt x="3644849" y="7703947"/>
                  </a:lnTo>
                  <a:lnTo>
                    <a:pt x="3662426" y="7702664"/>
                  </a:lnTo>
                  <a:lnTo>
                    <a:pt x="3682060" y="7702169"/>
                  </a:lnTo>
                  <a:lnTo>
                    <a:pt x="3744658" y="7710144"/>
                  </a:lnTo>
                  <a:lnTo>
                    <a:pt x="3787864" y="7732395"/>
                  </a:lnTo>
                  <a:lnTo>
                    <a:pt x="3813035" y="7766380"/>
                  </a:lnTo>
                  <a:lnTo>
                    <a:pt x="3821506" y="7809598"/>
                  </a:lnTo>
                  <a:lnTo>
                    <a:pt x="3812273" y="7853451"/>
                  </a:lnTo>
                  <a:lnTo>
                    <a:pt x="3787317" y="7886573"/>
                  </a:lnTo>
                  <a:lnTo>
                    <a:pt x="3750741" y="7907528"/>
                  </a:lnTo>
                  <a:lnTo>
                    <a:pt x="3706660" y="7914830"/>
                  </a:lnTo>
                  <a:lnTo>
                    <a:pt x="3674707" y="7912303"/>
                  </a:lnTo>
                  <a:lnTo>
                    <a:pt x="3645852" y="7905864"/>
                  </a:lnTo>
                  <a:lnTo>
                    <a:pt x="3621494" y="7897190"/>
                  </a:lnTo>
                  <a:lnTo>
                    <a:pt x="3603002" y="7887970"/>
                  </a:lnTo>
                  <a:lnTo>
                    <a:pt x="3586518" y="7937982"/>
                  </a:lnTo>
                  <a:lnTo>
                    <a:pt x="3607701" y="7948930"/>
                  </a:lnTo>
                  <a:lnTo>
                    <a:pt x="3635743" y="7958493"/>
                  </a:lnTo>
                  <a:lnTo>
                    <a:pt x="3669385" y="7965262"/>
                  </a:lnTo>
                  <a:lnTo>
                    <a:pt x="3707371" y="7967827"/>
                  </a:lnTo>
                  <a:lnTo>
                    <a:pt x="3757295" y="7962138"/>
                  </a:lnTo>
                  <a:lnTo>
                    <a:pt x="3800957" y="7945933"/>
                  </a:lnTo>
                  <a:lnTo>
                    <a:pt x="3837101" y="7920533"/>
                  </a:lnTo>
                  <a:lnTo>
                    <a:pt x="3864483" y="7887233"/>
                  </a:lnTo>
                  <a:lnTo>
                    <a:pt x="3881831" y="7847355"/>
                  </a:lnTo>
                  <a:lnTo>
                    <a:pt x="3887889" y="7802207"/>
                  </a:lnTo>
                  <a:close/>
                </a:path>
                <a:path w="4817745" h="10208260">
                  <a:moveTo>
                    <a:pt x="3887889" y="6308928"/>
                  </a:moveTo>
                  <a:lnTo>
                    <a:pt x="3882402" y="6266700"/>
                  </a:lnTo>
                  <a:lnTo>
                    <a:pt x="3845395" y="6204305"/>
                  </a:lnTo>
                  <a:lnTo>
                    <a:pt x="3794849" y="6172657"/>
                  </a:lnTo>
                  <a:lnTo>
                    <a:pt x="3741966" y="6159754"/>
                  </a:lnTo>
                  <a:lnTo>
                    <a:pt x="3714153" y="6158204"/>
                  </a:lnTo>
                  <a:lnTo>
                    <a:pt x="3701948" y="6158446"/>
                  </a:lnTo>
                  <a:lnTo>
                    <a:pt x="3691801" y="6159106"/>
                  </a:lnTo>
                  <a:lnTo>
                    <a:pt x="3674516" y="6161125"/>
                  </a:lnTo>
                  <a:lnTo>
                    <a:pt x="3693249" y="6036538"/>
                  </a:lnTo>
                  <a:lnTo>
                    <a:pt x="3878288" y="6036538"/>
                  </a:lnTo>
                  <a:lnTo>
                    <a:pt x="3878288" y="5981281"/>
                  </a:lnTo>
                  <a:lnTo>
                    <a:pt x="3646271" y="5981281"/>
                  </a:lnTo>
                  <a:lnTo>
                    <a:pt x="3614915" y="6214122"/>
                  </a:lnTo>
                  <a:lnTo>
                    <a:pt x="3629088" y="6212357"/>
                  </a:lnTo>
                  <a:lnTo>
                    <a:pt x="3644849" y="6210681"/>
                  </a:lnTo>
                  <a:lnTo>
                    <a:pt x="3662426" y="6209436"/>
                  </a:lnTo>
                  <a:lnTo>
                    <a:pt x="3682060" y="6208941"/>
                  </a:lnTo>
                  <a:lnTo>
                    <a:pt x="3744658" y="6216916"/>
                  </a:lnTo>
                  <a:lnTo>
                    <a:pt x="3787864" y="6239154"/>
                  </a:lnTo>
                  <a:lnTo>
                    <a:pt x="3813035" y="6273139"/>
                  </a:lnTo>
                  <a:lnTo>
                    <a:pt x="3821506" y="6316319"/>
                  </a:lnTo>
                  <a:lnTo>
                    <a:pt x="3812273" y="6360185"/>
                  </a:lnTo>
                  <a:lnTo>
                    <a:pt x="3787317" y="6393320"/>
                  </a:lnTo>
                  <a:lnTo>
                    <a:pt x="3750741" y="6414287"/>
                  </a:lnTo>
                  <a:lnTo>
                    <a:pt x="3706660" y="6421602"/>
                  </a:lnTo>
                  <a:lnTo>
                    <a:pt x="3674707" y="6419075"/>
                  </a:lnTo>
                  <a:lnTo>
                    <a:pt x="3645852" y="6412624"/>
                  </a:lnTo>
                  <a:lnTo>
                    <a:pt x="3621494" y="6403937"/>
                  </a:lnTo>
                  <a:lnTo>
                    <a:pt x="3603002" y="6394742"/>
                  </a:lnTo>
                  <a:lnTo>
                    <a:pt x="3586518" y="6444704"/>
                  </a:lnTo>
                  <a:lnTo>
                    <a:pt x="3607701" y="6455651"/>
                  </a:lnTo>
                  <a:lnTo>
                    <a:pt x="3635743" y="6465214"/>
                  </a:lnTo>
                  <a:lnTo>
                    <a:pt x="3669385" y="6471983"/>
                  </a:lnTo>
                  <a:lnTo>
                    <a:pt x="3707371" y="6474549"/>
                  </a:lnTo>
                  <a:lnTo>
                    <a:pt x="3757295" y="6468859"/>
                  </a:lnTo>
                  <a:lnTo>
                    <a:pt x="3800957" y="6452667"/>
                  </a:lnTo>
                  <a:lnTo>
                    <a:pt x="3837101" y="6427267"/>
                  </a:lnTo>
                  <a:lnTo>
                    <a:pt x="3864483" y="6393980"/>
                  </a:lnTo>
                  <a:lnTo>
                    <a:pt x="3881831" y="6354089"/>
                  </a:lnTo>
                  <a:lnTo>
                    <a:pt x="3887889" y="6308928"/>
                  </a:lnTo>
                  <a:close/>
                </a:path>
                <a:path w="4817745" h="10208260">
                  <a:moveTo>
                    <a:pt x="3889375" y="5582399"/>
                  </a:moveTo>
                  <a:lnTo>
                    <a:pt x="3880878" y="5535993"/>
                  </a:lnTo>
                  <a:lnTo>
                    <a:pt x="3857701" y="5499151"/>
                  </a:lnTo>
                  <a:lnTo>
                    <a:pt x="3823335" y="5472785"/>
                  </a:lnTo>
                  <a:lnTo>
                    <a:pt x="3781298" y="5457799"/>
                  </a:lnTo>
                  <a:lnTo>
                    <a:pt x="3781298" y="5456313"/>
                  </a:lnTo>
                  <a:lnTo>
                    <a:pt x="3820439" y="5436387"/>
                  </a:lnTo>
                  <a:lnTo>
                    <a:pt x="3848404" y="5409882"/>
                  </a:lnTo>
                  <a:lnTo>
                    <a:pt x="3865194" y="5378056"/>
                  </a:lnTo>
                  <a:lnTo>
                    <a:pt x="3870795" y="5342153"/>
                  </a:lnTo>
                  <a:lnTo>
                    <a:pt x="3862540" y="5299189"/>
                  </a:lnTo>
                  <a:lnTo>
                    <a:pt x="3837203" y="5262181"/>
                  </a:lnTo>
                  <a:lnTo>
                    <a:pt x="3793972" y="5236235"/>
                  </a:lnTo>
                  <a:lnTo>
                    <a:pt x="3731971" y="5226456"/>
                  </a:lnTo>
                  <a:lnTo>
                    <a:pt x="3693731" y="5229657"/>
                  </a:lnTo>
                  <a:lnTo>
                    <a:pt x="3658539" y="5238115"/>
                  </a:lnTo>
                  <a:lnTo>
                    <a:pt x="3628364" y="5250065"/>
                  </a:lnTo>
                  <a:lnTo>
                    <a:pt x="3605212" y="5263794"/>
                  </a:lnTo>
                  <a:lnTo>
                    <a:pt x="3622408" y="5311546"/>
                  </a:lnTo>
                  <a:lnTo>
                    <a:pt x="3640874" y="5300243"/>
                  </a:lnTo>
                  <a:lnTo>
                    <a:pt x="3664127" y="5289918"/>
                  </a:lnTo>
                  <a:lnTo>
                    <a:pt x="3690747" y="5282374"/>
                  </a:lnTo>
                  <a:lnTo>
                    <a:pt x="3719284" y="5279453"/>
                  </a:lnTo>
                  <a:lnTo>
                    <a:pt x="3758120" y="5285422"/>
                  </a:lnTo>
                  <a:lnTo>
                    <a:pt x="3784549" y="5301462"/>
                  </a:lnTo>
                  <a:lnTo>
                    <a:pt x="3799624" y="5324792"/>
                  </a:lnTo>
                  <a:lnTo>
                    <a:pt x="3804412" y="5352631"/>
                  </a:lnTo>
                  <a:lnTo>
                    <a:pt x="3794201" y="5389677"/>
                  </a:lnTo>
                  <a:lnTo>
                    <a:pt x="3768179" y="5415191"/>
                  </a:lnTo>
                  <a:lnTo>
                    <a:pt x="3733215" y="5429948"/>
                  </a:lnTo>
                  <a:lnTo>
                    <a:pt x="3696182" y="5434698"/>
                  </a:lnTo>
                  <a:lnTo>
                    <a:pt x="3659682" y="5434698"/>
                  </a:lnTo>
                  <a:lnTo>
                    <a:pt x="3659682" y="5483898"/>
                  </a:lnTo>
                  <a:lnTo>
                    <a:pt x="3696182" y="5483898"/>
                  </a:lnTo>
                  <a:lnTo>
                    <a:pt x="3742423" y="5489511"/>
                  </a:lnTo>
                  <a:lnTo>
                    <a:pt x="3782352" y="5506948"/>
                  </a:lnTo>
                  <a:lnTo>
                    <a:pt x="3810520" y="5537124"/>
                  </a:lnTo>
                  <a:lnTo>
                    <a:pt x="3821506" y="5580951"/>
                  </a:lnTo>
                  <a:lnTo>
                    <a:pt x="3816527" y="5612625"/>
                  </a:lnTo>
                  <a:lnTo>
                    <a:pt x="3798557" y="5643042"/>
                  </a:lnTo>
                  <a:lnTo>
                    <a:pt x="3764623" y="5665914"/>
                  </a:lnTo>
                  <a:lnTo>
                    <a:pt x="3711791" y="5674931"/>
                  </a:lnTo>
                  <a:lnTo>
                    <a:pt x="3678517" y="5671832"/>
                  </a:lnTo>
                  <a:lnTo>
                    <a:pt x="3648125" y="5664124"/>
                  </a:lnTo>
                  <a:lnTo>
                    <a:pt x="3622713" y="5654179"/>
                  </a:lnTo>
                  <a:lnTo>
                    <a:pt x="3604437" y="5644375"/>
                  </a:lnTo>
                  <a:lnTo>
                    <a:pt x="3586518" y="5695112"/>
                  </a:lnTo>
                  <a:lnTo>
                    <a:pt x="3608679" y="5706846"/>
                  </a:lnTo>
                  <a:lnTo>
                    <a:pt x="3638156" y="5717400"/>
                  </a:lnTo>
                  <a:lnTo>
                    <a:pt x="3673348" y="5725007"/>
                  </a:lnTo>
                  <a:lnTo>
                    <a:pt x="3712667" y="5727928"/>
                  </a:lnTo>
                  <a:lnTo>
                    <a:pt x="3766147" y="5722544"/>
                  </a:lnTo>
                  <a:lnTo>
                    <a:pt x="3810190" y="5707443"/>
                  </a:lnTo>
                  <a:lnTo>
                    <a:pt x="3844645" y="5684266"/>
                  </a:lnTo>
                  <a:lnTo>
                    <a:pt x="3869423" y="5654611"/>
                  </a:lnTo>
                  <a:lnTo>
                    <a:pt x="3884371" y="5620118"/>
                  </a:lnTo>
                  <a:lnTo>
                    <a:pt x="3889375" y="5582399"/>
                  </a:lnTo>
                  <a:close/>
                </a:path>
                <a:path w="4817745" h="10208260">
                  <a:moveTo>
                    <a:pt x="3889375" y="4835779"/>
                  </a:moveTo>
                  <a:lnTo>
                    <a:pt x="3880878" y="4789348"/>
                  </a:lnTo>
                  <a:lnTo>
                    <a:pt x="3857701" y="4752505"/>
                  </a:lnTo>
                  <a:lnTo>
                    <a:pt x="3823335" y="4726140"/>
                  </a:lnTo>
                  <a:lnTo>
                    <a:pt x="3781298" y="4711141"/>
                  </a:lnTo>
                  <a:lnTo>
                    <a:pt x="3781298" y="4709706"/>
                  </a:lnTo>
                  <a:lnTo>
                    <a:pt x="3820439" y="4689780"/>
                  </a:lnTo>
                  <a:lnTo>
                    <a:pt x="3848404" y="4663262"/>
                  </a:lnTo>
                  <a:lnTo>
                    <a:pt x="3865194" y="4631436"/>
                  </a:lnTo>
                  <a:lnTo>
                    <a:pt x="3870795" y="4595533"/>
                  </a:lnTo>
                  <a:lnTo>
                    <a:pt x="3862540" y="4552569"/>
                  </a:lnTo>
                  <a:lnTo>
                    <a:pt x="3837203" y="4515561"/>
                  </a:lnTo>
                  <a:lnTo>
                    <a:pt x="3793972" y="4489615"/>
                  </a:lnTo>
                  <a:lnTo>
                    <a:pt x="3731971" y="4479836"/>
                  </a:lnTo>
                  <a:lnTo>
                    <a:pt x="3693731" y="4483049"/>
                  </a:lnTo>
                  <a:lnTo>
                    <a:pt x="3658539" y="4491494"/>
                  </a:lnTo>
                  <a:lnTo>
                    <a:pt x="3628364" y="4503458"/>
                  </a:lnTo>
                  <a:lnTo>
                    <a:pt x="3605212" y="4517174"/>
                  </a:lnTo>
                  <a:lnTo>
                    <a:pt x="3622408" y="4564926"/>
                  </a:lnTo>
                  <a:lnTo>
                    <a:pt x="3640874" y="4553636"/>
                  </a:lnTo>
                  <a:lnTo>
                    <a:pt x="3664127" y="4543298"/>
                  </a:lnTo>
                  <a:lnTo>
                    <a:pt x="3690747" y="4535754"/>
                  </a:lnTo>
                  <a:lnTo>
                    <a:pt x="3719284" y="4532833"/>
                  </a:lnTo>
                  <a:lnTo>
                    <a:pt x="3758120" y="4538802"/>
                  </a:lnTo>
                  <a:lnTo>
                    <a:pt x="3784549" y="4554842"/>
                  </a:lnTo>
                  <a:lnTo>
                    <a:pt x="3799624" y="4578159"/>
                  </a:lnTo>
                  <a:lnTo>
                    <a:pt x="3804412" y="4605960"/>
                  </a:lnTo>
                  <a:lnTo>
                    <a:pt x="3794201" y="4643018"/>
                  </a:lnTo>
                  <a:lnTo>
                    <a:pt x="3768179" y="4668558"/>
                  </a:lnTo>
                  <a:lnTo>
                    <a:pt x="3733215" y="4683328"/>
                  </a:lnTo>
                  <a:lnTo>
                    <a:pt x="3696182" y="4688078"/>
                  </a:lnTo>
                  <a:lnTo>
                    <a:pt x="3659682" y="4688078"/>
                  </a:lnTo>
                  <a:lnTo>
                    <a:pt x="3659682" y="4737278"/>
                  </a:lnTo>
                  <a:lnTo>
                    <a:pt x="3696182" y="4737278"/>
                  </a:lnTo>
                  <a:lnTo>
                    <a:pt x="3742423" y="4742891"/>
                  </a:lnTo>
                  <a:lnTo>
                    <a:pt x="3782352" y="4760328"/>
                  </a:lnTo>
                  <a:lnTo>
                    <a:pt x="3810520" y="4790503"/>
                  </a:lnTo>
                  <a:lnTo>
                    <a:pt x="3821506" y="4834331"/>
                  </a:lnTo>
                  <a:lnTo>
                    <a:pt x="3816527" y="4866005"/>
                  </a:lnTo>
                  <a:lnTo>
                    <a:pt x="3798557" y="4896421"/>
                  </a:lnTo>
                  <a:lnTo>
                    <a:pt x="3764623" y="4919294"/>
                  </a:lnTo>
                  <a:lnTo>
                    <a:pt x="3711791" y="4928324"/>
                  </a:lnTo>
                  <a:lnTo>
                    <a:pt x="3678517" y="4925225"/>
                  </a:lnTo>
                  <a:lnTo>
                    <a:pt x="3648125" y="4917503"/>
                  </a:lnTo>
                  <a:lnTo>
                    <a:pt x="3622713" y="4907559"/>
                  </a:lnTo>
                  <a:lnTo>
                    <a:pt x="3604437" y="4897755"/>
                  </a:lnTo>
                  <a:lnTo>
                    <a:pt x="3586518" y="4948504"/>
                  </a:lnTo>
                  <a:lnTo>
                    <a:pt x="3608679" y="4960239"/>
                  </a:lnTo>
                  <a:lnTo>
                    <a:pt x="3638156" y="4970780"/>
                  </a:lnTo>
                  <a:lnTo>
                    <a:pt x="3673348" y="4978387"/>
                  </a:lnTo>
                  <a:lnTo>
                    <a:pt x="3712667" y="4981321"/>
                  </a:lnTo>
                  <a:lnTo>
                    <a:pt x="3766147" y="4975923"/>
                  </a:lnTo>
                  <a:lnTo>
                    <a:pt x="3810190" y="4960823"/>
                  </a:lnTo>
                  <a:lnTo>
                    <a:pt x="3844645" y="4937645"/>
                  </a:lnTo>
                  <a:lnTo>
                    <a:pt x="3869423" y="4908004"/>
                  </a:lnTo>
                  <a:lnTo>
                    <a:pt x="3884371" y="4873498"/>
                  </a:lnTo>
                  <a:lnTo>
                    <a:pt x="3889375" y="4835779"/>
                  </a:lnTo>
                  <a:close/>
                </a:path>
                <a:path w="4817745" h="10208260">
                  <a:moveTo>
                    <a:pt x="3889375" y="3342500"/>
                  </a:moveTo>
                  <a:lnTo>
                    <a:pt x="3880878" y="3296094"/>
                  </a:lnTo>
                  <a:lnTo>
                    <a:pt x="3857701" y="3259251"/>
                  </a:lnTo>
                  <a:lnTo>
                    <a:pt x="3823335" y="3232886"/>
                  </a:lnTo>
                  <a:lnTo>
                    <a:pt x="3781298" y="3217913"/>
                  </a:lnTo>
                  <a:lnTo>
                    <a:pt x="3781298" y="3216414"/>
                  </a:lnTo>
                  <a:lnTo>
                    <a:pt x="3820439" y="3196501"/>
                  </a:lnTo>
                  <a:lnTo>
                    <a:pt x="3848404" y="3169983"/>
                  </a:lnTo>
                  <a:lnTo>
                    <a:pt x="3865194" y="3138157"/>
                  </a:lnTo>
                  <a:lnTo>
                    <a:pt x="3870795" y="3102254"/>
                  </a:lnTo>
                  <a:lnTo>
                    <a:pt x="3862540" y="3059290"/>
                  </a:lnTo>
                  <a:lnTo>
                    <a:pt x="3837203" y="3022282"/>
                  </a:lnTo>
                  <a:lnTo>
                    <a:pt x="3793972" y="2996336"/>
                  </a:lnTo>
                  <a:lnTo>
                    <a:pt x="3731971" y="2986557"/>
                  </a:lnTo>
                  <a:lnTo>
                    <a:pt x="3693731" y="2989770"/>
                  </a:lnTo>
                  <a:lnTo>
                    <a:pt x="3658539" y="2998241"/>
                  </a:lnTo>
                  <a:lnTo>
                    <a:pt x="3628364" y="3010192"/>
                  </a:lnTo>
                  <a:lnTo>
                    <a:pt x="3605212" y="3023895"/>
                  </a:lnTo>
                  <a:lnTo>
                    <a:pt x="3622408" y="3071647"/>
                  </a:lnTo>
                  <a:lnTo>
                    <a:pt x="3640874" y="3060357"/>
                  </a:lnTo>
                  <a:lnTo>
                    <a:pt x="3664127" y="3050019"/>
                  </a:lnTo>
                  <a:lnTo>
                    <a:pt x="3690747" y="3042475"/>
                  </a:lnTo>
                  <a:lnTo>
                    <a:pt x="3719284" y="3039554"/>
                  </a:lnTo>
                  <a:lnTo>
                    <a:pt x="3758120" y="3045536"/>
                  </a:lnTo>
                  <a:lnTo>
                    <a:pt x="3784549" y="3061589"/>
                  </a:lnTo>
                  <a:lnTo>
                    <a:pt x="3799624" y="3084919"/>
                  </a:lnTo>
                  <a:lnTo>
                    <a:pt x="3804412" y="3112732"/>
                  </a:lnTo>
                  <a:lnTo>
                    <a:pt x="3794201" y="3149777"/>
                  </a:lnTo>
                  <a:lnTo>
                    <a:pt x="3768179" y="3175292"/>
                  </a:lnTo>
                  <a:lnTo>
                    <a:pt x="3733215" y="3190049"/>
                  </a:lnTo>
                  <a:lnTo>
                    <a:pt x="3696182" y="3194799"/>
                  </a:lnTo>
                  <a:lnTo>
                    <a:pt x="3659682" y="3194799"/>
                  </a:lnTo>
                  <a:lnTo>
                    <a:pt x="3659682" y="3244050"/>
                  </a:lnTo>
                  <a:lnTo>
                    <a:pt x="3696182" y="3244050"/>
                  </a:lnTo>
                  <a:lnTo>
                    <a:pt x="3742423" y="3249650"/>
                  </a:lnTo>
                  <a:lnTo>
                    <a:pt x="3782352" y="3267075"/>
                  </a:lnTo>
                  <a:lnTo>
                    <a:pt x="3810520" y="3297237"/>
                  </a:lnTo>
                  <a:lnTo>
                    <a:pt x="3821506" y="3341052"/>
                  </a:lnTo>
                  <a:lnTo>
                    <a:pt x="3816527" y="3372751"/>
                  </a:lnTo>
                  <a:lnTo>
                    <a:pt x="3798557" y="3403168"/>
                  </a:lnTo>
                  <a:lnTo>
                    <a:pt x="3764623" y="3426028"/>
                  </a:lnTo>
                  <a:lnTo>
                    <a:pt x="3711791" y="3435032"/>
                  </a:lnTo>
                  <a:lnTo>
                    <a:pt x="3678517" y="3431933"/>
                  </a:lnTo>
                  <a:lnTo>
                    <a:pt x="3648125" y="3424224"/>
                  </a:lnTo>
                  <a:lnTo>
                    <a:pt x="3622713" y="3414280"/>
                  </a:lnTo>
                  <a:lnTo>
                    <a:pt x="3604437" y="3404476"/>
                  </a:lnTo>
                  <a:lnTo>
                    <a:pt x="3586518" y="3455212"/>
                  </a:lnTo>
                  <a:lnTo>
                    <a:pt x="3608679" y="3466960"/>
                  </a:lnTo>
                  <a:lnTo>
                    <a:pt x="3638156" y="3477501"/>
                  </a:lnTo>
                  <a:lnTo>
                    <a:pt x="3673348" y="3485108"/>
                  </a:lnTo>
                  <a:lnTo>
                    <a:pt x="3712667" y="3488029"/>
                  </a:lnTo>
                  <a:lnTo>
                    <a:pt x="3766147" y="3482644"/>
                  </a:lnTo>
                  <a:lnTo>
                    <a:pt x="3810190" y="3467544"/>
                  </a:lnTo>
                  <a:lnTo>
                    <a:pt x="3844645" y="3444367"/>
                  </a:lnTo>
                  <a:lnTo>
                    <a:pt x="3869423" y="3414712"/>
                  </a:lnTo>
                  <a:lnTo>
                    <a:pt x="3884371" y="3380219"/>
                  </a:lnTo>
                  <a:lnTo>
                    <a:pt x="3889375" y="3342500"/>
                  </a:lnTo>
                  <a:close/>
                </a:path>
                <a:path w="4817745" h="10208260">
                  <a:moveTo>
                    <a:pt x="3889375" y="355993"/>
                  </a:moveTo>
                  <a:lnTo>
                    <a:pt x="3880878" y="309549"/>
                  </a:lnTo>
                  <a:lnTo>
                    <a:pt x="3857701" y="272707"/>
                  </a:lnTo>
                  <a:lnTo>
                    <a:pt x="3823335" y="246341"/>
                  </a:lnTo>
                  <a:lnTo>
                    <a:pt x="3781298" y="231394"/>
                  </a:lnTo>
                  <a:lnTo>
                    <a:pt x="3781298" y="229908"/>
                  </a:lnTo>
                  <a:lnTo>
                    <a:pt x="3820439" y="209956"/>
                  </a:lnTo>
                  <a:lnTo>
                    <a:pt x="3848404" y="183438"/>
                  </a:lnTo>
                  <a:lnTo>
                    <a:pt x="3865194" y="151625"/>
                  </a:lnTo>
                  <a:lnTo>
                    <a:pt x="3870795" y="115747"/>
                  </a:lnTo>
                  <a:lnTo>
                    <a:pt x="3862540" y="72771"/>
                  </a:lnTo>
                  <a:lnTo>
                    <a:pt x="3837203" y="35750"/>
                  </a:lnTo>
                  <a:lnTo>
                    <a:pt x="3793972" y="9791"/>
                  </a:lnTo>
                  <a:lnTo>
                    <a:pt x="3731971" y="0"/>
                  </a:lnTo>
                  <a:lnTo>
                    <a:pt x="3693731" y="3213"/>
                  </a:lnTo>
                  <a:lnTo>
                    <a:pt x="3658539" y="11684"/>
                  </a:lnTo>
                  <a:lnTo>
                    <a:pt x="3628364" y="23672"/>
                  </a:lnTo>
                  <a:lnTo>
                    <a:pt x="3605212" y="37426"/>
                  </a:lnTo>
                  <a:lnTo>
                    <a:pt x="3622408" y="85140"/>
                  </a:lnTo>
                  <a:lnTo>
                    <a:pt x="3640874" y="73837"/>
                  </a:lnTo>
                  <a:lnTo>
                    <a:pt x="3664127" y="63512"/>
                  </a:lnTo>
                  <a:lnTo>
                    <a:pt x="3690747" y="55968"/>
                  </a:lnTo>
                  <a:lnTo>
                    <a:pt x="3719284" y="53047"/>
                  </a:lnTo>
                  <a:lnTo>
                    <a:pt x="3758120" y="59016"/>
                  </a:lnTo>
                  <a:lnTo>
                    <a:pt x="3784549" y="75057"/>
                  </a:lnTo>
                  <a:lnTo>
                    <a:pt x="3799624" y="98386"/>
                  </a:lnTo>
                  <a:lnTo>
                    <a:pt x="3804412" y="126225"/>
                  </a:lnTo>
                  <a:lnTo>
                    <a:pt x="3794201" y="163258"/>
                  </a:lnTo>
                  <a:lnTo>
                    <a:pt x="3768179" y="188760"/>
                  </a:lnTo>
                  <a:lnTo>
                    <a:pt x="3733215" y="203504"/>
                  </a:lnTo>
                  <a:lnTo>
                    <a:pt x="3696182" y="208241"/>
                  </a:lnTo>
                  <a:lnTo>
                    <a:pt x="3659682" y="208241"/>
                  </a:lnTo>
                  <a:lnTo>
                    <a:pt x="3659682" y="257441"/>
                  </a:lnTo>
                  <a:lnTo>
                    <a:pt x="3696182" y="257441"/>
                  </a:lnTo>
                  <a:lnTo>
                    <a:pt x="3742423" y="263055"/>
                  </a:lnTo>
                  <a:lnTo>
                    <a:pt x="3782352" y="280504"/>
                  </a:lnTo>
                  <a:lnTo>
                    <a:pt x="3810520" y="310692"/>
                  </a:lnTo>
                  <a:lnTo>
                    <a:pt x="3821506" y="354495"/>
                  </a:lnTo>
                  <a:lnTo>
                    <a:pt x="3816527" y="386207"/>
                  </a:lnTo>
                  <a:lnTo>
                    <a:pt x="3798557" y="416623"/>
                  </a:lnTo>
                  <a:lnTo>
                    <a:pt x="3764623" y="439470"/>
                  </a:lnTo>
                  <a:lnTo>
                    <a:pt x="3711791" y="448475"/>
                  </a:lnTo>
                  <a:lnTo>
                    <a:pt x="3678517" y="445389"/>
                  </a:lnTo>
                  <a:lnTo>
                    <a:pt x="3648125" y="437705"/>
                  </a:lnTo>
                  <a:lnTo>
                    <a:pt x="3622713" y="427786"/>
                  </a:lnTo>
                  <a:lnTo>
                    <a:pt x="3604437" y="417969"/>
                  </a:lnTo>
                  <a:lnTo>
                    <a:pt x="3586518" y="468655"/>
                  </a:lnTo>
                  <a:lnTo>
                    <a:pt x="3608679" y="480441"/>
                  </a:lnTo>
                  <a:lnTo>
                    <a:pt x="3638156" y="490982"/>
                  </a:lnTo>
                  <a:lnTo>
                    <a:pt x="3673348" y="498563"/>
                  </a:lnTo>
                  <a:lnTo>
                    <a:pt x="3712667" y="501472"/>
                  </a:lnTo>
                  <a:lnTo>
                    <a:pt x="3766147" y="496087"/>
                  </a:lnTo>
                  <a:lnTo>
                    <a:pt x="3810190" y="480999"/>
                  </a:lnTo>
                  <a:lnTo>
                    <a:pt x="3844645" y="457835"/>
                  </a:lnTo>
                  <a:lnTo>
                    <a:pt x="3869423" y="428193"/>
                  </a:lnTo>
                  <a:lnTo>
                    <a:pt x="3884371" y="393712"/>
                  </a:lnTo>
                  <a:lnTo>
                    <a:pt x="3889375" y="355993"/>
                  </a:lnTo>
                  <a:close/>
                </a:path>
                <a:path w="4817745" h="10208260">
                  <a:moveTo>
                    <a:pt x="3903649" y="754875"/>
                  </a:moveTo>
                  <a:lnTo>
                    <a:pt x="3597668" y="754875"/>
                  </a:lnTo>
                  <a:lnTo>
                    <a:pt x="3597668" y="809371"/>
                  </a:lnTo>
                  <a:lnTo>
                    <a:pt x="3835006" y="809371"/>
                  </a:lnTo>
                  <a:lnTo>
                    <a:pt x="3835006" y="810856"/>
                  </a:lnTo>
                  <a:lnTo>
                    <a:pt x="3624618" y="1239926"/>
                  </a:lnTo>
                  <a:lnTo>
                    <a:pt x="3692487" y="1239926"/>
                  </a:lnTo>
                  <a:lnTo>
                    <a:pt x="3903649" y="798169"/>
                  </a:lnTo>
                  <a:lnTo>
                    <a:pt x="3903649" y="754875"/>
                  </a:lnTo>
                  <a:close/>
                </a:path>
                <a:path w="4817745" h="10208260">
                  <a:moveTo>
                    <a:pt x="3910279" y="1853730"/>
                  </a:moveTo>
                  <a:lnTo>
                    <a:pt x="3903510" y="1812658"/>
                  </a:lnTo>
                  <a:lnTo>
                    <a:pt x="3884091" y="1777936"/>
                  </a:lnTo>
                  <a:lnTo>
                    <a:pt x="3858526" y="1754517"/>
                  </a:lnTo>
                  <a:lnTo>
                    <a:pt x="3853357" y="1749780"/>
                  </a:lnTo>
                  <a:lnTo>
                    <a:pt x="3843896" y="1744814"/>
                  </a:lnTo>
                  <a:lnTo>
                    <a:pt x="3843896" y="1860461"/>
                  </a:lnTo>
                  <a:lnTo>
                    <a:pt x="3837038" y="1895068"/>
                  </a:lnTo>
                  <a:lnTo>
                    <a:pt x="3817531" y="1922487"/>
                  </a:lnTo>
                  <a:lnTo>
                    <a:pt x="3786962" y="1940547"/>
                  </a:lnTo>
                  <a:lnTo>
                    <a:pt x="3746957" y="1947049"/>
                  </a:lnTo>
                  <a:lnTo>
                    <a:pt x="3705339" y="1939505"/>
                  </a:lnTo>
                  <a:lnTo>
                    <a:pt x="3674376" y="1919236"/>
                  </a:lnTo>
                  <a:lnTo>
                    <a:pt x="3655441" y="1889734"/>
                  </a:lnTo>
                  <a:lnTo>
                    <a:pt x="3649929" y="1854504"/>
                  </a:lnTo>
                  <a:lnTo>
                    <a:pt x="3655606" y="1821662"/>
                  </a:lnTo>
                  <a:lnTo>
                    <a:pt x="3672332" y="1793316"/>
                  </a:lnTo>
                  <a:lnTo>
                    <a:pt x="3699700" y="1770570"/>
                  </a:lnTo>
                  <a:lnTo>
                    <a:pt x="3737254" y="1754517"/>
                  </a:lnTo>
                  <a:lnTo>
                    <a:pt x="3781348" y="1770570"/>
                  </a:lnTo>
                  <a:lnTo>
                    <a:pt x="3815194" y="1792389"/>
                  </a:lnTo>
                  <a:lnTo>
                    <a:pt x="3836466" y="1821662"/>
                  </a:lnTo>
                  <a:lnTo>
                    <a:pt x="3843896" y="1860461"/>
                  </a:lnTo>
                  <a:lnTo>
                    <a:pt x="3843896" y="1744814"/>
                  </a:lnTo>
                  <a:lnTo>
                    <a:pt x="3812616" y="1728381"/>
                  </a:lnTo>
                  <a:lnTo>
                    <a:pt x="3812616" y="1726171"/>
                  </a:lnTo>
                  <a:lnTo>
                    <a:pt x="3841953" y="1707527"/>
                  </a:lnTo>
                  <a:lnTo>
                    <a:pt x="3850259" y="1702244"/>
                  </a:lnTo>
                  <a:lnTo>
                    <a:pt x="3874909" y="1674202"/>
                  </a:lnTo>
                  <a:lnTo>
                    <a:pt x="3888371" y="1643786"/>
                  </a:lnTo>
                  <a:lnTo>
                    <a:pt x="3892461" y="1612722"/>
                  </a:lnTo>
                  <a:lnTo>
                    <a:pt x="3886822" y="1577098"/>
                  </a:lnTo>
                  <a:lnTo>
                    <a:pt x="3869893" y="1544586"/>
                  </a:lnTo>
                  <a:lnTo>
                    <a:pt x="3865422" y="1540370"/>
                  </a:lnTo>
                  <a:lnTo>
                    <a:pt x="3841686" y="1517954"/>
                  </a:lnTo>
                  <a:lnTo>
                    <a:pt x="3829723" y="1512506"/>
                  </a:lnTo>
                  <a:lnTo>
                    <a:pt x="3829723" y="1619453"/>
                  </a:lnTo>
                  <a:lnTo>
                    <a:pt x="3824059" y="1649780"/>
                  </a:lnTo>
                  <a:lnTo>
                    <a:pt x="3808450" y="1674660"/>
                  </a:lnTo>
                  <a:lnTo>
                    <a:pt x="3785019" y="1693951"/>
                  </a:lnTo>
                  <a:lnTo>
                    <a:pt x="3755847" y="1707527"/>
                  </a:lnTo>
                  <a:lnTo>
                    <a:pt x="3717721" y="1693951"/>
                  </a:lnTo>
                  <a:lnTo>
                    <a:pt x="3688664" y="1675307"/>
                  </a:lnTo>
                  <a:lnTo>
                    <a:pt x="3669969" y="1650301"/>
                  </a:lnTo>
                  <a:lnTo>
                    <a:pt x="3669868" y="1649780"/>
                  </a:lnTo>
                  <a:lnTo>
                    <a:pt x="3663378" y="1617967"/>
                  </a:lnTo>
                  <a:lnTo>
                    <a:pt x="3668890" y="1588185"/>
                  </a:lnTo>
                  <a:lnTo>
                    <a:pt x="3685121" y="1563471"/>
                  </a:lnTo>
                  <a:lnTo>
                    <a:pt x="3711562" y="1546606"/>
                  </a:lnTo>
                  <a:lnTo>
                    <a:pt x="3747732" y="1540370"/>
                  </a:lnTo>
                  <a:lnTo>
                    <a:pt x="3785387" y="1547266"/>
                  </a:lnTo>
                  <a:lnTo>
                    <a:pt x="3810812" y="1565351"/>
                  </a:lnTo>
                  <a:lnTo>
                    <a:pt x="3825189" y="1590713"/>
                  </a:lnTo>
                  <a:lnTo>
                    <a:pt x="3829723" y="1619453"/>
                  </a:lnTo>
                  <a:lnTo>
                    <a:pt x="3829723" y="1512506"/>
                  </a:lnTo>
                  <a:lnTo>
                    <a:pt x="3802189" y="1499946"/>
                  </a:lnTo>
                  <a:lnTo>
                    <a:pt x="3751376" y="1493329"/>
                  </a:lnTo>
                  <a:lnTo>
                    <a:pt x="3703180" y="1499374"/>
                  </a:lnTo>
                  <a:lnTo>
                    <a:pt x="3661930" y="1516634"/>
                  </a:lnTo>
                  <a:lnTo>
                    <a:pt x="3629799" y="1543773"/>
                  </a:lnTo>
                  <a:lnTo>
                    <a:pt x="3608946" y="1579486"/>
                  </a:lnTo>
                  <a:lnTo>
                    <a:pt x="3601504" y="1622437"/>
                  </a:lnTo>
                  <a:lnTo>
                    <a:pt x="3605961" y="1653514"/>
                  </a:lnTo>
                  <a:lnTo>
                    <a:pt x="3619779" y="1683054"/>
                  </a:lnTo>
                  <a:lnTo>
                    <a:pt x="3643680" y="1709508"/>
                  </a:lnTo>
                  <a:lnTo>
                    <a:pt x="3678364" y="1731352"/>
                  </a:lnTo>
                  <a:lnTo>
                    <a:pt x="3678986" y="1733613"/>
                  </a:lnTo>
                  <a:lnTo>
                    <a:pt x="3638791" y="1756003"/>
                  </a:lnTo>
                  <a:lnTo>
                    <a:pt x="3608527" y="1785112"/>
                  </a:lnTo>
                  <a:lnTo>
                    <a:pt x="3589464" y="1820938"/>
                  </a:lnTo>
                  <a:lnTo>
                    <a:pt x="3582822" y="1863483"/>
                  </a:lnTo>
                  <a:lnTo>
                    <a:pt x="3589998" y="1904339"/>
                  </a:lnTo>
                  <a:lnTo>
                    <a:pt x="3610864" y="1940293"/>
                  </a:lnTo>
                  <a:lnTo>
                    <a:pt x="3644392" y="1968944"/>
                  </a:lnTo>
                  <a:lnTo>
                    <a:pt x="3689566" y="1987905"/>
                  </a:lnTo>
                  <a:lnTo>
                    <a:pt x="3745369" y="1994750"/>
                  </a:lnTo>
                  <a:lnTo>
                    <a:pt x="3798087" y="1988185"/>
                  </a:lnTo>
                  <a:lnTo>
                    <a:pt x="3843426" y="1969414"/>
                  </a:lnTo>
                  <a:lnTo>
                    <a:pt x="3870248" y="1947049"/>
                  </a:lnTo>
                  <a:lnTo>
                    <a:pt x="3878897" y="1939823"/>
                  </a:lnTo>
                  <a:lnTo>
                    <a:pt x="3902011" y="1900796"/>
                  </a:lnTo>
                  <a:lnTo>
                    <a:pt x="3910279" y="1853730"/>
                  </a:lnTo>
                  <a:close/>
                </a:path>
                <a:path w="4817745" h="10208260">
                  <a:moveTo>
                    <a:pt x="3911003" y="9205150"/>
                  </a:moveTo>
                  <a:lnTo>
                    <a:pt x="3907472" y="9142895"/>
                  </a:lnTo>
                  <a:lnTo>
                    <a:pt x="3897084" y="9088907"/>
                  </a:lnTo>
                  <a:lnTo>
                    <a:pt x="3880053" y="9043645"/>
                  </a:lnTo>
                  <a:lnTo>
                    <a:pt x="3858450" y="9010371"/>
                  </a:lnTo>
                  <a:lnTo>
                    <a:pt x="3845471" y="8997671"/>
                  </a:lnTo>
                  <a:lnTo>
                    <a:pt x="3845471" y="9208135"/>
                  </a:lnTo>
                  <a:lnTo>
                    <a:pt x="3841597" y="9276702"/>
                  </a:lnTo>
                  <a:lnTo>
                    <a:pt x="3829888" y="9332798"/>
                  </a:lnTo>
                  <a:lnTo>
                    <a:pt x="3810177" y="9374810"/>
                  </a:lnTo>
                  <a:lnTo>
                    <a:pt x="3782339" y="9401175"/>
                  </a:lnTo>
                  <a:lnTo>
                    <a:pt x="3746233" y="9410319"/>
                  </a:lnTo>
                  <a:lnTo>
                    <a:pt x="3713048" y="9401861"/>
                  </a:lnTo>
                  <a:lnTo>
                    <a:pt x="3685743" y="9377045"/>
                  </a:lnTo>
                  <a:lnTo>
                    <a:pt x="3665182" y="9336672"/>
                  </a:lnTo>
                  <a:lnTo>
                    <a:pt x="3652228" y="9281566"/>
                  </a:lnTo>
                  <a:lnTo>
                    <a:pt x="3647719" y="9212555"/>
                  </a:lnTo>
                  <a:lnTo>
                    <a:pt x="3647770" y="9211831"/>
                  </a:lnTo>
                  <a:lnTo>
                    <a:pt x="3652532" y="9140825"/>
                  </a:lnTo>
                  <a:lnTo>
                    <a:pt x="3666121" y="9084348"/>
                  </a:lnTo>
                  <a:lnTo>
                    <a:pt x="3687229" y="9043518"/>
                  </a:lnTo>
                  <a:lnTo>
                    <a:pt x="3714597" y="9018714"/>
                  </a:lnTo>
                  <a:lnTo>
                    <a:pt x="3746957" y="9010371"/>
                  </a:lnTo>
                  <a:lnTo>
                    <a:pt x="3783266" y="9019476"/>
                  </a:lnTo>
                  <a:lnTo>
                    <a:pt x="3810952" y="9045600"/>
                  </a:lnTo>
                  <a:lnTo>
                    <a:pt x="3830345" y="9086939"/>
                  </a:lnTo>
                  <a:lnTo>
                    <a:pt x="3841750" y="9141714"/>
                  </a:lnTo>
                  <a:lnTo>
                    <a:pt x="3841813" y="9142895"/>
                  </a:lnTo>
                  <a:lnTo>
                    <a:pt x="3845471" y="9208135"/>
                  </a:lnTo>
                  <a:lnTo>
                    <a:pt x="3845471" y="8997671"/>
                  </a:lnTo>
                  <a:lnTo>
                    <a:pt x="3826916" y="8981173"/>
                  </a:lnTo>
                  <a:lnTo>
                    <a:pt x="3791585" y="8965070"/>
                  </a:lnTo>
                  <a:lnTo>
                    <a:pt x="3791293" y="8965070"/>
                  </a:lnTo>
                  <a:lnTo>
                    <a:pt x="3750653" y="8959634"/>
                  </a:lnTo>
                  <a:lnTo>
                    <a:pt x="3710305" y="8965070"/>
                  </a:lnTo>
                  <a:lnTo>
                    <a:pt x="3674173" y="8981173"/>
                  </a:lnTo>
                  <a:lnTo>
                    <a:pt x="3643045" y="9007615"/>
                  </a:lnTo>
                  <a:lnTo>
                    <a:pt x="3617404" y="9044292"/>
                  </a:lnTo>
                  <a:lnTo>
                    <a:pt x="3598253" y="9090711"/>
                  </a:lnTo>
                  <a:lnTo>
                    <a:pt x="3586226" y="9146654"/>
                  </a:lnTo>
                  <a:lnTo>
                    <a:pt x="3582047" y="9211831"/>
                  </a:lnTo>
                  <a:lnTo>
                    <a:pt x="3582098" y="9212555"/>
                  </a:lnTo>
                  <a:lnTo>
                    <a:pt x="3586442" y="9276169"/>
                  </a:lnTo>
                  <a:lnTo>
                    <a:pt x="3597935" y="9331427"/>
                  </a:lnTo>
                  <a:lnTo>
                    <a:pt x="3615982" y="9377312"/>
                  </a:lnTo>
                  <a:lnTo>
                    <a:pt x="3640010" y="9413519"/>
                  </a:lnTo>
                  <a:lnTo>
                    <a:pt x="3669487" y="9439758"/>
                  </a:lnTo>
                  <a:lnTo>
                    <a:pt x="3742448" y="9461106"/>
                  </a:lnTo>
                  <a:lnTo>
                    <a:pt x="3780536" y="9456877"/>
                  </a:lnTo>
                  <a:lnTo>
                    <a:pt x="3814114" y="9444304"/>
                  </a:lnTo>
                  <a:lnTo>
                    <a:pt x="3842994" y="9423603"/>
                  </a:lnTo>
                  <a:lnTo>
                    <a:pt x="3854132" y="9410319"/>
                  </a:lnTo>
                  <a:lnTo>
                    <a:pt x="3867010" y="9394965"/>
                  </a:lnTo>
                  <a:lnTo>
                    <a:pt x="3885996" y="9358605"/>
                  </a:lnTo>
                  <a:lnTo>
                    <a:pt x="3899776" y="9314713"/>
                  </a:lnTo>
                  <a:lnTo>
                    <a:pt x="3908158" y="9263494"/>
                  </a:lnTo>
                  <a:lnTo>
                    <a:pt x="3911003" y="9205150"/>
                  </a:lnTo>
                  <a:close/>
                </a:path>
                <a:path w="4817745" h="10208260">
                  <a:moveTo>
                    <a:pt x="3911003" y="6965264"/>
                  </a:moveTo>
                  <a:lnTo>
                    <a:pt x="3907472" y="6903009"/>
                  </a:lnTo>
                  <a:lnTo>
                    <a:pt x="3897084" y="6849008"/>
                  </a:lnTo>
                  <a:lnTo>
                    <a:pt x="3880053" y="6803758"/>
                  </a:lnTo>
                  <a:lnTo>
                    <a:pt x="3858450" y="6770471"/>
                  </a:lnTo>
                  <a:lnTo>
                    <a:pt x="3845471" y="6757784"/>
                  </a:lnTo>
                  <a:lnTo>
                    <a:pt x="3845471" y="6968236"/>
                  </a:lnTo>
                  <a:lnTo>
                    <a:pt x="3841597" y="7036816"/>
                  </a:lnTo>
                  <a:lnTo>
                    <a:pt x="3829888" y="7092912"/>
                  </a:lnTo>
                  <a:lnTo>
                    <a:pt x="3810177" y="7134949"/>
                  </a:lnTo>
                  <a:lnTo>
                    <a:pt x="3782339" y="7161327"/>
                  </a:lnTo>
                  <a:lnTo>
                    <a:pt x="3746233" y="7170471"/>
                  </a:lnTo>
                  <a:lnTo>
                    <a:pt x="3713048" y="7162012"/>
                  </a:lnTo>
                  <a:lnTo>
                    <a:pt x="3685743" y="7137184"/>
                  </a:lnTo>
                  <a:lnTo>
                    <a:pt x="3665182" y="7096798"/>
                  </a:lnTo>
                  <a:lnTo>
                    <a:pt x="3652228" y="7041680"/>
                  </a:lnTo>
                  <a:lnTo>
                    <a:pt x="3647719" y="6972655"/>
                  </a:lnTo>
                  <a:lnTo>
                    <a:pt x="3647770" y="6971932"/>
                  </a:lnTo>
                  <a:lnTo>
                    <a:pt x="3652532" y="6900926"/>
                  </a:lnTo>
                  <a:lnTo>
                    <a:pt x="3666121" y="6844449"/>
                  </a:lnTo>
                  <a:lnTo>
                    <a:pt x="3687229" y="6803618"/>
                  </a:lnTo>
                  <a:lnTo>
                    <a:pt x="3714597" y="6778828"/>
                  </a:lnTo>
                  <a:lnTo>
                    <a:pt x="3746957" y="6770471"/>
                  </a:lnTo>
                  <a:lnTo>
                    <a:pt x="3783266" y="6779577"/>
                  </a:lnTo>
                  <a:lnTo>
                    <a:pt x="3810952" y="6805701"/>
                  </a:lnTo>
                  <a:lnTo>
                    <a:pt x="3830345" y="6847040"/>
                  </a:lnTo>
                  <a:lnTo>
                    <a:pt x="3841750" y="6901828"/>
                  </a:lnTo>
                  <a:lnTo>
                    <a:pt x="3841813" y="6903009"/>
                  </a:lnTo>
                  <a:lnTo>
                    <a:pt x="3845471" y="6968236"/>
                  </a:lnTo>
                  <a:lnTo>
                    <a:pt x="3845471" y="6757784"/>
                  </a:lnTo>
                  <a:lnTo>
                    <a:pt x="3826916" y="6741287"/>
                  </a:lnTo>
                  <a:lnTo>
                    <a:pt x="3791585" y="6725171"/>
                  </a:lnTo>
                  <a:lnTo>
                    <a:pt x="3791293" y="6725171"/>
                  </a:lnTo>
                  <a:lnTo>
                    <a:pt x="3750653" y="6719735"/>
                  </a:lnTo>
                  <a:lnTo>
                    <a:pt x="3710305" y="6725171"/>
                  </a:lnTo>
                  <a:lnTo>
                    <a:pt x="3674173" y="6741287"/>
                  </a:lnTo>
                  <a:lnTo>
                    <a:pt x="3643045" y="6767716"/>
                  </a:lnTo>
                  <a:lnTo>
                    <a:pt x="3617404" y="6804393"/>
                  </a:lnTo>
                  <a:lnTo>
                    <a:pt x="3598253" y="6850812"/>
                  </a:lnTo>
                  <a:lnTo>
                    <a:pt x="3586226" y="6906755"/>
                  </a:lnTo>
                  <a:lnTo>
                    <a:pt x="3582047" y="6971932"/>
                  </a:lnTo>
                  <a:lnTo>
                    <a:pt x="3582098" y="6972655"/>
                  </a:lnTo>
                  <a:lnTo>
                    <a:pt x="3586442" y="7036270"/>
                  </a:lnTo>
                  <a:lnTo>
                    <a:pt x="3597935" y="7091540"/>
                  </a:lnTo>
                  <a:lnTo>
                    <a:pt x="3615982" y="7137425"/>
                  </a:lnTo>
                  <a:lnTo>
                    <a:pt x="3640010" y="7173633"/>
                  </a:lnTo>
                  <a:lnTo>
                    <a:pt x="3669487" y="7199858"/>
                  </a:lnTo>
                  <a:lnTo>
                    <a:pt x="3742448" y="7221207"/>
                  </a:lnTo>
                  <a:lnTo>
                    <a:pt x="3780536" y="7216978"/>
                  </a:lnTo>
                  <a:lnTo>
                    <a:pt x="3814114" y="7204405"/>
                  </a:lnTo>
                  <a:lnTo>
                    <a:pt x="3842994" y="7183704"/>
                  </a:lnTo>
                  <a:lnTo>
                    <a:pt x="3854094" y="7170471"/>
                  </a:lnTo>
                  <a:lnTo>
                    <a:pt x="3867010" y="7155078"/>
                  </a:lnTo>
                  <a:lnTo>
                    <a:pt x="3885996" y="7118705"/>
                  </a:lnTo>
                  <a:lnTo>
                    <a:pt x="3899776" y="7074814"/>
                  </a:lnTo>
                  <a:lnTo>
                    <a:pt x="3908158" y="7023595"/>
                  </a:lnTo>
                  <a:lnTo>
                    <a:pt x="3911003" y="6965264"/>
                  </a:lnTo>
                  <a:close/>
                </a:path>
                <a:path w="4817745" h="10208260">
                  <a:moveTo>
                    <a:pt x="3911765" y="2444381"/>
                  </a:moveTo>
                  <a:lnTo>
                    <a:pt x="3906774" y="2386228"/>
                  </a:lnTo>
                  <a:lnTo>
                    <a:pt x="3892232" y="2336330"/>
                  </a:lnTo>
                  <a:lnTo>
                    <a:pt x="3868788" y="2295715"/>
                  </a:lnTo>
                  <a:lnTo>
                    <a:pt x="3862755" y="2289962"/>
                  </a:lnTo>
                  <a:lnTo>
                    <a:pt x="3845471" y="2273465"/>
                  </a:lnTo>
                  <a:lnTo>
                    <a:pt x="3845471" y="2436215"/>
                  </a:lnTo>
                  <a:lnTo>
                    <a:pt x="3845471" y="2446642"/>
                  </a:lnTo>
                  <a:lnTo>
                    <a:pt x="3843121" y="2454135"/>
                  </a:lnTo>
                  <a:lnTo>
                    <a:pt x="3801719" y="2496388"/>
                  </a:lnTo>
                  <a:lnTo>
                    <a:pt x="3743883" y="2510840"/>
                  </a:lnTo>
                  <a:lnTo>
                    <a:pt x="3705415" y="2503246"/>
                  </a:lnTo>
                  <a:lnTo>
                    <a:pt x="3676040" y="2482011"/>
                  </a:lnTo>
                  <a:lnTo>
                    <a:pt x="3657282" y="2449436"/>
                  </a:lnTo>
                  <a:lnTo>
                    <a:pt x="3650691" y="2407818"/>
                  </a:lnTo>
                  <a:lnTo>
                    <a:pt x="3657752" y="2360447"/>
                  </a:lnTo>
                  <a:lnTo>
                    <a:pt x="3677475" y="2323147"/>
                  </a:lnTo>
                  <a:lnTo>
                    <a:pt x="3707701" y="2298725"/>
                  </a:lnTo>
                  <a:lnTo>
                    <a:pt x="3746233" y="2289962"/>
                  </a:lnTo>
                  <a:lnTo>
                    <a:pt x="3790683" y="2301163"/>
                  </a:lnTo>
                  <a:lnTo>
                    <a:pt x="3821582" y="2332024"/>
                  </a:lnTo>
                  <a:lnTo>
                    <a:pt x="3839616" y="2378418"/>
                  </a:lnTo>
                  <a:lnTo>
                    <a:pt x="3845471" y="2436215"/>
                  </a:lnTo>
                  <a:lnTo>
                    <a:pt x="3845471" y="2273465"/>
                  </a:lnTo>
                  <a:lnTo>
                    <a:pt x="3837063" y="2265426"/>
                  </a:lnTo>
                  <a:lnTo>
                    <a:pt x="3797719" y="2246490"/>
                  </a:lnTo>
                  <a:lnTo>
                    <a:pt x="3751376" y="2239949"/>
                  </a:lnTo>
                  <a:lnTo>
                    <a:pt x="3704666" y="2246338"/>
                  </a:lnTo>
                  <a:lnTo>
                    <a:pt x="3664356" y="2264232"/>
                  </a:lnTo>
                  <a:lnTo>
                    <a:pt x="3631361" y="2291715"/>
                  </a:lnTo>
                  <a:lnTo>
                    <a:pt x="3606647" y="2326830"/>
                  </a:lnTo>
                  <a:lnTo>
                    <a:pt x="3591128" y="2367686"/>
                  </a:lnTo>
                  <a:lnTo>
                    <a:pt x="3585756" y="2412339"/>
                  </a:lnTo>
                  <a:lnTo>
                    <a:pt x="3592271" y="2459571"/>
                  </a:lnTo>
                  <a:lnTo>
                    <a:pt x="3611041" y="2500363"/>
                  </a:lnTo>
                  <a:lnTo>
                    <a:pt x="3640874" y="2532392"/>
                  </a:lnTo>
                  <a:lnTo>
                    <a:pt x="3680599" y="2553309"/>
                  </a:lnTo>
                  <a:lnTo>
                    <a:pt x="3729037" y="2560802"/>
                  </a:lnTo>
                  <a:lnTo>
                    <a:pt x="3763518" y="2557272"/>
                  </a:lnTo>
                  <a:lnTo>
                    <a:pt x="3794188" y="2547023"/>
                  </a:lnTo>
                  <a:lnTo>
                    <a:pt x="3820795" y="2530602"/>
                  </a:lnTo>
                  <a:lnTo>
                    <a:pt x="3840835" y="2510840"/>
                  </a:lnTo>
                  <a:lnTo>
                    <a:pt x="3843121" y="2508580"/>
                  </a:lnTo>
                  <a:lnTo>
                    <a:pt x="3845471" y="2508580"/>
                  </a:lnTo>
                  <a:lnTo>
                    <a:pt x="3836174" y="2548902"/>
                  </a:lnTo>
                  <a:lnTo>
                    <a:pt x="3803599" y="2613304"/>
                  </a:lnTo>
                  <a:lnTo>
                    <a:pt x="3759123" y="2655328"/>
                  </a:lnTo>
                  <a:lnTo>
                    <a:pt x="3707841" y="2678836"/>
                  </a:lnTo>
                  <a:lnTo>
                    <a:pt x="3664115" y="2686227"/>
                  </a:lnTo>
                  <a:lnTo>
                    <a:pt x="3637940" y="2687548"/>
                  </a:lnTo>
                  <a:lnTo>
                    <a:pt x="3626828" y="2686977"/>
                  </a:lnTo>
                  <a:lnTo>
                    <a:pt x="3626828" y="2740698"/>
                  </a:lnTo>
                  <a:lnTo>
                    <a:pt x="3669906" y="2739199"/>
                  </a:lnTo>
                  <a:lnTo>
                    <a:pt x="3726053" y="2729395"/>
                  </a:lnTo>
                  <a:lnTo>
                    <a:pt x="3763353" y="2715945"/>
                  </a:lnTo>
                  <a:lnTo>
                    <a:pt x="3797846" y="2696756"/>
                  </a:lnTo>
                  <a:lnTo>
                    <a:pt x="3809161" y="2687548"/>
                  </a:lnTo>
                  <a:lnTo>
                    <a:pt x="3828237" y="2672042"/>
                  </a:lnTo>
                  <a:lnTo>
                    <a:pt x="3855250" y="2640825"/>
                  </a:lnTo>
                  <a:lnTo>
                    <a:pt x="3878262" y="2602623"/>
                  </a:lnTo>
                  <a:lnTo>
                    <a:pt x="3896118" y="2557272"/>
                  </a:lnTo>
                  <a:lnTo>
                    <a:pt x="3906786" y="2508580"/>
                  </a:lnTo>
                  <a:lnTo>
                    <a:pt x="3907663" y="2504592"/>
                  </a:lnTo>
                  <a:lnTo>
                    <a:pt x="3907752" y="2503246"/>
                  </a:lnTo>
                  <a:lnTo>
                    <a:pt x="3911765" y="2444381"/>
                  </a:lnTo>
                  <a:close/>
                </a:path>
                <a:path w="4817745" h="10208260">
                  <a:moveTo>
                    <a:pt x="3913352" y="10036912"/>
                  </a:moveTo>
                  <a:lnTo>
                    <a:pt x="3906367" y="9984194"/>
                  </a:lnTo>
                  <a:lnTo>
                    <a:pt x="3886555" y="9940773"/>
                  </a:lnTo>
                  <a:lnTo>
                    <a:pt x="3875786" y="9929381"/>
                  </a:lnTo>
                  <a:lnTo>
                    <a:pt x="3855605" y="9908032"/>
                  </a:lnTo>
                  <a:lnTo>
                    <a:pt x="3846969" y="9903625"/>
                  </a:lnTo>
                  <a:lnTo>
                    <a:pt x="3846969" y="10040607"/>
                  </a:lnTo>
                  <a:lnTo>
                    <a:pt x="3840124" y="10088042"/>
                  </a:lnTo>
                  <a:lnTo>
                    <a:pt x="3820807" y="10124770"/>
                  </a:lnTo>
                  <a:lnTo>
                    <a:pt x="3790873" y="10148506"/>
                  </a:lnTo>
                  <a:lnTo>
                    <a:pt x="3752151" y="10156939"/>
                  </a:lnTo>
                  <a:lnTo>
                    <a:pt x="3706736" y="10146487"/>
                  </a:lnTo>
                  <a:lnTo>
                    <a:pt x="3673640" y="10117506"/>
                  </a:lnTo>
                  <a:lnTo>
                    <a:pt x="3653142" y="10073564"/>
                  </a:lnTo>
                  <a:lnTo>
                    <a:pt x="3645509" y="10018217"/>
                  </a:lnTo>
                  <a:lnTo>
                    <a:pt x="3646043" y="10009670"/>
                  </a:lnTo>
                  <a:lnTo>
                    <a:pt x="3669614" y="9964928"/>
                  </a:lnTo>
                  <a:lnTo>
                    <a:pt x="3712997" y="9936150"/>
                  </a:lnTo>
                  <a:lnTo>
                    <a:pt x="3746957" y="9929381"/>
                  </a:lnTo>
                  <a:lnTo>
                    <a:pt x="3788054" y="9937001"/>
                  </a:lnTo>
                  <a:lnTo>
                    <a:pt x="3819601" y="9958972"/>
                  </a:lnTo>
                  <a:lnTo>
                    <a:pt x="3839832" y="9993960"/>
                  </a:lnTo>
                  <a:lnTo>
                    <a:pt x="3846969" y="10040607"/>
                  </a:lnTo>
                  <a:lnTo>
                    <a:pt x="3846969" y="9903625"/>
                  </a:lnTo>
                  <a:lnTo>
                    <a:pt x="3815194" y="9887369"/>
                  </a:lnTo>
                  <a:lnTo>
                    <a:pt x="3767036" y="9880181"/>
                  </a:lnTo>
                  <a:lnTo>
                    <a:pt x="3729355" y="9884626"/>
                  </a:lnTo>
                  <a:lnTo>
                    <a:pt x="3697046" y="9896691"/>
                  </a:lnTo>
                  <a:lnTo>
                    <a:pt x="3670452" y="9914496"/>
                  </a:lnTo>
                  <a:lnTo>
                    <a:pt x="3649929" y="9936150"/>
                  </a:lnTo>
                  <a:lnTo>
                    <a:pt x="3647719" y="9936150"/>
                  </a:lnTo>
                  <a:lnTo>
                    <a:pt x="3659670" y="9889160"/>
                  </a:lnTo>
                  <a:lnTo>
                    <a:pt x="3682250" y="9845840"/>
                  </a:lnTo>
                  <a:lnTo>
                    <a:pt x="3715728" y="9808769"/>
                  </a:lnTo>
                  <a:lnTo>
                    <a:pt x="3760330" y="9780537"/>
                  </a:lnTo>
                  <a:lnTo>
                    <a:pt x="3816324" y="9763709"/>
                  </a:lnTo>
                  <a:lnTo>
                    <a:pt x="3843858" y="9760775"/>
                  </a:lnTo>
                  <a:lnTo>
                    <a:pt x="3845496" y="9760775"/>
                  </a:lnTo>
                  <a:lnTo>
                    <a:pt x="3854793" y="9760496"/>
                  </a:lnTo>
                  <a:lnTo>
                    <a:pt x="3865511" y="9760775"/>
                  </a:lnTo>
                  <a:lnTo>
                    <a:pt x="3865511" y="9760496"/>
                  </a:lnTo>
                  <a:lnTo>
                    <a:pt x="3865511" y="9707016"/>
                  </a:lnTo>
                  <a:lnTo>
                    <a:pt x="3817810" y="9710712"/>
                  </a:lnTo>
                  <a:lnTo>
                    <a:pt x="3773462" y="9719513"/>
                  </a:lnTo>
                  <a:lnTo>
                    <a:pt x="3732428" y="9734525"/>
                  </a:lnTo>
                  <a:lnTo>
                    <a:pt x="3695293" y="9755556"/>
                  </a:lnTo>
                  <a:lnTo>
                    <a:pt x="3662603" y="9782404"/>
                  </a:lnTo>
                  <a:lnTo>
                    <a:pt x="3635768" y="9814293"/>
                  </a:lnTo>
                  <a:lnTo>
                    <a:pt x="3613137" y="9852469"/>
                  </a:lnTo>
                  <a:lnTo>
                    <a:pt x="3595738" y="9896551"/>
                  </a:lnTo>
                  <a:lnTo>
                    <a:pt x="3595713" y="9896691"/>
                  </a:lnTo>
                  <a:lnTo>
                    <a:pt x="3584587" y="9946068"/>
                  </a:lnTo>
                  <a:lnTo>
                    <a:pt x="3583635" y="9958972"/>
                  </a:lnTo>
                  <a:lnTo>
                    <a:pt x="3580612" y="10000971"/>
                  </a:lnTo>
                  <a:lnTo>
                    <a:pt x="3580688" y="10001961"/>
                  </a:lnTo>
                  <a:lnTo>
                    <a:pt x="3584676" y="10052164"/>
                  </a:lnTo>
                  <a:lnTo>
                    <a:pt x="3596487" y="10097173"/>
                  </a:lnTo>
                  <a:lnTo>
                    <a:pt x="3615486" y="10135349"/>
                  </a:lnTo>
                  <a:lnTo>
                    <a:pt x="3641115" y="10166121"/>
                  </a:lnTo>
                  <a:lnTo>
                    <a:pt x="3672802" y="10188854"/>
                  </a:lnTo>
                  <a:lnTo>
                    <a:pt x="3710000" y="10202939"/>
                  </a:lnTo>
                  <a:lnTo>
                    <a:pt x="3752151" y="10207765"/>
                  </a:lnTo>
                  <a:lnTo>
                    <a:pt x="3799040" y="10201275"/>
                  </a:lnTo>
                  <a:lnTo>
                    <a:pt x="3838689" y="10183177"/>
                  </a:lnTo>
                  <a:lnTo>
                    <a:pt x="3868966" y="10156939"/>
                  </a:lnTo>
                  <a:lnTo>
                    <a:pt x="3893934" y="10120630"/>
                  </a:lnTo>
                  <a:lnTo>
                    <a:pt x="3908399" y="10080358"/>
                  </a:lnTo>
                  <a:lnTo>
                    <a:pt x="3913352" y="10036912"/>
                  </a:lnTo>
                  <a:close/>
                </a:path>
                <a:path w="4817745" h="10208260">
                  <a:moveTo>
                    <a:pt x="4690415" y="8221180"/>
                  </a:moveTo>
                  <a:lnTo>
                    <a:pt x="4634446" y="8221180"/>
                  </a:lnTo>
                  <a:lnTo>
                    <a:pt x="4528439" y="8277923"/>
                  </a:lnTo>
                  <a:lnTo>
                    <a:pt x="4541215" y="8327898"/>
                  </a:lnTo>
                  <a:lnTo>
                    <a:pt x="4625467" y="8282394"/>
                  </a:lnTo>
                  <a:lnTo>
                    <a:pt x="4626953" y="8282394"/>
                  </a:lnTo>
                  <a:lnTo>
                    <a:pt x="4626953" y="8706231"/>
                  </a:lnTo>
                  <a:lnTo>
                    <a:pt x="4690415" y="8706231"/>
                  </a:lnTo>
                  <a:lnTo>
                    <a:pt x="4690415" y="8221180"/>
                  </a:lnTo>
                  <a:close/>
                </a:path>
                <a:path w="4817745" h="10208260">
                  <a:moveTo>
                    <a:pt x="4690415" y="7474572"/>
                  </a:moveTo>
                  <a:lnTo>
                    <a:pt x="4634446" y="7474572"/>
                  </a:lnTo>
                  <a:lnTo>
                    <a:pt x="4528439" y="7531316"/>
                  </a:lnTo>
                  <a:lnTo>
                    <a:pt x="4541215" y="7581227"/>
                  </a:lnTo>
                  <a:lnTo>
                    <a:pt x="4625467" y="7535735"/>
                  </a:lnTo>
                  <a:lnTo>
                    <a:pt x="4626953" y="7535735"/>
                  </a:lnTo>
                  <a:lnTo>
                    <a:pt x="4626953" y="7959611"/>
                  </a:lnTo>
                  <a:lnTo>
                    <a:pt x="4690415" y="7959611"/>
                  </a:lnTo>
                  <a:lnTo>
                    <a:pt x="4690415" y="7474572"/>
                  </a:lnTo>
                  <a:close/>
                </a:path>
                <a:path w="4817745" h="10208260">
                  <a:moveTo>
                    <a:pt x="4783594" y="2575801"/>
                  </a:moveTo>
                  <a:lnTo>
                    <a:pt x="4778121" y="2533535"/>
                  </a:lnTo>
                  <a:lnTo>
                    <a:pt x="4741164" y="2471153"/>
                  </a:lnTo>
                  <a:lnTo>
                    <a:pt x="4690567" y="2439517"/>
                  </a:lnTo>
                  <a:lnTo>
                    <a:pt x="4637684" y="2426589"/>
                  </a:lnTo>
                  <a:lnTo>
                    <a:pt x="4609858" y="2425027"/>
                  </a:lnTo>
                  <a:lnTo>
                    <a:pt x="4597666" y="2425268"/>
                  </a:lnTo>
                  <a:lnTo>
                    <a:pt x="4587506" y="2425941"/>
                  </a:lnTo>
                  <a:lnTo>
                    <a:pt x="4570273" y="2427998"/>
                  </a:lnTo>
                  <a:lnTo>
                    <a:pt x="4588967" y="2303373"/>
                  </a:lnTo>
                  <a:lnTo>
                    <a:pt x="4773993" y="2303373"/>
                  </a:lnTo>
                  <a:lnTo>
                    <a:pt x="4773993" y="2248166"/>
                  </a:lnTo>
                  <a:lnTo>
                    <a:pt x="4541977" y="2248166"/>
                  </a:lnTo>
                  <a:lnTo>
                    <a:pt x="4510621" y="2480995"/>
                  </a:lnTo>
                  <a:lnTo>
                    <a:pt x="4524730" y="2479230"/>
                  </a:lnTo>
                  <a:lnTo>
                    <a:pt x="4540504" y="2477528"/>
                  </a:lnTo>
                  <a:lnTo>
                    <a:pt x="4558106" y="2476258"/>
                  </a:lnTo>
                  <a:lnTo>
                    <a:pt x="4577766" y="2475763"/>
                  </a:lnTo>
                  <a:lnTo>
                    <a:pt x="4640326" y="2483739"/>
                  </a:lnTo>
                  <a:lnTo>
                    <a:pt x="4683531" y="2505989"/>
                  </a:lnTo>
                  <a:lnTo>
                    <a:pt x="4708728" y="2539974"/>
                  </a:lnTo>
                  <a:lnTo>
                    <a:pt x="4717212" y="2583192"/>
                  </a:lnTo>
                  <a:lnTo>
                    <a:pt x="4707966" y="2627045"/>
                  </a:lnTo>
                  <a:lnTo>
                    <a:pt x="4682972" y="2660167"/>
                  </a:lnTo>
                  <a:lnTo>
                    <a:pt x="4646384" y="2681122"/>
                  </a:lnTo>
                  <a:lnTo>
                    <a:pt x="4602365" y="2688425"/>
                  </a:lnTo>
                  <a:lnTo>
                    <a:pt x="4570412" y="2685897"/>
                  </a:lnTo>
                  <a:lnTo>
                    <a:pt x="4541558" y="2679458"/>
                  </a:lnTo>
                  <a:lnTo>
                    <a:pt x="4517199" y="2670784"/>
                  </a:lnTo>
                  <a:lnTo>
                    <a:pt x="4498708" y="2661564"/>
                  </a:lnTo>
                  <a:lnTo>
                    <a:pt x="4482223" y="2711577"/>
                  </a:lnTo>
                  <a:lnTo>
                    <a:pt x="4503407" y="2722524"/>
                  </a:lnTo>
                  <a:lnTo>
                    <a:pt x="4531449" y="2732087"/>
                  </a:lnTo>
                  <a:lnTo>
                    <a:pt x="4565091" y="2738856"/>
                  </a:lnTo>
                  <a:lnTo>
                    <a:pt x="4603089" y="2741422"/>
                  </a:lnTo>
                  <a:lnTo>
                    <a:pt x="4653000" y="2735732"/>
                  </a:lnTo>
                  <a:lnTo>
                    <a:pt x="4696663" y="2719527"/>
                  </a:lnTo>
                  <a:lnTo>
                    <a:pt x="4732807" y="2694127"/>
                  </a:lnTo>
                  <a:lnTo>
                    <a:pt x="4760188" y="2660827"/>
                  </a:lnTo>
                  <a:lnTo>
                    <a:pt x="4777537" y="2620949"/>
                  </a:lnTo>
                  <a:lnTo>
                    <a:pt x="4783594" y="2575801"/>
                  </a:lnTo>
                  <a:close/>
                </a:path>
                <a:path w="4817745" h="10208260">
                  <a:moveTo>
                    <a:pt x="4794072" y="10145014"/>
                  </a:moveTo>
                  <a:lnTo>
                    <a:pt x="4576280" y="10145014"/>
                  </a:lnTo>
                  <a:lnTo>
                    <a:pt x="4576280" y="10143528"/>
                  </a:lnTo>
                  <a:lnTo>
                    <a:pt x="4615002" y="10107739"/>
                  </a:lnTo>
                  <a:lnTo>
                    <a:pt x="4662868" y="10060470"/>
                  </a:lnTo>
                  <a:lnTo>
                    <a:pt x="4703750" y="10016350"/>
                  </a:lnTo>
                  <a:lnTo>
                    <a:pt x="4736884" y="9974174"/>
                  </a:lnTo>
                  <a:lnTo>
                    <a:pt x="4761496" y="9932746"/>
                  </a:lnTo>
                  <a:lnTo>
                    <a:pt x="4776825" y="9890823"/>
                  </a:lnTo>
                  <a:lnTo>
                    <a:pt x="4782109" y="9847224"/>
                  </a:lnTo>
                  <a:lnTo>
                    <a:pt x="4776698" y="9805924"/>
                  </a:lnTo>
                  <a:lnTo>
                    <a:pt x="4759934" y="9767646"/>
                  </a:lnTo>
                  <a:lnTo>
                    <a:pt x="4731042" y="9735922"/>
                  </a:lnTo>
                  <a:lnTo>
                    <a:pt x="4689221" y="9714293"/>
                  </a:lnTo>
                  <a:lnTo>
                    <a:pt x="4633684" y="9706292"/>
                  </a:lnTo>
                  <a:lnTo>
                    <a:pt x="4593374" y="9710001"/>
                  </a:lnTo>
                  <a:lnTo>
                    <a:pt x="4556696" y="9720288"/>
                  </a:lnTo>
                  <a:lnTo>
                    <a:pt x="4524210" y="9735871"/>
                  </a:lnTo>
                  <a:lnTo>
                    <a:pt x="4496498" y="9755492"/>
                  </a:lnTo>
                  <a:lnTo>
                    <a:pt x="4517250" y="9801720"/>
                  </a:lnTo>
                  <a:lnTo>
                    <a:pt x="4536656" y="9787496"/>
                  </a:lnTo>
                  <a:lnTo>
                    <a:pt x="4560709" y="9774288"/>
                  </a:lnTo>
                  <a:lnTo>
                    <a:pt x="4588789" y="9764573"/>
                  </a:lnTo>
                  <a:lnTo>
                    <a:pt x="4620285" y="9760775"/>
                  </a:lnTo>
                  <a:lnTo>
                    <a:pt x="4665827" y="9768662"/>
                  </a:lnTo>
                  <a:lnTo>
                    <a:pt x="4695495" y="9789681"/>
                  </a:lnTo>
                  <a:lnTo>
                    <a:pt x="4711598" y="9819932"/>
                  </a:lnTo>
                  <a:lnTo>
                    <a:pt x="4716450" y="9855479"/>
                  </a:lnTo>
                  <a:lnTo>
                    <a:pt x="4711420" y="9891509"/>
                  </a:lnTo>
                  <a:lnTo>
                    <a:pt x="4696841" y="9927615"/>
                  </a:lnTo>
                  <a:lnTo>
                    <a:pt x="4672355" y="9965614"/>
                  </a:lnTo>
                  <a:lnTo>
                    <a:pt x="4637608" y="10007333"/>
                  </a:lnTo>
                  <a:lnTo>
                    <a:pt x="4592256" y="10054603"/>
                  </a:lnTo>
                  <a:lnTo>
                    <a:pt x="4484433" y="10159149"/>
                  </a:lnTo>
                  <a:lnTo>
                    <a:pt x="4484433" y="10199510"/>
                  </a:lnTo>
                  <a:lnTo>
                    <a:pt x="4794072" y="10199510"/>
                  </a:lnTo>
                  <a:lnTo>
                    <a:pt x="4794072" y="10145014"/>
                  </a:lnTo>
                  <a:close/>
                </a:path>
                <a:path w="4817745" h="10208260">
                  <a:moveTo>
                    <a:pt x="4794072" y="1932051"/>
                  </a:moveTo>
                  <a:lnTo>
                    <a:pt x="4576280" y="1932051"/>
                  </a:lnTo>
                  <a:lnTo>
                    <a:pt x="4576280" y="1930615"/>
                  </a:lnTo>
                  <a:lnTo>
                    <a:pt x="4615002" y="1894763"/>
                  </a:lnTo>
                  <a:lnTo>
                    <a:pt x="4662868" y="1847494"/>
                  </a:lnTo>
                  <a:lnTo>
                    <a:pt x="4703750" y="1803374"/>
                  </a:lnTo>
                  <a:lnTo>
                    <a:pt x="4736884" y="1761210"/>
                  </a:lnTo>
                  <a:lnTo>
                    <a:pt x="4761496" y="1719783"/>
                  </a:lnTo>
                  <a:lnTo>
                    <a:pt x="4776825" y="1677898"/>
                  </a:lnTo>
                  <a:lnTo>
                    <a:pt x="4782109" y="1634350"/>
                  </a:lnTo>
                  <a:lnTo>
                    <a:pt x="4776698" y="1593037"/>
                  </a:lnTo>
                  <a:lnTo>
                    <a:pt x="4759934" y="1554734"/>
                  </a:lnTo>
                  <a:lnTo>
                    <a:pt x="4731042" y="1522984"/>
                  </a:lnTo>
                  <a:lnTo>
                    <a:pt x="4689221" y="1501330"/>
                  </a:lnTo>
                  <a:lnTo>
                    <a:pt x="4633684" y="1493329"/>
                  </a:lnTo>
                  <a:lnTo>
                    <a:pt x="4593374" y="1497037"/>
                  </a:lnTo>
                  <a:lnTo>
                    <a:pt x="4556696" y="1507324"/>
                  </a:lnTo>
                  <a:lnTo>
                    <a:pt x="4524210" y="1522920"/>
                  </a:lnTo>
                  <a:lnTo>
                    <a:pt x="4496498" y="1542580"/>
                  </a:lnTo>
                  <a:lnTo>
                    <a:pt x="4517250" y="1588846"/>
                  </a:lnTo>
                  <a:lnTo>
                    <a:pt x="4536656" y="1574571"/>
                  </a:lnTo>
                  <a:lnTo>
                    <a:pt x="4560709" y="1561338"/>
                  </a:lnTo>
                  <a:lnTo>
                    <a:pt x="4588789" y="1551609"/>
                  </a:lnTo>
                  <a:lnTo>
                    <a:pt x="4620285" y="1547812"/>
                  </a:lnTo>
                  <a:lnTo>
                    <a:pt x="4665827" y="1555699"/>
                  </a:lnTo>
                  <a:lnTo>
                    <a:pt x="4695495" y="1576717"/>
                  </a:lnTo>
                  <a:lnTo>
                    <a:pt x="4711598" y="1606981"/>
                  </a:lnTo>
                  <a:lnTo>
                    <a:pt x="4716450" y="1642567"/>
                  </a:lnTo>
                  <a:lnTo>
                    <a:pt x="4711420" y="1678559"/>
                  </a:lnTo>
                  <a:lnTo>
                    <a:pt x="4696841" y="1714652"/>
                  </a:lnTo>
                  <a:lnTo>
                    <a:pt x="4672355" y="1752638"/>
                  </a:lnTo>
                  <a:lnTo>
                    <a:pt x="4637608" y="1794370"/>
                  </a:lnTo>
                  <a:lnTo>
                    <a:pt x="4592256" y="1841652"/>
                  </a:lnTo>
                  <a:lnTo>
                    <a:pt x="4484433" y="1946275"/>
                  </a:lnTo>
                  <a:lnTo>
                    <a:pt x="4484433" y="1986584"/>
                  </a:lnTo>
                  <a:lnTo>
                    <a:pt x="4794072" y="1986584"/>
                  </a:lnTo>
                  <a:lnTo>
                    <a:pt x="4794072" y="1932051"/>
                  </a:lnTo>
                  <a:close/>
                </a:path>
                <a:path w="4817745" h="10208260">
                  <a:moveTo>
                    <a:pt x="4799355" y="5981281"/>
                  </a:moveTo>
                  <a:lnTo>
                    <a:pt x="4493425" y="5981281"/>
                  </a:lnTo>
                  <a:lnTo>
                    <a:pt x="4493425" y="6035827"/>
                  </a:lnTo>
                  <a:lnTo>
                    <a:pt x="4730610" y="6035827"/>
                  </a:lnTo>
                  <a:lnTo>
                    <a:pt x="4730610" y="6037262"/>
                  </a:lnTo>
                  <a:lnTo>
                    <a:pt x="4520323" y="6466383"/>
                  </a:lnTo>
                  <a:lnTo>
                    <a:pt x="4588192" y="6466383"/>
                  </a:lnTo>
                  <a:lnTo>
                    <a:pt x="4799355" y="6024575"/>
                  </a:lnTo>
                  <a:lnTo>
                    <a:pt x="4799355" y="5981281"/>
                  </a:lnTo>
                  <a:close/>
                </a:path>
                <a:path w="4817745" h="10208260">
                  <a:moveTo>
                    <a:pt x="4799355" y="3741394"/>
                  </a:moveTo>
                  <a:lnTo>
                    <a:pt x="4493425" y="3741394"/>
                  </a:lnTo>
                  <a:lnTo>
                    <a:pt x="4493425" y="3795928"/>
                  </a:lnTo>
                  <a:lnTo>
                    <a:pt x="4730610" y="3795928"/>
                  </a:lnTo>
                  <a:lnTo>
                    <a:pt x="4730610" y="3797363"/>
                  </a:lnTo>
                  <a:lnTo>
                    <a:pt x="4520323" y="4226484"/>
                  </a:lnTo>
                  <a:lnTo>
                    <a:pt x="4588192" y="4226484"/>
                  </a:lnTo>
                  <a:lnTo>
                    <a:pt x="4799355" y="3784689"/>
                  </a:lnTo>
                  <a:lnTo>
                    <a:pt x="4799355" y="3741394"/>
                  </a:lnTo>
                  <a:close/>
                </a:path>
                <a:path w="4817745" h="10208260">
                  <a:moveTo>
                    <a:pt x="4805985" y="3347008"/>
                  </a:moveTo>
                  <a:lnTo>
                    <a:pt x="4799215" y="3305911"/>
                  </a:lnTo>
                  <a:lnTo>
                    <a:pt x="4779797" y="3271177"/>
                  </a:lnTo>
                  <a:lnTo>
                    <a:pt x="4749063" y="3243034"/>
                  </a:lnTo>
                  <a:lnTo>
                    <a:pt x="4739602" y="3238081"/>
                  </a:lnTo>
                  <a:lnTo>
                    <a:pt x="4739602" y="3353689"/>
                  </a:lnTo>
                  <a:lnTo>
                    <a:pt x="4732744" y="3388322"/>
                  </a:lnTo>
                  <a:lnTo>
                    <a:pt x="4713236" y="3415741"/>
                  </a:lnTo>
                  <a:lnTo>
                    <a:pt x="4682680" y="3433775"/>
                  </a:lnTo>
                  <a:lnTo>
                    <a:pt x="4642663" y="3440277"/>
                  </a:lnTo>
                  <a:lnTo>
                    <a:pt x="4601057" y="3432746"/>
                  </a:lnTo>
                  <a:lnTo>
                    <a:pt x="4570095" y="3412490"/>
                  </a:lnTo>
                  <a:lnTo>
                    <a:pt x="4551172" y="3382988"/>
                  </a:lnTo>
                  <a:lnTo>
                    <a:pt x="4545685" y="3347732"/>
                  </a:lnTo>
                  <a:lnTo>
                    <a:pt x="4545812" y="3347008"/>
                  </a:lnTo>
                  <a:lnTo>
                    <a:pt x="4551362" y="3314903"/>
                  </a:lnTo>
                  <a:lnTo>
                    <a:pt x="4568063" y="3286582"/>
                  </a:lnTo>
                  <a:lnTo>
                    <a:pt x="4595406" y="3263823"/>
                  </a:lnTo>
                  <a:lnTo>
                    <a:pt x="4632960" y="3247796"/>
                  </a:lnTo>
                  <a:lnTo>
                    <a:pt x="4677029" y="3263823"/>
                  </a:lnTo>
                  <a:lnTo>
                    <a:pt x="4710862" y="3285629"/>
                  </a:lnTo>
                  <a:lnTo>
                    <a:pt x="4732159" y="3314903"/>
                  </a:lnTo>
                  <a:lnTo>
                    <a:pt x="4739602" y="3353689"/>
                  </a:lnTo>
                  <a:lnTo>
                    <a:pt x="4739602" y="3238081"/>
                  </a:lnTo>
                  <a:lnTo>
                    <a:pt x="4708334" y="3221659"/>
                  </a:lnTo>
                  <a:lnTo>
                    <a:pt x="4708334" y="3219399"/>
                  </a:lnTo>
                  <a:lnTo>
                    <a:pt x="4737684" y="3200755"/>
                  </a:lnTo>
                  <a:lnTo>
                    <a:pt x="4745977" y="3195497"/>
                  </a:lnTo>
                  <a:lnTo>
                    <a:pt x="4770615" y="3167456"/>
                  </a:lnTo>
                  <a:lnTo>
                    <a:pt x="4784077" y="3137027"/>
                  </a:lnTo>
                  <a:lnTo>
                    <a:pt x="4788166" y="3105962"/>
                  </a:lnTo>
                  <a:lnTo>
                    <a:pt x="4782515" y="3070326"/>
                  </a:lnTo>
                  <a:lnTo>
                    <a:pt x="4765560" y="3037814"/>
                  </a:lnTo>
                  <a:lnTo>
                    <a:pt x="4761090" y="3033598"/>
                  </a:lnTo>
                  <a:lnTo>
                    <a:pt x="4737341" y="3011182"/>
                  </a:lnTo>
                  <a:lnTo>
                    <a:pt x="4725428" y="3005759"/>
                  </a:lnTo>
                  <a:lnTo>
                    <a:pt x="4725428" y="3112732"/>
                  </a:lnTo>
                  <a:lnTo>
                    <a:pt x="4719764" y="3143034"/>
                  </a:lnTo>
                  <a:lnTo>
                    <a:pt x="4704169" y="3167900"/>
                  </a:lnTo>
                  <a:lnTo>
                    <a:pt x="4680763" y="3187192"/>
                  </a:lnTo>
                  <a:lnTo>
                    <a:pt x="4651641" y="3200755"/>
                  </a:lnTo>
                  <a:lnTo>
                    <a:pt x="4613389" y="3187192"/>
                  </a:lnTo>
                  <a:lnTo>
                    <a:pt x="4584344" y="3168548"/>
                  </a:lnTo>
                  <a:lnTo>
                    <a:pt x="4565662" y="3143542"/>
                  </a:lnTo>
                  <a:lnTo>
                    <a:pt x="4565561" y="3143034"/>
                  </a:lnTo>
                  <a:lnTo>
                    <a:pt x="4559084" y="3111195"/>
                  </a:lnTo>
                  <a:lnTo>
                    <a:pt x="4564608" y="3081439"/>
                  </a:lnTo>
                  <a:lnTo>
                    <a:pt x="4580826" y="3056725"/>
                  </a:lnTo>
                  <a:lnTo>
                    <a:pt x="4607268" y="3039846"/>
                  </a:lnTo>
                  <a:lnTo>
                    <a:pt x="4643437" y="3033598"/>
                  </a:lnTo>
                  <a:lnTo>
                    <a:pt x="4681093" y="3040507"/>
                  </a:lnTo>
                  <a:lnTo>
                    <a:pt x="4706518" y="3058604"/>
                  </a:lnTo>
                  <a:lnTo>
                    <a:pt x="4720895" y="3083991"/>
                  </a:lnTo>
                  <a:lnTo>
                    <a:pt x="4725428" y="3112732"/>
                  </a:lnTo>
                  <a:lnTo>
                    <a:pt x="4725428" y="3005759"/>
                  </a:lnTo>
                  <a:lnTo>
                    <a:pt x="4697857" y="2993174"/>
                  </a:lnTo>
                  <a:lnTo>
                    <a:pt x="4647133" y="2986557"/>
                  </a:lnTo>
                  <a:lnTo>
                    <a:pt x="4598911" y="2992615"/>
                  </a:lnTo>
                  <a:lnTo>
                    <a:pt x="4557649" y="3009887"/>
                  </a:lnTo>
                  <a:lnTo>
                    <a:pt x="4525518" y="3037040"/>
                  </a:lnTo>
                  <a:lnTo>
                    <a:pt x="4504652" y="3072765"/>
                  </a:lnTo>
                  <a:lnTo>
                    <a:pt x="4497209" y="3115716"/>
                  </a:lnTo>
                  <a:lnTo>
                    <a:pt x="4501667" y="3146793"/>
                  </a:lnTo>
                  <a:lnTo>
                    <a:pt x="4515485" y="3176320"/>
                  </a:lnTo>
                  <a:lnTo>
                    <a:pt x="4539386" y="3202775"/>
                  </a:lnTo>
                  <a:lnTo>
                    <a:pt x="4574070" y="3224631"/>
                  </a:lnTo>
                  <a:lnTo>
                    <a:pt x="4574692" y="3226892"/>
                  </a:lnTo>
                  <a:lnTo>
                    <a:pt x="4534497" y="3249257"/>
                  </a:lnTo>
                  <a:lnTo>
                    <a:pt x="4504245" y="3278365"/>
                  </a:lnTo>
                  <a:lnTo>
                    <a:pt x="4485170" y="3314192"/>
                  </a:lnTo>
                  <a:lnTo>
                    <a:pt x="4478528" y="3356724"/>
                  </a:lnTo>
                  <a:lnTo>
                    <a:pt x="4485703" y="3397593"/>
                  </a:lnTo>
                  <a:lnTo>
                    <a:pt x="4506569" y="3433559"/>
                  </a:lnTo>
                  <a:lnTo>
                    <a:pt x="4540097" y="3462223"/>
                  </a:lnTo>
                  <a:lnTo>
                    <a:pt x="4585271" y="3481184"/>
                  </a:lnTo>
                  <a:lnTo>
                    <a:pt x="4641075" y="3488029"/>
                  </a:lnTo>
                  <a:lnTo>
                    <a:pt x="4693793" y="3481463"/>
                  </a:lnTo>
                  <a:lnTo>
                    <a:pt x="4739132" y="3462680"/>
                  </a:lnTo>
                  <a:lnTo>
                    <a:pt x="4765992" y="3440277"/>
                  </a:lnTo>
                  <a:lnTo>
                    <a:pt x="4774603" y="3433076"/>
                  </a:lnTo>
                  <a:lnTo>
                    <a:pt x="4797730" y="3394062"/>
                  </a:lnTo>
                  <a:lnTo>
                    <a:pt x="4805985" y="3347008"/>
                  </a:lnTo>
                  <a:close/>
                </a:path>
                <a:path w="4817745" h="10208260">
                  <a:moveTo>
                    <a:pt x="4805985" y="360553"/>
                  </a:moveTo>
                  <a:lnTo>
                    <a:pt x="4799215" y="319405"/>
                  </a:lnTo>
                  <a:lnTo>
                    <a:pt x="4779797" y="284670"/>
                  </a:lnTo>
                  <a:lnTo>
                    <a:pt x="4754270" y="261289"/>
                  </a:lnTo>
                  <a:lnTo>
                    <a:pt x="4749063" y="256514"/>
                  </a:lnTo>
                  <a:lnTo>
                    <a:pt x="4739602" y="251548"/>
                  </a:lnTo>
                  <a:lnTo>
                    <a:pt x="4739602" y="367182"/>
                  </a:lnTo>
                  <a:lnTo>
                    <a:pt x="4732744" y="401777"/>
                  </a:lnTo>
                  <a:lnTo>
                    <a:pt x="4713236" y="429196"/>
                  </a:lnTo>
                  <a:lnTo>
                    <a:pt x="4682680" y="447255"/>
                  </a:lnTo>
                  <a:lnTo>
                    <a:pt x="4642663" y="453771"/>
                  </a:lnTo>
                  <a:lnTo>
                    <a:pt x="4601057" y="446227"/>
                  </a:lnTo>
                  <a:lnTo>
                    <a:pt x="4570095" y="425970"/>
                  </a:lnTo>
                  <a:lnTo>
                    <a:pt x="4551172" y="396481"/>
                  </a:lnTo>
                  <a:lnTo>
                    <a:pt x="4545685" y="361276"/>
                  </a:lnTo>
                  <a:lnTo>
                    <a:pt x="4545812" y="360553"/>
                  </a:lnTo>
                  <a:lnTo>
                    <a:pt x="4551362" y="328409"/>
                  </a:lnTo>
                  <a:lnTo>
                    <a:pt x="4568063" y="300075"/>
                  </a:lnTo>
                  <a:lnTo>
                    <a:pt x="4595406" y="277304"/>
                  </a:lnTo>
                  <a:lnTo>
                    <a:pt x="4632960" y="261289"/>
                  </a:lnTo>
                  <a:lnTo>
                    <a:pt x="4677283" y="277431"/>
                  </a:lnTo>
                  <a:lnTo>
                    <a:pt x="4710862" y="299148"/>
                  </a:lnTo>
                  <a:lnTo>
                    <a:pt x="4732159" y="328409"/>
                  </a:lnTo>
                  <a:lnTo>
                    <a:pt x="4739602" y="367182"/>
                  </a:lnTo>
                  <a:lnTo>
                    <a:pt x="4739602" y="251548"/>
                  </a:lnTo>
                  <a:lnTo>
                    <a:pt x="4708334" y="235102"/>
                  </a:lnTo>
                  <a:lnTo>
                    <a:pt x="4708334" y="232841"/>
                  </a:lnTo>
                  <a:lnTo>
                    <a:pt x="4737582" y="214299"/>
                  </a:lnTo>
                  <a:lnTo>
                    <a:pt x="4745977" y="208978"/>
                  </a:lnTo>
                  <a:lnTo>
                    <a:pt x="4770615" y="180949"/>
                  </a:lnTo>
                  <a:lnTo>
                    <a:pt x="4784077" y="150520"/>
                  </a:lnTo>
                  <a:lnTo>
                    <a:pt x="4788166" y="119443"/>
                  </a:lnTo>
                  <a:lnTo>
                    <a:pt x="4782515" y="83832"/>
                  </a:lnTo>
                  <a:lnTo>
                    <a:pt x="4765560" y="51308"/>
                  </a:lnTo>
                  <a:lnTo>
                    <a:pt x="4761141" y="47129"/>
                  </a:lnTo>
                  <a:lnTo>
                    <a:pt x="4737341" y="24650"/>
                  </a:lnTo>
                  <a:lnTo>
                    <a:pt x="4725428" y="19215"/>
                  </a:lnTo>
                  <a:lnTo>
                    <a:pt x="4725428" y="126225"/>
                  </a:lnTo>
                  <a:lnTo>
                    <a:pt x="4719764" y="156502"/>
                  </a:lnTo>
                  <a:lnTo>
                    <a:pt x="4704169" y="181381"/>
                  </a:lnTo>
                  <a:lnTo>
                    <a:pt x="4680763" y="200685"/>
                  </a:lnTo>
                  <a:lnTo>
                    <a:pt x="4651641" y="214299"/>
                  </a:lnTo>
                  <a:lnTo>
                    <a:pt x="4613237" y="200685"/>
                  </a:lnTo>
                  <a:lnTo>
                    <a:pt x="4613376" y="200685"/>
                  </a:lnTo>
                  <a:lnTo>
                    <a:pt x="4584344" y="182054"/>
                  </a:lnTo>
                  <a:lnTo>
                    <a:pt x="4565662" y="157035"/>
                  </a:lnTo>
                  <a:lnTo>
                    <a:pt x="4565561" y="156502"/>
                  </a:lnTo>
                  <a:lnTo>
                    <a:pt x="4559084" y="124637"/>
                  </a:lnTo>
                  <a:lnTo>
                    <a:pt x="4564608" y="94932"/>
                  </a:lnTo>
                  <a:lnTo>
                    <a:pt x="4580826" y="70243"/>
                  </a:lnTo>
                  <a:lnTo>
                    <a:pt x="4607268" y="53378"/>
                  </a:lnTo>
                  <a:lnTo>
                    <a:pt x="4643437" y="47129"/>
                  </a:lnTo>
                  <a:lnTo>
                    <a:pt x="4681093" y="54025"/>
                  </a:lnTo>
                  <a:lnTo>
                    <a:pt x="4706518" y="72097"/>
                  </a:lnTo>
                  <a:lnTo>
                    <a:pt x="4720895" y="97472"/>
                  </a:lnTo>
                  <a:lnTo>
                    <a:pt x="4725428" y="126225"/>
                  </a:lnTo>
                  <a:lnTo>
                    <a:pt x="4725428" y="19215"/>
                  </a:lnTo>
                  <a:lnTo>
                    <a:pt x="4697857" y="6629"/>
                  </a:lnTo>
                  <a:lnTo>
                    <a:pt x="4647133" y="0"/>
                  </a:lnTo>
                  <a:lnTo>
                    <a:pt x="4598911" y="6057"/>
                  </a:lnTo>
                  <a:lnTo>
                    <a:pt x="4557649" y="23317"/>
                  </a:lnTo>
                  <a:lnTo>
                    <a:pt x="4525518" y="50482"/>
                  </a:lnTo>
                  <a:lnTo>
                    <a:pt x="4504652" y="86194"/>
                  </a:lnTo>
                  <a:lnTo>
                    <a:pt x="4497209" y="129159"/>
                  </a:lnTo>
                  <a:lnTo>
                    <a:pt x="4501667" y="160261"/>
                  </a:lnTo>
                  <a:lnTo>
                    <a:pt x="4515485" y="189814"/>
                  </a:lnTo>
                  <a:lnTo>
                    <a:pt x="4539386" y="216281"/>
                  </a:lnTo>
                  <a:lnTo>
                    <a:pt x="4574070" y="238175"/>
                  </a:lnTo>
                  <a:lnTo>
                    <a:pt x="4574692" y="240385"/>
                  </a:lnTo>
                  <a:lnTo>
                    <a:pt x="4534497" y="262750"/>
                  </a:lnTo>
                  <a:lnTo>
                    <a:pt x="4504245" y="291846"/>
                  </a:lnTo>
                  <a:lnTo>
                    <a:pt x="4485170" y="327685"/>
                  </a:lnTo>
                  <a:lnTo>
                    <a:pt x="4478528" y="370255"/>
                  </a:lnTo>
                  <a:lnTo>
                    <a:pt x="4485703" y="411124"/>
                  </a:lnTo>
                  <a:lnTo>
                    <a:pt x="4506569" y="447065"/>
                  </a:lnTo>
                  <a:lnTo>
                    <a:pt x="4540097" y="475703"/>
                  </a:lnTo>
                  <a:lnTo>
                    <a:pt x="4585271" y="494626"/>
                  </a:lnTo>
                  <a:lnTo>
                    <a:pt x="4641075" y="501472"/>
                  </a:lnTo>
                  <a:lnTo>
                    <a:pt x="4693793" y="494906"/>
                  </a:lnTo>
                  <a:lnTo>
                    <a:pt x="4739132" y="476123"/>
                  </a:lnTo>
                  <a:lnTo>
                    <a:pt x="4765954" y="453771"/>
                  </a:lnTo>
                  <a:lnTo>
                    <a:pt x="4774603" y="446544"/>
                  </a:lnTo>
                  <a:lnTo>
                    <a:pt x="4797730" y="407555"/>
                  </a:lnTo>
                  <a:lnTo>
                    <a:pt x="4805985" y="360553"/>
                  </a:lnTo>
                  <a:close/>
                </a:path>
                <a:path w="4817745" h="10208260">
                  <a:moveTo>
                    <a:pt x="4806708" y="9205150"/>
                  </a:moveTo>
                  <a:lnTo>
                    <a:pt x="4803191" y="9142895"/>
                  </a:lnTo>
                  <a:lnTo>
                    <a:pt x="4792802" y="9088907"/>
                  </a:lnTo>
                  <a:lnTo>
                    <a:pt x="4775784" y="9043645"/>
                  </a:lnTo>
                  <a:lnTo>
                    <a:pt x="4775695" y="9043518"/>
                  </a:lnTo>
                  <a:lnTo>
                    <a:pt x="4754169" y="9010371"/>
                  </a:lnTo>
                  <a:lnTo>
                    <a:pt x="4752391" y="9007615"/>
                  </a:lnTo>
                  <a:lnTo>
                    <a:pt x="4741037" y="8997531"/>
                  </a:lnTo>
                  <a:lnTo>
                    <a:pt x="4741037" y="9208135"/>
                  </a:lnTo>
                  <a:lnTo>
                    <a:pt x="4737163" y="9276702"/>
                  </a:lnTo>
                  <a:lnTo>
                    <a:pt x="4725454" y="9332798"/>
                  </a:lnTo>
                  <a:lnTo>
                    <a:pt x="4705769" y="9374810"/>
                  </a:lnTo>
                  <a:lnTo>
                    <a:pt x="4677981" y="9401175"/>
                  </a:lnTo>
                  <a:lnTo>
                    <a:pt x="4641939" y="9410319"/>
                  </a:lnTo>
                  <a:lnTo>
                    <a:pt x="4608754" y="9401861"/>
                  </a:lnTo>
                  <a:lnTo>
                    <a:pt x="4581449" y="9377045"/>
                  </a:lnTo>
                  <a:lnTo>
                    <a:pt x="4560887" y="9336672"/>
                  </a:lnTo>
                  <a:lnTo>
                    <a:pt x="4547933" y="9281566"/>
                  </a:lnTo>
                  <a:lnTo>
                    <a:pt x="4543425" y="9212555"/>
                  </a:lnTo>
                  <a:lnTo>
                    <a:pt x="4543476" y="9211831"/>
                  </a:lnTo>
                  <a:lnTo>
                    <a:pt x="4548225" y="9140825"/>
                  </a:lnTo>
                  <a:lnTo>
                    <a:pt x="4561789" y="9084348"/>
                  </a:lnTo>
                  <a:lnTo>
                    <a:pt x="4582871" y="9043518"/>
                  </a:lnTo>
                  <a:lnTo>
                    <a:pt x="4610239" y="9018714"/>
                  </a:lnTo>
                  <a:lnTo>
                    <a:pt x="4642663" y="9010371"/>
                  </a:lnTo>
                  <a:lnTo>
                    <a:pt x="4678959" y="9019476"/>
                  </a:lnTo>
                  <a:lnTo>
                    <a:pt x="4706620" y="9045600"/>
                  </a:lnTo>
                  <a:lnTo>
                    <a:pt x="4725962" y="9086939"/>
                  </a:lnTo>
                  <a:lnTo>
                    <a:pt x="4737328" y="9141714"/>
                  </a:lnTo>
                  <a:lnTo>
                    <a:pt x="4737392" y="9142895"/>
                  </a:lnTo>
                  <a:lnTo>
                    <a:pt x="4741037" y="9208135"/>
                  </a:lnTo>
                  <a:lnTo>
                    <a:pt x="4741037" y="8997531"/>
                  </a:lnTo>
                  <a:lnTo>
                    <a:pt x="4722647" y="8981173"/>
                  </a:lnTo>
                  <a:lnTo>
                    <a:pt x="4687303" y="8965070"/>
                  </a:lnTo>
                  <a:lnTo>
                    <a:pt x="4687011" y="8965070"/>
                  </a:lnTo>
                  <a:lnTo>
                    <a:pt x="4646358" y="8959634"/>
                  </a:lnTo>
                  <a:lnTo>
                    <a:pt x="4606023" y="8965070"/>
                  </a:lnTo>
                  <a:lnTo>
                    <a:pt x="4569879" y="8981173"/>
                  </a:lnTo>
                  <a:lnTo>
                    <a:pt x="4538751" y="9007615"/>
                  </a:lnTo>
                  <a:lnTo>
                    <a:pt x="4513110" y="9044292"/>
                  </a:lnTo>
                  <a:lnTo>
                    <a:pt x="4493958" y="9090711"/>
                  </a:lnTo>
                  <a:lnTo>
                    <a:pt x="4481931" y="9146654"/>
                  </a:lnTo>
                  <a:lnTo>
                    <a:pt x="4477766" y="9211831"/>
                  </a:lnTo>
                  <a:lnTo>
                    <a:pt x="4477804" y="9212555"/>
                  </a:lnTo>
                  <a:lnTo>
                    <a:pt x="4482147" y="9276169"/>
                  </a:lnTo>
                  <a:lnTo>
                    <a:pt x="4493641" y="9331427"/>
                  </a:lnTo>
                  <a:lnTo>
                    <a:pt x="4511687" y="9377312"/>
                  </a:lnTo>
                  <a:lnTo>
                    <a:pt x="4535729" y="9413519"/>
                  </a:lnTo>
                  <a:lnTo>
                    <a:pt x="4565193" y="9439758"/>
                  </a:lnTo>
                  <a:lnTo>
                    <a:pt x="4638154" y="9461106"/>
                  </a:lnTo>
                  <a:lnTo>
                    <a:pt x="4676241" y="9456877"/>
                  </a:lnTo>
                  <a:lnTo>
                    <a:pt x="4709820" y="9444304"/>
                  </a:lnTo>
                  <a:lnTo>
                    <a:pt x="4738700" y="9423603"/>
                  </a:lnTo>
                  <a:lnTo>
                    <a:pt x="4749838" y="9410319"/>
                  </a:lnTo>
                  <a:lnTo>
                    <a:pt x="4762716" y="9394965"/>
                  </a:lnTo>
                  <a:lnTo>
                    <a:pt x="4781702" y="9358605"/>
                  </a:lnTo>
                  <a:lnTo>
                    <a:pt x="4795482" y="9314713"/>
                  </a:lnTo>
                  <a:lnTo>
                    <a:pt x="4803864" y="9263494"/>
                  </a:lnTo>
                  <a:lnTo>
                    <a:pt x="4806708" y="9205150"/>
                  </a:lnTo>
                  <a:close/>
                </a:path>
                <a:path w="4817745" h="10208260">
                  <a:moveTo>
                    <a:pt x="4807470" y="4684280"/>
                  </a:moveTo>
                  <a:lnTo>
                    <a:pt x="4802479" y="4626127"/>
                  </a:lnTo>
                  <a:lnTo>
                    <a:pt x="4787951" y="4576229"/>
                  </a:lnTo>
                  <a:lnTo>
                    <a:pt x="4764494" y="4535614"/>
                  </a:lnTo>
                  <a:lnTo>
                    <a:pt x="4741037" y="4513211"/>
                  </a:lnTo>
                  <a:lnTo>
                    <a:pt x="4741037" y="4676114"/>
                  </a:lnTo>
                  <a:lnTo>
                    <a:pt x="4741037" y="4686541"/>
                  </a:lnTo>
                  <a:lnTo>
                    <a:pt x="4719218" y="4720183"/>
                  </a:lnTo>
                  <a:lnTo>
                    <a:pt x="4670742" y="4746891"/>
                  </a:lnTo>
                  <a:lnTo>
                    <a:pt x="4639589" y="4750727"/>
                  </a:lnTo>
                  <a:lnTo>
                    <a:pt x="4601121" y="4743132"/>
                  </a:lnTo>
                  <a:lnTo>
                    <a:pt x="4571746" y="4721898"/>
                  </a:lnTo>
                  <a:lnTo>
                    <a:pt x="4552988" y="4689310"/>
                  </a:lnTo>
                  <a:lnTo>
                    <a:pt x="4546397" y="4647717"/>
                  </a:lnTo>
                  <a:lnTo>
                    <a:pt x="4553458" y="4600333"/>
                  </a:lnTo>
                  <a:lnTo>
                    <a:pt x="4573194" y="4563046"/>
                  </a:lnTo>
                  <a:lnTo>
                    <a:pt x="4603407" y="4538611"/>
                  </a:lnTo>
                  <a:lnTo>
                    <a:pt x="4641939" y="4529861"/>
                  </a:lnTo>
                  <a:lnTo>
                    <a:pt x="4686363" y="4541063"/>
                  </a:lnTo>
                  <a:lnTo>
                    <a:pt x="4717212" y="4571924"/>
                  </a:lnTo>
                  <a:lnTo>
                    <a:pt x="4735207" y="4618317"/>
                  </a:lnTo>
                  <a:lnTo>
                    <a:pt x="4741037" y="4676114"/>
                  </a:lnTo>
                  <a:lnTo>
                    <a:pt x="4741037" y="4513211"/>
                  </a:lnTo>
                  <a:lnTo>
                    <a:pt x="4732782" y="4505312"/>
                  </a:lnTo>
                  <a:lnTo>
                    <a:pt x="4693450" y="4486376"/>
                  </a:lnTo>
                  <a:lnTo>
                    <a:pt x="4647133" y="4479836"/>
                  </a:lnTo>
                  <a:lnTo>
                    <a:pt x="4600397" y="4486237"/>
                  </a:lnTo>
                  <a:lnTo>
                    <a:pt x="4560074" y="4504131"/>
                  </a:lnTo>
                  <a:lnTo>
                    <a:pt x="4527080" y="4531601"/>
                  </a:lnTo>
                  <a:lnTo>
                    <a:pt x="4502353" y="4566729"/>
                  </a:lnTo>
                  <a:lnTo>
                    <a:pt x="4486834" y="4607585"/>
                  </a:lnTo>
                  <a:lnTo>
                    <a:pt x="4481461" y="4652238"/>
                  </a:lnTo>
                  <a:lnTo>
                    <a:pt x="4487977" y="4699470"/>
                  </a:lnTo>
                  <a:lnTo>
                    <a:pt x="4506747" y="4740262"/>
                  </a:lnTo>
                  <a:lnTo>
                    <a:pt x="4536579" y="4772279"/>
                  </a:lnTo>
                  <a:lnTo>
                    <a:pt x="4576318" y="4793208"/>
                  </a:lnTo>
                  <a:lnTo>
                    <a:pt x="4624743" y="4800701"/>
                  </a:lnTo>
                  <a:lnTo>
                    <a:pt x="4659300" y="4797158"/>
                  </a:lnTo>
                  <a:lnTo>
                    <a:pt x="4689970" y="4786909"/>
                  </a:lnTo>
                  <a:lnTo>
                    <a:pt x="4716589" y="4770501"/>
                  </a:lnTo>
                  <a:lnTo>
                    <a:pt x="4736681" y="4750727"/>
                  </a:lnTo>
                  <a:lnTo>
                    <a:pt x="4738979" y="4748479"/>
                  </a:lnTo>
                  <a:lnTo>
                    <a:pt x="4741037" y="4748479"/>
                  </a:lnTo>
                  <a:lnTo>
                    <a:pt x="4731804" y="4788801"/>
                  </a:lnTo>
                  <a:lnTo>
                    <a:pt x="4699241" y="4853203"/>
                  </a:lnTo>
                  <a:lnTo>
                    <a:pt x="4654829" y="4895215"/>
                  </a:lnTo>
                  <a:lnTo>
                    <a:pt x="4603547" y="4918735"/>
                  </a:lnTo>
                  <a:lnTo>
                    <a:pt x="4559820" y="4926127"/>
                  </a:lnTo>
                  <a:lnTo>
                    <a:pt x="4533646" y="4927447"/>
                  </a:lnTo>
                  <a:lnTo>
                    <a:pt x="4522533" y="4926876"/>
                  </a:lnTo>
                  <a:lnTo>
                    <a:pt x="4522533" y="4980597"/>
                  </a:lnTo>
                  <a:lnTo>
                    <a:pt x="4565624" y="4979098"/>
                  </a:lnTo>
                  <a:lnTo>
                    <a:pt x="4621758" y="4969294"/>
                  </a:lnTo>
                  <a:lnTo>
                    <a:pt x="4659071" y="4955845"/>
                  </a:lnTo>
                  <a:lnTo>
                    <a:pt x="4693564" y="4936655"/>
                  </a:lnTo>
                  <a:lnTo>
                    <a:pt x="4704893" y="4927447"/>
                  </a:lnTo>
                  <a:lnTo>
                    <a:pt x="4723993" y="4911928"/>
                  </a:lnTo>
                  <a:lnTo>
                    <a:pt x="4750981" y="4880711"/>
                  </a:lnTo>
                  <a:lnTo>
                    <a:pt x="4773981" y="4842522"/>
                  </a:lnTo>
                  <a:lnTo>
                    <a:pt x="4791824" y="4797158"/>
                  </a:lnTo>
                  <a:lnTo>
                    <a:pt x="4802492" y="4748479"/>
                  </a:lnTo>
                  <a:lnTo>
                    <a:pt x="4803368" y="4744491"/>
                  </a:lnTo>
                  <a:lnTo>
                    <a:pt x="4803457" y="4743132"/>
                  </a:lnTo>
                  <a:lnTo>
                    <a:pt x="4807470" y="4684280"/>
                  </a:lnTo>
                  <a:close/>
                </a:path>
                <a:path w="4817745" h="10208260">
                  <a:moveTo>
                    <a:pt x="4809058" y="7050303"/>
                  </a:moveTo>
                  <a:lnTo>
                    <a:pt x="4802086" y="6997624"/>
                  </a:lnTo>
                  <a:lnTo>
                    <a:pt x="4782286" y="6954215"/>
                  </a:lnTo>
                  <a:lnTo>
                    <a:pt x="4771555" y="6942874"/>
                  </a:lnTo>
                  <a:lnTo>
                    <a:pt x="4751349" y="6921487"/>
                  </a:lnTo>
                  <a:lnTo>
                    <a:pt x="4742675" y="6917055"/>
                  </a:lnTo>
                  <a:lnTo>
                    <a:pt x="4742675" y="7054050"/>
                  </a:lnTo>
                  <a:lnTo>
                    <a:pt x="4735830" y="7101510"/>
                  </a:lnTo>
                  <a:lnTo>
                    <a:pt x="4716513" y="7138276"/>
                  </a:lnTo>
                  <a:lnTo>
                    <a:pt x="4686579" y="7162038"/>
                  </a:lnTo>
                  <a:lnTo>
                    <a:pt x="4647857" y="7170471"/>
                  </a:lnTo>
                  <a:lnTo>
                    <a:pt x="4602442" y="7160006"/>
                  </a:lnTo>
                  <a:lnTo>
                    <a:pt x="4569345" y="7131012"/>
                  </a:lnTo>
                  <a:lnTo>
                    <a:pt x="4548848" y="7087044"/>
                  </a:lnTo>
                  <a:lnTo>
                    <a:pt x="4541215" y="7031660"/>
                  </a:lnTo>
                  <a:lnTo>
                    <a:pt x="4541748" y="7023113"/>
                  </a:lnTo>
                  <a:lnTo>
                    <a:pt x="4565320" y="6978447"/>
                  </a:lnTo>
                  <a:lnTo>
                    <a:pt x="4608817" y="6949592"/>
                  </a:lnTo>
                  <a:lnTo>
                    <a:pt x="4613795" y="6947255"/>
                  </a:lnTo>
                  <a:lnTo>
                    <a:pt x="4683760" y="6950481"/>
                  </a:lnTo>
                  <a:lnTo>
                    <a:pt x="4715307" y="6972427"/>
                  </a:lnTo>
                  <a:lnTo>
                    <a:pt x="4735538" y="7007390"/>
                  </a:lnTo>
                  <a:lnTo>
                    <a:pt x="4742675" y="7054050"/>
                  </a:lnTo>
                  <a:lnTo>
                    <a:pt x="4742675" y="6917055"/>
                  </a:lnTo>
                  <a:lnTo>
                    <a:pt x="4710976" y="6900824"/>
                  </a:lnTo>
                  <a:lnTo>
                    <a:pt x="4662843" y="6893623"/>
                  </a:lnTo>
                  <a:lnTo>
                    <a:pt x="4625111" y="6898056"/>
                  </a:lnTo>
                  <a:lnTo>
                    <a:pt x="4593069" y="6910006"/>
                  </a:lnTo>
                  <a:lnTo>
                    <a:pt x="4592929" y="6910006"/>
                  </a:lnTo>
                  <a:lnTo>
                    <a:pt x="4566170" y="6927913"/>
                  </a:lnTo>
                  <a:lnTo>
                    <a:pt x="4545685" y="6949592"/>
                  </a:lnTo>
                  <a:lnTo>
                    <a:pt x="4543425" y="6949592"/>
                  </a:lnTo>
                  <a:lnTo>
                    <a:pt x="4555375" y="6902653"/>
                  </a:lnTo>
                  <a:lnTo>
                    <a:pt x="4577956" y="6859359"/>
                  </a:lnTo>
                  <a:lnTo>
                    <a:pt x="4611433" y="6822300"/>
                  </a:lnTo>
                  <a:lnTo>
                    <a:pt x="4656036" y="6794055"/>
                  </a:lnTo>
                  <a:lnTo>
                    <a:pt x="4712030" y="6777202"/>
                  </a:lnTo>
                  <a:lnTo>
                    <a:pt x="4739589" y="6774218"/>
                  </a:lnTo>
                  <a:lnTo>
                    <a:pt x="4741342" y="6774218"/>
                  </a:lnTo>
                  <a:lnTo>
                    <a:pt x="4750486" y="6773939"/>
                  </a:lnTo>
                  <a:lnTo>
                    <a:pt x="4761217" y="6774218"/>
                  </a:lnTo>
                  <a:lnTo>
                    <a:pt x="4761217" y="6773939"/>
                  </a:lnTo>
                  <a:lnTo>
                    <a:pt x="4761217" y="6720459"/>
                  </a:lnTo>
                  <a:lnTo>
                    <a:pt x="4713516" y="6724205"/>
                  </a:lnTo>
                  <a:lnTo>
                    <a:pt x="4669167" y="6732994"/>
                  </a:lnTo>
                  <a:lnTo>
                    <a:pt x="4628134" y="6748005"/>
                  </a:lnTo>
                  <a:lnTo>
                    <a:pt x="4590999" y="6769036"/>
                  </a:lnTo>
                  <a:lnTo>
                    <a:pt x="4558309" y="6795884"/>
                  </a:lnTo>
                  <a:lnTo>
                    <a:pt x="4531474" y="6827774"/>
                  </a:lnTo>
                  <a:lnTo>
                    <a:pt x="4508843" y="6865925"/>
                  </a:lnTo>
                  <a:lnTo>
                    <a:pt x="4491444" y="6910006"/>
                  </a:lnTo>
                  <a:lnTo>
                    <a:pt x="4480280" y="6959562"/>
                  </a:lnTo>
                  <a:lnTo>
                    <a:pt x="4476318" y="7014464"/>
                  </a:lnTo>
                  <a:lnTo>
                    <a:pt x="4476394" y="7015416"/>
                  </a:lnTo>
                  <a:lnTo>
                    <a:pt x="4480382" y="7065645"/>
                  </a:lnTo>
                  <a:lnTo>
                    <a:pt x="4492193" y="7110628"/>
                  </a:lnTo>
                  <a:lnTo>
                    <a:pt x="4511192" y="7148804"/>
                  </a:lnTo>
                  <a:lnTo>
                    <a:pt x="4536821" y="7179564"/>
                  </a:lnTo>
                  <a:lnTo>
                    <a:pt x="4568507" y="7202297"/>
                  </a:lnTo>
                  <a:lnTo>
                    <a:pt x="4605706" y="7216381"/>
                  </a:lnTo>
                  <a:lnTo>
                    <a:pt x="4647857" y="7221207"/>
                  </a:lnTo>
                  <a:lnTo>
                    <a:pt x="4694771" y="7214717"/>
                  </a:lnTo>
                  <a:lnTo>
                    <a:pt x="4734420" y="7196633"/>
                  </a:lnTo>
                  <a:lnTo>
                    <a:pt x="4764595" y="7170471"/>
                  </a:lnTo>
                  <a:lnTo>
                    <a:pt x="4789652" y="7134072"/>
                  </a:lnTo>
                  <a:lnTo>
                    <a:pt x="4804105" y="7093788"/>
                  </a:lnTo>
                  <a:lnTo>
                    <a:pt x="4809058" y="7050303"/>
                  </a:lnTo>
                  <a:close/>
                </a:path>
                <a:path w="4817745" h="10208260">
                  <a:moveTo>
                    <a:pt x="4809058" y="5557075"/>
                  </a:moveTo>
                  <a:lnTo>
                    <a:pt x="4802086" y="5504370"/>
                  </a:lnTo>
                  <a:lnTo>
                    <a:pt x="4782286" y="5460962"/>
                  </a:lnTo>
                  <a:lnTo>
                    <a:pt x="4771529" y="5449595"/>
                  </a:lnTo>
                  <a:lnTo>
                    <a:pt x="4751349" y="5428234"/>
                  </a:lnTo>
                  <a:lnTo>
                    <a:pt x="4742675" y="5423801"/>
                  </a:lnTo>
                  <a:lnTo>
                    <a:pt x="4742675" y="5560771"/>
                  </a:lnTo>
                  <a:lnTo>
                    <a:pt x="4735830" y="5608231"/>
                  </a:lnTo>
                  <a:lnTo>
                    <a:pt x="4716513" y="5644997"/>
                  </a:lnTo>
                  <a:lnTo>
                    <a:pt x="4686579" y="5668759"/>
                  </a:lnTo>
                  <a:lnTo>
                    <a:pt x="4647857" y="5677192"/>
                  </a:lnTo>
                  <a:lnTo>
                    <a:pt x="4602442" y="5666727"/>
                  </a:lnTo>
                  <a:lnTo>
                    <a:pt x="4569345" y="5637733"/>
                  </a:lnTo>
                  <a:lnTo>
                    <a:pt x="4548848" y="5593778"/>
                  </a:lnTo>
                  <a:lnTo>
                    <a:pt x="4541215" y="5538432"/>
                  </a:lnTo>
                  <a:lnTo>
                    <a:pt x="4541748" y="5529872"/>
                  </a:lnTo>
                  <a:lnTo>
                    <a:pt x="4565320" y="5485168"/>
                  </a:lnTo>
                  <a:lnTo>
                    <a:pt x="4608817" y="5456313"/>
                  </a:lnTo>
                  <a:lnTo>
                    <a:pt x="4613795" y="5453977"/>
                  </a:lnTo>
                  <a:lnTo>
                    <a:pt x="4683760" y="5457202"/>
                  </a:lnTo>
                  <a:lnTo>
                    <a:pt x="4715307" y="5479161"/>
                  </a:lnTo>
                  <a:lnTo>
                    <a:pt x="4735538" y="5514124"/>
                  </a:lnTo>
                  <a:lnTo>
                    <a:pt x="4742675" y="5560771"/>
                  </a:lnTo>
                  <a:lnTo>
                    <a:pt x="4742675" y="5423801"/>
                  </a:lnTo>
                  <a:lnTo>
                    <a:pt x="4710976" y="5407584"/>
                  </a:lnTo>
                  <a:lnTo>
                    <a:pt x="4662843" y="5400383"/>
                  </a:lnTo>
                  <a:lnTo>
                    <a:pt x="4625111" y="5404828"/>
                  </a:lnTo>
                  <a:lnTo>
                    <a:pt x="4593056" y="5416766"/>
                  </a:lnTo>
                  <a:lnTo>
                    <a:pt x="4592929" y="5416766"/>
                  </a:lnTo>
                  <a:lnTo>
                    <a:pt x="4566170" y="5434660"/>
                  </a:lnTo>
                  <a:lnTo>
                    <a:pt x="4545685" y="5456313"/>
                  </a:lnTo>
                  <a:lnTo>
                    <a:pt x="4543425" y="5456313"/>
                  </a:lnTo>
                  <a:lnTo>
                    <a:pt x="4555375" y="5409374"/>
                  </a:lnTo>
                  <a:lnTo>
                    <a:pt x="4577956" y="5366080"/>
                  </a:lnTo>
                  <a:lnTo>
                    <a:pt x="4611433" y="5329021"/>
                  </a:lnTo>
                  <a:lnTo>
                    <a:pt x="4656036" y="5300789"/>
                  </a:lnTo>
                  <a:lnTo>
                    <a:pt x="4712030" y="5283974"/>
                  </a:lnTo>
                  <a:lnTo>
                    <a:pt x="4739360" y="5280990"/>
                  </a:lnTo>
                  <a:lnTo>
                    <a:pt x="4740732" y="5280990"/>
                  </a:lnTo>
                  <a:lnTo>
                    <a:pt x="4750486" y="5280685"/>
                  </a:lnTo>
                  <a:lnTo>
                    <a:pt x="4761217" y="5280990"/>
                  </a:lnTo>
                  <a:lnTo>
                    <a:pt x="4761217" y="5280685"/>
                  </a:lnTo>
                  <a:lnTo>
                    <a:pt x="4761217" y="5227180"/>
                  </a:lnTo>
                  <a:lnTo>
                    <a:pt x="4713516" y="5230977"/>
                  </a:lnTo>
                  <a:lnTo>
                    <a:pt x="4669167" y="5239740"/>
                  </a:lnTo>
                  <a:lnTo>
                    <a:pt x="4628134" y="5254752"/>
                  </a:lnTo>
                  <a:lnTo>
                    <a:pt x="4590999" y="5275783"/>
                  </a:lnTo>
                  <a:lnTo>
                    <a:pt x="4558309" y="5302605"/>
                  </a:lnTo>
                  <a:lnTo>
                    <a:pt x="4531474" y="5334520"/>
                  </a:lnTo>
                  <a:lnTo>
                    <a:pt x="4508843" y="5372684"/>
                  </a:lnTo>
                  <a:lnTo>
                    <a:pt x="4491444" y="5416766"/>
                  </a:lnTo>
                  <a:lnTo>
                    <a:pt x="4480293" y="5466283"/>
                  </a:lnTo>
                  <a:lnTo>
                    <a:pt x="4476318" y="5521223"/>
                  </a:lnTo>
                  <a:lnTo>
                    <a:pt x="4476394" y="5522163"/>
                  </a:lnTo>
                  <a:lnTo>
                    <a:pt x="4480382" y="5572391"/>
                  </a:lnTo>
                  <a:lnTo>
                    <a:pt x="4492193" y="5617362"/>
                  </a:lnTo>
                  <a:lnTo>
                    <a:pt x="4511192" y="5655538"/>
                  </a:lnTo>
                  <a:lnTo>
                    <a:pt x="4536821" y="5686285"/>
                  </a:lnTo>
                  <a:lnTo>
                    <a:pt x="4568507" y="5709018"/>
                  </a:lnTo>
                  <a:lnTo>
                    <a:pt x="4605706" y="5723102"/>
                  </a:lnTo>
                  <a:lnTo>
                    <a:pt x="4647857" y="5727928"/>
                  </a:lnTo>
                  <a:lnTo>
                    <a:pt x="4694771" y="5721439"/>
                  </a:lnTo>
                  <a:lnTo>
                    <a:pt x="4734420" y="5703367"/>
                  </a:lnTo>
                  <a:lnTo>
                    <a:pt x="4764621" y="5677192"/>
                  </a:lnTo>
                  <a:lnTo>
                    <a:pt x="4766234" y="5675795"/>
                  </a:lnTo>
                  <a:lnTo>
                    <a:pt x="4789652" y="5640832"/>
                  </a:lnTo>
                  <a:lnTo>
                    <a:pt x="4804105" y="5600560"/>
                  </a:lnTo>
                  <a:lnTo>
                    <a:pt x="4809058" y="5557075"/>
                  </a:lnTo>
                  <a:close/>
                </a:path>
                <a:path w="4817745" h="10208260">
                  <a:moveTo>
                    <a:pt x="4817173" y="1056386"/>
                  </a:moveTo>
                  <a:lnTo>
                    <a:pt x="4749304" y="1056386"/>
                  </a:lnTo>
                  <a:lnTo>
                    <a:pt x="4749304" y="818349"/>
                  </a:lnTo>
                  <a:lnTo>
                    <a:pt x="4749304" y="754875"/>
                  </a:lnTo>
                  <a:lnTo>
                    <a:pt x="4689640" y="754875"/>
                  </a:lnTo>
                  <a:lnTo>
                    <a:pt x="4689640" y="818349"/>
                  </a:lnTo>
                  <a:lnTo>
                    <a:pt x="4688687" y="837374"/>
                  </a:lnTo>
                  <a:lnTo>
                    <a:pt x="4687468" y="889939"/>
                  </a:lnTo>
                  <a:lnTo>
                    <a:pt x="4687430" y="1056386"/>
                  </a:lnTo>
                  <a:lnTo>
                    <a:pt x="4528439" y="1056386"/>
                  </a:lnTo>
                  <a:lnTo>
                    <a:pt x="4528439" y="1054849"/>
                  </a:lnTo>
                  <a:lnTo>
                    <a:pt x="4647133" y="889939"/>
                  </a:lnTo>
                  <a:lnTo>
                    <a:pt x="4656988" y="873315"/>
                  </a:lnTo>
                  <a:lnTo>
                    <a:pt x="4666729" y="856386"/>
                  </a:lnTo>
                  <a:lnTo>
                    <a:pt x="4676737" y="838352"/>
                  </a:lnTo>
                  <a:lnTo>
                    <a:pt x="4687430" y="818349"/>
                  </a:lnTo>
                  <a:lnTo>
                    <a:pt x="4689640" y="818349"/>
                  </a:lnTo>
                  <a:lnTo>
                    <a:pt x="4689640" y="754875"/>
                  </a:lnTo>
                  <a:lnTo>
                    <a:pt x="4678451" y="754875"/>
                  </a:lnTo>
                  <a:lnTo>
                    <a:pt x="4462056" y="1064602"/>
                  </a:lnTo>
                  <a:lnTo>
                    <a:pt x="4462056" y="1107846"/>
                  </a:lnTo>
                  <a:lnTo>
                    <a:pt x="4687430" y="1107846"/>
                  </a:lnTo>
                  <a:lnTo>
                    <a:pt x="4687430" y="1239926"/>
                  </a:lnTo>
                  <a:lnTo>
                    <a:pt x="4749304" y="1239926"/>
                  </a:lnTo>
                  <a:lnTo>
                    <a:pt x="4749304" y="1107846"/>
                  </a:lnTo>
                  <a:lnTo>
                    <a:pt x="4817173" y="1107846"/>
                  </a:lnTo>
                  <a:lnTo>
                    <a:pt x="4817173" y="1056386"/>
                  </a:lnTo>
                  <a:close/>
                </a:path>
              </a:pathLst>
            </a:custGeom>
            <a:solidFill>
              <a:srgbClr val="000000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584692" y="42544"/>
              <a:ext cx="4758055" cy="10208260"/>
            </a:xfrm>
            <a:custGeom>
              <a:avLst/>
              <a:gdLst/>
              <a:ahLst/>
              <a:cxnLst/>
              <a:rect l="l" t="t" r="r" b="b"/>
              <a:pathLst>
                <a:path w="4758054" h="10208260">
                  <a:moveTo>
                    <a:pt x="161925" y="8267"/>
                  </a:moveTo>
                  <a:lnTo>
                    <a:pt x="105968" y="8267"/>
                  </a:lnTo>
                  <a:lnTo>
                    <a:pt x="0" y="64960"/>
                  </a:lnTo>
                  <a:lnTo>
                    <a:pt x="12738" y="114884"/>
                  </a:lnTo>
                  <a:lnTo>
                    <a:pt x="97028" y="69519"/>
                  </a:lnTo>
                  <a:lnTo>
                    <a:pt x="98526" y="69519"/>
                  </a:lnTo>
                  <a:lnTo>
                    <a:pt x="98526" y="493255"/>
                  </a:lnTo>
                  <a:lnTo>
                    <a:pt x="161925" y="493255"/>
                  </a:lnTo>
                  <a:lnTo>
                    <a:pt x="161925" y="8267"/>
                  </a:lnTo>
                  <a:close/>
                </a:path>
                <a:path w="4758054" h="10208260">
                  <a:moveTo>
                    <a:pt x="1150874" y="10042055"/>
                  </a:moveTo>
                  <a:lnTo>
                    <a:pt x="1145387" y="9999853"/>
                  </a:lnTo>
                  <a:lnTo>
                    <a:pt x="1108392" y="9937483"/>
                  </a:lnTo>
                  <a:lnTo>
                    <a:pt x="1057846" y="9905809"/>
                  </a:lnTo>
                  <a:lnTo>
                    <a:pt x="1004925" y="9892919"/>
                  </a:lnTo>
                  <a:lnTo>
                    <a:pt x="977074" y="9891370"/>
                  </a:lnTo>
                  <a:lnTo>
                    <a:pt x="964907" y="9891611"/>
                  </a:lnTo>
                  <a:lnTo>
                    <a:pt x="954773" y="9892246"/>
                  </a:lnTo>
                  <a:lnTo>
                    <a:pt x="945883" y="9893198"/>
                  </a:lnTo>
                  <a:lnTo>
                    <a:pt x="937501" y="9894354"/>
                  </a:lnTo>
                  <a:lnTo>
                    <a:pt x="956183" y="9769716"/>
                  </a:lnTo>
                  <a:lnTo>
                    <a:pt x="1141222" y="9769716"/>
                  </a:lnTo>
                  <a:lnTo>
                    <a:pt x="1141222" y="9714370"/>
                  </a:lnTo>
                  <a:lnTo>
                    <a:pt x="909205" y="9714370"/>
                  </a:lnTo>
                  <a:lnTo>
                    <a:pt x="877836" y="9947250"/>
                  </a:lnTo>
                  <a:lnTo>
                    <a:pt x="892009" y="9945484"/>
                  </a:lnTo>
                  <a:lnTo>
                    <a:pt x="907783" y="9943808"/>
                  </a:lnTo>
                  <a:lnTo>
                    <a:pt x="925372" y="9942563"/>
                  </a:lnTo>
                  <a:lnTo>
                    <a:pt x="944994" y="9942068"/>
                  </a:lnTo>
                  <a:lnTo>
                    <a:pt x="1007592" y="9950044"/>
                  </a:lnTo>
                  <a:lnTo>
                    <a:pt x="1050823" y="9972281"/>
                  </a:lnTo>
                  <a:lnTo>
                    <a:pt x="1076007" y="10006266"/>
                  </a:lnTo>
                  <a:lnTo>
                    <a:pt x="1084491" y="10049446"/>
                  </a:lnTo>
                  <a:lnTo>
                    <a:pt x="1075245" y="10093300"/>
                  </a:lnTo>
                  <a:lnTo>
                    <a:pt x="1050277" y="10126447"/>
                  </a:lnTo>
                  <a:lnTo>
                    <a:pt x="1013675" y="10147414"/>
                  </a:lnTo>
                  <a:lnTo>
                    <a:pt x="969581" y="10154729"/>
                  </a:lnTo>
                  <a:lnTo>
                    <a:pt x="937653" y="10152202"/>
                  </a:lnTo>
                  <a:lnTo>
                    <a:pt x="908799" y="10145751"/>
                  </a:lnTo>
                  <a:lnTo>
                    <a:pt x="884402" y="10137089"/>
                  </a:lnTo>
                  <a:lnTo>
                    <a:pt x="865873" y="10127920"/>
                  </a:lnTo>
                  <a:lnTo>
                    <a:pt x="849503" y="10177882"/>
                  </a:lnTo>
                  <a:lnTo>
                    <a:pt x="870673" y="10188816"/>
                  </a:lnTo>
                  <a:lnTo>
                    <a:pt x="898728" y="10198392"/>
                  </a:lnTo>
                  <a:lnTo>
                    <a:pt x="932370" y="10205187"/>
                  </a:lnTo>
                  <a:lnTo>
                    <a:pt x="970356" y="10207765"/>
                  </a:lnTo>
                  <a:lnTo>
                    <a:pt x="1020254" y="10202075"/>
                  </a:lnTo>
                  <a:lnTo>
                    <a:pt x="1063904" y="10185857"/>
                  </a:lnTo>
                  <a:lnTo>
                    <a:pt x="1100061" y="10160444"/>
                  </a:lnTo>
                  <a:lnTo>
                    <a:pt x="1127442" y="10127132"/>
                  </a:lnTo>
                  <a:lnTo>
                    <a:pt x="1144803" y="10087229"/>
                  </a:lnTo>
                  <a:lnTo>
                    <a:pt x="1150874" y="10042055"/>
                  </a:lnTo>
                  <a:close/>
                </a:path>
                <a:path w="4758054" h="10208260">
                  <a:moveTo>
                    <a:pt x="1150874" y="1829130"/>
                  </a:moveTo>
                  <a:lnTo>
                    <a:pt x="1145387" y="1786902"/>
                  </a:lnTo>
                  <a:lnTo>
                    <a:pt x="1108392" y="1724533"/>
                  </a:lnTo>
                  <a:lnTo>
                    <a:pt x="1057846" y="1692897"/>
                  </a:lnTo>
                  <a:lnTo>
                    <a:pt x="1004925" y="1679968"/>
                  </a:lnTo>
                  <a:lnTo>
                    <a:pt x="977074" y="1678406"/>
                  </a:lnTo>
                  <a:lnTo>
                    <a:pt x="964907" y="1678660"/>
                  </a:lnTo>
                  <a:lnTo>
                    <a:pt x="954773" y="1679321"/>
                  </a:lnTo>
                  <a:lnTo>
                    <a:pt x="937501" y="1681391"/>
                  </a:lnTo>
                  <a:lnTo>
                    <a:pt x="956183" y="1556753"/>
                  </a:lnTo>
                  <a:lnTo>
                    <a:pt x="1141222" y="1556753"/>
                  </a:lnTo>
                  <a:lnTo>
                    <a:pt x="1141222" y="1501546"/>
                  </a:lnTo>
                  <a:lnTo>
                    <a:pt x="909205" y="1501546"/>
                  </a:lnTo>
                  <a:lnTo>
                    <a:pt x="877836" y="1734388"/>
                  </a:lnTo>
                  <a:lnTo>
                    <a:pt x="892009" y="1732610"/>
                  </a:lnTo>
                  <a:lnTo>
                    <a:pt x="907783" y="1730921"/>
                  </a:lnTo>
                  <a:lnTo>
                    <a:pt x="925372" y="1729651"/>
                  </a:lnTo>
                  <a:lnTo>
                    <a:pt x="944994" y="1729143"/>
                  </a:lnTo>
                  <a:lnTo>
                    <a:pt x="1007592" y="1737118"/>
                  </a:lnTo>
                  <a:lnTo>
                    <a:pt x="1050823" y="1759369"/>
                  </a:lnTo>
                  <a:lnTo>
                    <a:pt x="1076007" y="1793341"/>
                  </a:lnTo>
                  <a:lnTo>
                    <a:pt x="1084491" y="1836534"/>
                  </a:lnTo>
                  <a:lnTo>
                    <a:pt x="1075245" y="1880387"/>
                  </a:lnTo>
                  <a:lnTo>
                    <a:pt x="1050277" y="1913534"/>
                  </a:lnTo>
                  <a:lnTo>
                    <a:pt x="1013675" y="1934489"/>
                  </a:lnTo>
                  <a:lnTo>
                    <a:pt x="969581" y="1941804"/>
                  </a:lnTo>
                  <a:lnTo>
                    <a:pt x="937653" y="1939290"/>
                  </a:lnTo>
                  <a:lnTo>
                    <a:pt x="908799" y="1932851"/>
                  </a:lnTo>
                  <a:lnTo>
                    <a:pt x="884402" y="1924177"/>
                  </a:lnTo>
                  <a:lnTo>
                    <a:pt x="865873" y="1914944"/>
                  </a:lnTo>
                  <a:lnTo>
                    <a:pt x="849503" y="1964969"/>
                  </a:lnTo>
                  <a:lnTo>
                    <a:pt x="870673" y="1975878"/>
                  </a:lnTo>
                  <a:lnTo>
                    <a:pt x="898728" y="1985429"/>
                  </a:lnTo>
                  <a:lnTo>
                    <a:pt x="932370" y="1992185"/>
                  </a:lnTo>
                  <a:lnTo>
                    <a:pt x="970356" y="1994750"/>
                  </a:lnTo>
                  <a:lnTo>
                    <a:pt x="1020254" y="1989061"/>
                  </a:lnTo>
                  <a:lnTo>
                    <a:pt x="1063904" y="1972868"/>
                  </a:lnTo>
                  <a:lnTo>
                    <a:pt x="1100061" y="1947481"/>
                  </a:lnTo>
                  <a:lnTo>
                    <a:pt x="1127442" y="1914182"/>
                  </a:lnTo>
                  <a:lnTo>
                    <a:pt x="1144803" y="1874304"/>
                  </a:lnTo>
                  <a:lnTo>
                    <a:pt x="1150874" y="1829130"/>
                  </a:lnTo>
                  <a:close/>
                </a:path>
                <a:path w="4758054" h="10208260">
                  <a:moveTo>
                    <a:pt x="1150874" y="335953"/>
                  </a:moveTo>
                  <a:lnTo>
                    <a:pt x="1145387" y="293662"/>
                  </a:lnTo>
                  <a:lnTo>
                    <a:pt x="1108392" y="231216"/>
                  </a:lnTo>
                  <a:lnTo>
                    <a:pt x="1057846" y="199618"/>
                  </a:lnTo>
                  <a:lnTo>
                    <a:pt x="1004925" y="186702"/>
                  </a:lnTo>
                  <a:lnTo>
                    <a:pt x="977074" y="185127"/>
                  </a:lnTo>
                  <a:lnTo>
                    <a:pt x="964907" y="185381"/>
                  </a:lnTo>
                  <a:lnTo>
                    <a:pt x="954773" y="186055"/>
                  </a:lnTo>
                  <a:lnTo>
                    <a:pt x="937501" y="188112"/>
                  </a:lnTo>
                  <a:lnTo>
                    <a:pt x="956183" y="63474"/>
                  </a:lnTo>
                  <a:lnTo>
                    <a:pt x="1141222" y="63474"/>
                  </a:lnTo>
                  <a:lnTo>
                    <a:pt x="1141222" y="8267"/>
                  </a:lnTo>
                  <a:lnTo>
                    <a:pt x="909205" y="8267"/>
                  </a:lnTo>
                  <a:lnTo>
                    <a:pt x="877836" y="241109"/>
                  </a:lnTo>
                  <a:lnTo>
                    <a:pt x="907783" y="237629"/>
                  </a:lnTo>
                  <a:lnTo>
                    <a:pt x="925372" y="236334"/>
                  </a:lnTo>
                  <a:lnTo>
                    <a:pt x="1007592" y="243801"/>
                  </a:lnTo>
                  <a:lnTo>
                    <a:pt x="1050823" y="266052"/>
                  </a:lnTo>
                  <a:lnTo>
                    <a:pt x="1076007" y="300050"/>
                  </a:lnTo>
                  <a:lnTo>
                    <a:pt x="1084491" y="343306"/>
                  </a:lnTo>
                  <a:lnTo>
                    <a:pt x="1075245" y="387146"/>
                  </a:lnTo>
                  <a:lnTo>
                    <a:pt x="1050277" y="420255"/>
                  </a:lnTo>
                  <a:lnTo>
                    <a:pt x="1013675" y="441185"/>
                  </a:lnTo>
                  <a:lnTo>
                    <a:pt x="969581" y="448475"/>
                  </a:lnTo>
                  <a:lnTo>
                    <a:pt x="937653" y="445960"/>
                  </a:lnTo>
                  <a:lnTo>
                    <a:pt x="908799" y="439547"/>
                  </a:lnTo>
                  <a:lnTo>
                    <a:pt x="884402" y="430885"/>
                  </a:lnTo>
                  <a:lnTo>
                    <a:pt x="865873" y="421665"/>
                  </a:lnTo>
                  <a:lnTo>
                    <a:pt x="849503" y="471728"/>
                  </a:lnTo>
                  <a:lnTo>
                    <a:pt x="870673" y="482663"/>
                  </a:lnTo>
                  <a:lnTo>
                    <a:pt x="898728" y="492188"/>
                  </a:lnTo>
                  <a:lnTo>
                    <a:pt x="932370" y="498919"/>
                  </a:lnTo>
                  <a:lnTo>
                    <a:pt x="970356" y="501472"/>
                  </a:lnTo>
                  <a:lnTo>
                    <a:pt x="1020254" y="495795"/>
                  </a:lnTo>
                  <a:lnTo>
                    <a:pt x="1063904" y="479602"/>
                  </a:lnTo>
                  <a:lnTo>
                    <a:pt x="1100061" y="454228"/>
                  </a:lnTo>
                  <a:lnTo>
                    <a:pt x="1127442" y="420954"/>
                  </a:lnTo>
                  <a:lnTo>
                    <a:pt x="1144803" y="381101"/>
                  </a:lnTo>
                  <a:lnTo>
                    <a:pt x="1150874" y="335953"/>
                  </a:lnTo>
                  <a:close/>
                </a:path>
                <a:path w="4758054" h="10208260">
                  <a:moveTo>
                    <a:pt x="1152359" y="9315564"/>
                  </a:moveTo>
                  <a:lnTo>
                    <a:pt x="1143850" y="9269133"/>
                  </a:lnTo>
                  <a:lnTo>
                    <a:pt x="1120660" y="9232278"/>
                  </a:lnTo>
                  <a:lnTo>
                    <a:pt x="1086281" y="9205912"/>
                  </a:lnTo>
                  <a:lnTo>
                    <a:pt x="1044181" y="9190926"/>
                  </a:lnTo>
                  <a:lnTo>
                    <a:pt x="1044181" y="9189491"/>
                  </a:lnTo>
                  <a:lnTo>
                    <a:pt x="1083360" y="9169552"/>
                  </a:lnTo>
                  <a:lnTo>
                    <a:pt x="1111338" y="9143035"/>
                  </a:lnTo>
                  <a:lnTo>
                    <a:pt x="1128128" y="9111209"/>
                  </a:lnTo>
                  <a:lnTo>
                    <a:pt x="1133716" y="9075331"/>
                  </a:lnTo>
                  <a:lnTo>
                    <a:pt x="1125474" y="9032354"/>
                  </a:lnTo>
                  <a:lnTo>
                    <a:pt x="1100150" y="8995359"/>
                  </a:lnTo>
                  <a:lnTo>
                    <a:pt x="1056919" y="8969413"/>
                  </a:lnTo>
                  <a:lnTo>
                    <a:pt x="994943" y="8959634"/>
                  </a:lnTo>
                  <a:lnTo>
                    <a:pt x="956678" y="8962834"/>
                  </a:lnTo>
                  <a:lnTo>
                    <a:pt x="921473" y="8971280"/>
                  </a:lnTo>
                  <a:lnTo>
                    <a:pt x="891311" y="8983231"/>
                  </a:lnTo>
                  <a:lnTo>
                    <a:pt x="868133" y="8996921"/>
                  </a:lnTo>
                  <a:lnTo>
                    <a:pt x="885291" y="9044673"/>
                  </a:lnTo>
                  <a:lnTo>
                    <a:pt x="903808" y="9033370"/>
                  </a:lnTo>
                  <a:lnTo>
                    <a:pt x="927074" y="9023045"/>
                  </a:lnTo>
                  <a:lnTo>
                    <a:pt x="953693" y="9015501"/>
                  </a:lnTo>
                  <a:lnTo>
                    <a:pt x="982268" y="9012580"/>
                  </a:lnTo>
                  <a:lnTo>
                    <a:pt x="1021054" y="9018549"/>
                  </a:lnTo>
                  <a:lnTo>
                    <a:pt x="1047457" y="9034615"/>
                  </a:lnTo>
                  <a:lnTo>
                    <a:pt x="1062545" y="9057945"/>
                  </a:lnTo>
                  <a:lnTo>
                    <a:pt x="1067333" y="9085758"/>
                  </a:lnTo>
                  <a:lnTo>
                    <a:pt x="1057148" y="9122804"/>
                  </a:lnTo>
                  <a:lnTo>
                    <a:pt x="1031151" y="9148343"/>
                  </a:lnTo>
                  <a:lnTo>
                    <a:pt x="996213" y="9163113"/>
                  </a:lnTo>
                  <a:lnTo>
                    <a:pt x="959167" y="9167863"/>
                  </a:lnTo>
                  <a:lnTo>
                    <a:pt x="922604" y="9167863"/>
                  </a:lnTo>
                  <a:lnTo>
                    <a:pt x="922604" y="9217076"/>
                  </a:lnTo>
                  <a:lnTo>
                    <a:pt x="959167" y="9217076"/>
                  </a:lnTo>
                  <a:lnTo>
                    <a:pt x="1005382" y="9222676"/>
                  </a:lnTo>
                  <a:lnTo>
                    <a:pt x="1045311" y="9240114"/>
                  </a:lnTo>
                  <a:lnTo>
                    <a:pt x="1073492" y="9270276"/>
                  </a:lnTo>
                  <a:lnTo>
                    <a:pt x="1084491" y="9314078"/>
                  </a:lnTo>
                  <a:lnTo>
                    <a:pt x="1079512" y="9345778"/>
                  </a:lnTo>
                  <a:lnTo>
                    <a:pt x="1061542" y="9376207"/>
                  </a:lnTo>
                  <a:lnTo>
                    <a:pt x="1027620" y="9399079"/>
                  </a:lnTo>
                  <a:lnTo>
                    <a:pt x="974826" y="9408109"/>
                  </a:lnTo>
                  <a:lnTo>
                    <a:pt x="941476" y="9404998"/>
                  </a:lnTo>
                  <a:lnTo>
                    <a:pt x="911047" y="9397276"/>
                  </a:lnTo>
                  <a:lnTo>
                    <a:pt x="885647" y="9387332"/>
                  </a:lnTo>
                  <a:lnTo>
                    <a:pt x="867371" y="9377553"/>
                  </a:lnTo>
                  <a:lnTo>
                    <a:pt x="849503" y="9428289"/>
                  </a:lnTo>
                  <a:lnTo>
                    <a:pt x="871613" y="9439999"/>
                  </a:lnTo>
                  <a:lnTo>
                    <a:pt x="901065" y="9450553"/>
                  </a:lnTo>
                  <a:lnTo>
                    <a:pt x="936269" y="9458173"/>
                  </a:lnTo>
                  <a:lnTo>
                    <a:pt x="975588" y="9461106"/>
                  </a:lnTo>
                  <a:lnTo>
                    <a:pt x="1029081" y="9455709"/>
                  </a:lnTo>
                  <a:lnTo>
                    <a:pt x="1073124" y="9440621"/>
                  </a:lnTo>
                  <a:lnTo>
                    <a:pt x="1107605" y="9417431"/>
                  </a:lnTo>
                  <a:lnTo>
                    <a:pt x="1132382" y="9387789"/>
                  </a:lnTo>
                  <a:lnTo>
                    <a:pt x="1147343" y="9353296"/>
                  </a:lnTo>
                  <a:lnTo>
                    <a:pt x="1152359" y="9315564"/>
                  </a:lnTo>
                  <a:close/>
                </a:path>
                <a:path w="4758054" h="10208260">
                  <a:moveTo>
                    <a:pt x="1152359" y="2595880"/>
                  </a:moveTo>
                  <a:lnTo>
                    <a:pt x="1143850" y="2549474"/>
                  </a:lnTo>
                  <a:lnTo>
                    <a:pt x="1120660" y="2512606"/>
                  </a:lnTo>
                  <a:lnTo>
                    <a:pt x="1086281" y="2486228"/>
                  </a:lnTo>
                  <a:lnTo>
                    <a:pt x="1044181" y="2471242"/>
                  </a:lnTo>
                  <a:lnTo>
                    <a:pt x="1044181" y="2469807"/>
                  </a:lnTo>
                  <a:lnTo>
                    <a:pt x="1083360" y="2449880"/>
                  </a:lnTo>
                  <a:lnTo>
                    <a:pt x="1111338" y="2423376"/>
                  </a:lnTo>
                  <a:lnTo>
                    <a:pt x="1128128" y="2391537"/>
                  </a:lnTo>
                  <a:lnTo>
                    <a:pt x="1133716" y="2355646"/>
                  </a:lnTo>
                  <a:lnTo>
                    <a:pt x="1125474" y="2312670"/>
                  </a:lnTo>
                  <a:lnTo>
                    <a:pt x="1100150" y="2275662"/>
                  </a:lnTo>
                  <a:lnTo>
                    <a:pt x="1056919" y="2249728"/>
                  </a:lnTo>
                  <a:lnTo>
                    <a:pt x="994943" y="2239949"/>
                  </a:lnTo>
                  <a:lnTo>
                    <a:pt x="956678" y="2243150"/>
                  </a:lnTo>
                  <a:lnTo>
                    <a:pt x="921473" y="2251595"/>
                  </a:lnTo>
                  <a:lnTo>
                    <a:pt x="891311" y="2263559"/>
                  </a:lnTo>
                  <a:lnTo>
                    <a:pt x="868133" y="2277275"/>
                  </a:lnTo>
                  <a:lnTo>
                    <a:pt x="885291" y="2324989"/>
                  </a:lnTo>
                  <a:lnTo>
                    <a:pt x="903808" y="2313724"/>
                  </a:lnTo>
                  <a:lnTo>
                    <a:pt x="927074" y="2303399"/>
                  </a:lnTo>
                  <a:lnTo>
                    <a:pt x="953693" y="2295855"/>
                  </a:lnTo>
                  <a:lnTo>
                    <a:pt x="982268" y="2292947"/>
                  </a:lnTo>
                  <a:lnTo>
                    <a:pt x="1021054" y="2298903"/>
                  </a:lnTo>
                  <a:lnTo>
                    <a:pt x="1047457" y="2314943"/>
                  </a:lnTo>
                  <a:lnTo>
                    <a:pt x="1062545" y="2338260"/>
                  </a:lnTo>
                  <a:lnTo>
                    <a:pt x="1067333" y="2366073"/>
                  </a:lnTo>
                  <a:lnTo>
                    <a:pt x="1057148" y="2403144"/>
                  </a:lnTo>
                  <a:lnTo>
                    <a:pt x="1031151" y="2428671"/>
                  </a:lnTo>
                  <a:lnTo>
                    <a:pt x="996213" y="2443429"/>
                  </a:lnTo>
                  <a:lnTo>
                    <a:pt x="959167" y="2448179"/>
                  </a:lnTo>
                  <a:lnTo>
                    <a:pt x="922604" y="2448179"/>
                  </a:lnTo>
                  <a:lnTo>
                    <a:pt x="922604" y="2497378"/>
                  </a:lnTo>
                  <a:lnTo>
                    <a:pt x="959167" y="2497378"/>
                  </a:lnTo>
                  <a:lnTo>
                    <a:pt x="1005382" y="2502992"/>
                  </a:lnTo>
                  <a:lnTo>
                    <a:pt x="1045311" y="2520429"/>
                  </a:lnTo>
                  <a:lnTo>
                    <a:pt x="1073492" y="2550617"/>
                  </a:lnTo>
                  <a:lnTo>
                    <a:pt x="1084491" y="2594445"/>
                  </a:lnTo>
                  <a:lnTo>
                    <a:pt x="1079512" y="2626118"/>
                  </a:lnTo>
                  <a:lnTo>
                    <a:pt x="1061542" y="2656535"/>
                  </a:lnTo>
                  <a:lnTo>
                    <a:pt x="1027620" y="2679395"/>
                  </a:lnTo>
                  <a:lnTo>
                    <a:pt x="974826" y="2688425"/>
                  </a:lnTo>
                  <a:lnTo>
                    <a:pt x="941476" y="2685326"/>
                  </a:lnTo>
                  <a:lnTo>
                    <a:pt x="911047" y="2677617"/>
                  </a:lnTo>
                  <a:lnTo>
                    <a:pt x="885647" y="2667660"/>
                  </a:lnTo>
                  <a:lnTo>
                    <a:pt x="867371" y="2657868"/>
                  </a:lnTo>
                  <a:lnTo>
                    <a:pt x="849503" y="2708605"/>
                  </a:lnTo>
                  <a:lnTo>
                    <a:pt x="871613" y="2720340"/>
                  </a:lnTo>
                  <a:lnTo>
                    <a:pt x="901065" y="2730881"/>
                  </a:lnTo>
                  <a:lnTo>
                    <a:pt x="936269" y="2738501"/>
                  </a:lnTo>
                  <a:lnTo>
                    <a:pt x="975588" y="2741422"/>
                  </a:lnTo>
                  <a:lnTo>
                    <a:pt x="1029081" y="2736024"/>
                  </a:lnTo>
                  <a:lnTo>
                    <a:pt x="1073124" y="2720937"/>
                  </a:lnTo>
                  <a:lnTo>
                    <a:pt x="1107605" y="2697746"/>
                  </a:lnTo>
                  <a:lnTo>
                    <a:pt x="1132382" y="2668105"/>
                  </a:lnTo>
                  <a:lnTo>
                    <a:pt x="1147343" y="2633611"/>
                  </a:lnTo>
                  <a:lnTo>
                    <a:pt x="1152359" y="2595880"/>
                  </a:lnTo>
                  <a:close/>
                </a:path>
                <a:path w="4758054" h="10208260">
                  <a:moveTo>
                    <a:pt x="1161338" y="3425329"/>
                  </a:moveTo>
                  <a:lnTo>
                    <a:pt x="943508" y="3425329"/>
                  </a:lnTo>
                  <a:lnTo>
                    <a:pt x="943508" y="3423894"/>
                  </a:lnTo>
                  <a:lnTo>
                    <a:pt x="982268" y="3388042"/>
                  </a:lnTo>
                  <a:lnTo>
                    <a:pt x="1030135" y="3340773"/>
                  </a:lnTo>
                  <a:lnTo>
                    <a:pt x="1071029" y="3296640"/>
                  </a:lnTo>
                  <a:lnTo>
                    <a:pt x="1104150" y="3254464"/>
                  </a:lnTo>
                  <a:lnTo>
                    <a:pt x="1128776" y="3213023"/>
                  </a:lnTo>
                  <a:lnTo>
                    <a:pt x="1144104" y="3171126"/>
                  </a:lnTo>
                  <a:lnTo>
                    <a:pt x="1149375" y="3127578"/>
                  </a:lnTo>
                  <a:lnTo>
                    <a:pt x="1143965" y="3086277"/>
                  </a:lnTo>
                  <a:lnTo>
                    <a:pt x="1127213" y="3047974"/>
                  </a:lnTo>
                  <a:lnTo>
                    <a:pt x="1098308" y="3016212"/>
                  </a:lnTo>
                  <a:lnTo>
                    <a:pt x="1056487" y="2994571"/>
                  </a:lnTo>
                  <a:lnTo>
                    <a:pt x="1000950" y="2986557"/>
                  </a:lnTo>
                  <a:lnTo>
                    <a:pt x="960615" y="2990265"/>
                  </a:lnTo>
                  <a:lnTo>
                    <a:pt x="923912" y="3000565"/>
                  </a:lnTo>
                  <a:lnTo>
                    <a:pt x="891413" y="3016173"/>
                  </a:lnTo>
                  <a:lnTo>
                    <a:pt x="863676" y="3035858"/>
                  </a:lnTo>
                  <a:lnTo>
                    <a:pt x="884567" y="3082074"/>
                  </a:lnTo>
                  <a:lnTo>
                    <a:pt x="903909" y="3067812"/>
                  </a:lnTo>
                  <a:lnTo>
                    <a:pt x="927925" y="3054591"/>
                  </a:lnTo>
                  <a:lnTo>
                    <a:pt x="956005" y="3044875"/>
                  </a:lnTo>
                  <a:lnTo>
                    <a:pt x="987501" y="3041091"/>
                  </a:lnTo>
                  <a:lnTo>
                    <a:pt x="1033056" y="3048978"/>
                  </a:lnTo>
                  <a:lnTo>
                    <a:pt x="1062736" y="3069996"/>
                  </a:lnTo>
                  <a:lnTo>
                    <a:pt x="1078852" y="3100247"/>
                  </a:lnTo>
                  <a:lnTo>
                    <a:pt x="1083716" y="3135795"/>
                  </a:lnTo>
                  <a:lnTo>
                    <a:pt x="1078699" y="3171812"/>
                  </a:lnTo>
                  <a:lnTo>
                    <a:pt x="1064120" y="3207918"/>
                  </a:lnTo>
                  <a:lnTo>
                    <a:pt x="1039622" y="3245904"/>
                  </a:lnTo>
                  <a:lnTo>
                    <a:pt x="1004874" y="3287636"/>
                  </a:lnTo>
                  <a:lnTo>
                    <a:pt x="959523" y="3334905"/>
                  </a:lnTo>
                  <a:lnTo>
                    <a:pt x="851712" y="3439553"/>
                  </a:lnTo>
                  <a:lnTo>
                    <a:pt x="851712" y="3479825"/>
                  </a:lnTo>
                  <a:lnTo>
                    <a:pt x="1161338" y="3479825"/>
                  </a:lnTo>
                  <a:lnTo>
                    <a:pt x="1161338" y="3425329"/>
                  </a:lnTo>
                  <a:close/>
                </a:path>
                <a:path w="4758054" h="10208260">
                  <a:moveTo>
                    <a:pt x="1173251" y="8573427"/>
                  </a:moveTo>
                  <a:lnTo>
                    <a:pt x="1166482" y="8532317"/>
                  </a:lnTo>
                  <a:lnTo>
                    <a:pt x="1147064" y="8497595"/>
                  </a:lnTo>
                  <a:lnTo>
                    <a:pt x="1116317" y="8469439"/>
                  </a:lnTo>
                  <a:lnTo>
                    <a:pt x="1106868" y="8464486"/>
                  </a:lnTo>
                  <a:lnTo>
                    <a:pt x="1106868" y="8580095"/>
                  </a:lnTo>
                  <a:lnTo>
                    <a:pt x="1100010" y="8614727"/>
                  </a:lnTo>
                  <a:lnTo>
                    <a:pt x="1080477" y="8642147"/>
                  </a:lnTo>
                  <a:lnTo>
                    <a:pt x="1049909" y="8660193"/>
                  </a:lnTo>
                  <a:lnTo>
                    <a:pt x="1009891" y="8666683"/>
                  </a:lnTo>
                  <a:lnTo>
                    <a:pt x="968298" y="8659152"/>
                  </a:lnTo>
                  <a:lnTo>
                    <a:pt x="937348" y="8638896"/>
                  </a:lnTo>
                  <a:lnTo>
                    <a:pt x="918425" y="8609393"/>
                  </a:lnTo>
                  <a:lnTo>
                    <a:pt x="912901" y="8574138"/>
                  </a:lnTo>
                  <a:lnTo>
                    <a:pt x="913028" y="8573427"/>
                  </a:lnTo>
                  <a:lnTo>
                    <a:pt x="918591" y="8541309"/>
                  </a:lnTo>
                  <a:lnTo>
                    <a:pt x="935291" y="8512988"/>
                  </a:lnTo>
                  <a:lnTo>
                    <a:pt x="962634" y="8490229"/>
                  </a:lnTo>
                  <a:lnTo>
                    <a:pt x="1000188" y="8474202"/>
                  </a:lnTo>
                  <a:lnTo>
                    <a:pt x="1044295" y="8490229"/>
                  </a:lnTo>
                  <a:lnTo>
                    <a:pt x="1078153" y="8512035"/>
                  </a:lnTo>
                  <a:lnTo>
                    <a:pt x="1099439" y="8541309"/>
                  </a:lnTo>
                  <a:lnTo>
                    <a:pt x="1106868" y="8580095"/>
                  </a:lnTo>
                  <a:lnTo>
                    <a:pt x="1106868" y="8464486"/>
                  </a:lnTo>
                  <a:lnTo>
                    <a:pt x="1075550" y="8448065"/>
                  </a:lnTo>
                  <a:lnTo>
                    <a:pt x="1075550" y="8445805"/>
                  </a:lnTo>
                  <a:lnTo>
                    <a:pt x="1104900" y="8427161"/>
                  </a:lnTo>
                  <a:lnTo>
                    <a:pt x="1113193" y="8421903"/>
                  </a:lnTo>
                  <a:lnTo>
                    <a:pt x="1137818" y="8393862"/>
                  </a:lnTo>
                  <a:lnTo>
                    <a:pt x="1151255" y="8363458"/>
                  </a:lnTo>
                  <a:lnTo>
                    <a:pt x="1155331" y="8332419"/>
                  </a:lnTo>
                  <a:lnTo>
                    <a:pt x="1149705" y="8296770"/>
                  </a:lnTo>
                  <a:lnTo>
                    <a:pt x="1132789" y="8264258"/>
                  </a:lnTo>
                  <a:lnTo>
                    <a:pt x="1128293" y="8260004"/>
                  </a:lnTo>
                  <a:lnTo>
                    <a:pt x="1104595" y="8237626"/>
                  </a:lnTo>
                  <a:lnTo>
                    <a:pt x="1092695" y="8232203"/>
                  </a:lnTo>
                  <a:lnTo>
                    <a:pt x="1092695" y="8339137"/>
                  </a:lnTo>
                  <a:lnTo>
                    <a:pt x="1087031" y="8369440"/>
                  </a:lnTo>
                  <a:lnTo>
                    <a:pt x="1071435" y="8394306"/>
                  </a:lnTo>
                  <a:lnTo>
                    <a:pt x="1047991" y="8413597"/>
                  </a:lnTo>
                  <a:lnTo>
                    <a:pt x="1018819" y="8427161"/>
                  </a:lnTo>
                  <a:lnTo>
                    <a:pt x="980643" y="8413597"/>
                  </a:lnTo>
                  <a:lnTo>
                    <a:pt x="951623" y="8394954"/>
                  </a:lnTo>
                  <a:lnTo>
                    <a:pt x="932942" y="8369948"/>
                  </a:lnTo>
                  <a:lnTo>
                    <a:pt x="932840" y="8369440"/>
                  </a:lnTo>
                  <a:lnTo>
                    <a:pt x="926350" y="8337601"/>
                  </a:lnTo>
                  <a:lnTo>
                    <a:pt x="931862" y="8307845"/>
                  </a:lnTo>
                  <a:lnTo>
                    <a:pt x="948080" y="8283130"/>
                  </a:lnTo>
                  <a:lnTo>
                    <a:pt x="974509" y="8266252"/>
                  </a:lnTo>
                  <a:lnTo>
                    <a:pt x="1010653" y="8260004"/>
                  </a:lnTo>
                  <a:lnTo>
                    <a:pt x="1048346" y="8266912"/>
                  </a:lnTo>
                  <a:lnTo>
                    <a:pt x="1073785" y="8285010"/>
                  </a:lnTo>
                  <a:lnTo>
                    <a:pt x="1088174" y="8310397"/>
                  </a:lnTo>
                  <a:lnTo>
                    <a:pt x="1092695" y="8339137"/>
                  </a:lnTo>
                  <a:lnTo>
                    <a:pt x="1092695" y="8232203"/>
                  </a:lnTo>
                  <a:lnTo>
                    <a:pt x="1065110" y="8219630"/>
                  </a:lnTo>
                  <a:lnTo>
                    <a:pt x="1014361" y="8213014"/>
                  </a:lnTo>
                  <a:lnTo>
                    <a:pt x="966114" y="8219059"/>
                  </a:lnTo>
                  <a:lnTo>
                    <a:pt x="924839" y="8236318"/>
                  </a:lnTo>
                  <a:lnTo>
                    <a:pt x="892695" y="8263458"/>
                  </a:lnTo>
                  <a:lnTo>
                    <a:pt x="871829" y="8299170"/>
                  </a:lnTo>
                  <a:lnTo>
                    <a:pt x="864387" y="8342122"/>
                  </a:lnTo>
                  <a:lnTo>
                    <a:pt x="868845" y="8373211"/>
                  </a:lnTo>
                  <a:lnTo>
                    <a:pt x="882675" y="8402739"/>
                  </a:lnTo>
                  <a:lnTo>
                    <a:pt x="906576" y="8429193"/>
                  </a:lnTo>
                  <a:lnTo>
                    <a:pt x="941247" y="8451037"/>
                  </a:lnTo>
                  <a:lnTo>
                    <a:pt x="941971" y="8453298"/>
                  </a:lnTo>
                  <a:lnTo>
                    <a:pt x="901763" y="8475662"/>
                  </a:lnTo>
                  <a:lnTo>
                    <a:pt x="871486" y="8504771"/>
                  </a:lnTo>
                  <a:lnTo>
                    <a:pt x="852398" y="8540598"/>
                  </a:lnTo>
                  <a:lnTo>
                    <a:pt x="845756" y="8583130"/>
                  </a:lnTo>
                  <a:lnTo>
                    <a:pt x="852932" y="8623998"/>
                  </a:lnTo>
                  <a:lnTo>
                    <a:pt x="873785" y="8659965"/>
                  </a:lnTo>
                  <a:lnTo>
                    <a:pt x="907326" y="8688629"/>
                  </a:lnTo>
                  <a:lnTo>
                    <a:pt x="952525" y="8707590"/>
                  </a:lnTo>
                  <a:lnTo>
                    <a:pt x="1008405" y="8714448"/>
                  </a:lnTo>
                  <a:lnTo>
                    <a:pt x="1061072" y="8707869"/>
                  </a:lnTo>
                  <a:lnTo>
                    <a:pt x="1106398" y="8689086"/>
                  </a:lnTo>
                  <a:lnTo>
                    <a:pt x="1133246" y="8666683"/>
                  </a:lnTo>
                  <a:lnTo>
                    <a:pt x="1141869" y="8659482"/>
                  </a:lnTo>
                  <a:lnTo>
                    <a:pt x="1164996" y="8620468"/>
                  </a:lnTo>
                  <a:lnTo>
                    <a:pt x="1173251" y="8573427"/>
                  </a:lnTo>
                  <a:close/>
                </a:path>
                <a:path w="4758054" h="10208260">
                  <a:moveTo>
                    <a:pt x="1173251" y="7826807"/>
                  </a:moveTo>
                  <a:lnTo>
                    <a:pt x="1166482" y="7785709"/>
                  </a:lnTo>
                  <a:lnTo>
                    <a:pt x="1147064" y="7750975"/>
                  </a:lnTo>
                  <a:lnTo>
                    <a:pt x="1116317" y="7722819"/>
                  </a:lnTo>
                  <a:lnTo>
                    <a:pt x="1106868" y="7717866"/>
                  </a:lnTo>
                  <a:lnTo>
                    <a:pt x="1106868" y="7833487"/>
                  </a:lnTo>
                  <a:lnTo>
                    <a:pt x="1100010" y="7868120"/>
                  </a:lnTo>
                  <a:lnTo>
                    <a:pt x="1080477" y="7895526"/>
                  </a:lnTo>
                  <a:lnTo>
                    <a:pt x="1049909" y="7913573"/>
                  </a:lnTo>
                  <a:lnTo>
                    <a:pt x="1009891" y="7920063"/>
                  </a:lnTo>
                  <a:lnTo>
                    <a:pt x="968298" y="7912544"/>
                  </a:lnTo>
                  <a:lnTo>
                    <a:pt x="937348" y="7892288"/>
                  </a:lnTo>
                  <a:lnTo>
                    <a:pt x="918425" y="7862786"/>
                  </a:lnTo>
                  <a:lnTo>
                    <a:pt x="912901" y="7827531"/>
                  </a:lnTo>
                  <a:lnTo>
                    <a:pt x="913028" y="7826807"/>
                  </a:lnTo>
                  <a:lnTo>
                    <a:pt x="918591" y="7794688"/>
                  </a:lnTo>
                  <a:lnTo>
                    <a:pt x="935291" y="7766367"/>
                  </a:lnTo>
                  <a:lnTo>
                    <a:pt x="962634" y="7743609"/>
                  </a:lnTo>
                  <a:lnTo>
                    <a:pt x="1000188" y="7727582"/>
                  </a:lnTo>
                  <a:lnTo>
                    <a:pt x="1044295" y="7743609"/>
                  </a:lnTo>
                  <a:lnTo>
                    <a:pt x="1078153" y="7765415"/>
                  </a:lnTo>
                  <a:lnTo>
                    <a:pt x="1099439" y="7794688"/>
                  </a:lnTo>
                  <a:lnTo>
                    <a:pt x="1106868" y="7833487"/>
                  </a:lnTo>
                  <a:lnTo>
                    <a:pt x="1106868" y="7717866"/>
                  </a:lnTo>
                  <a:lnTo>
                    <a:pt x="1075550" y="7701445"/>
                  </a:lnTo>
                  <a:lnTo>
                    <a:pt x="1075550" y="7699184"/>
                  </a:lnTo>
                  <a:lnTo>
                    <a:pt x="1104900" y="7680553"/>
                  </a:lnTo>
                  <a:lnTo>
                    <a:pt x="1113193" y="7675283"/>
                  </a:lnTo>
                  <a:lnTo>
                    <a:pt x="1137818" y="7647241"/>
                  </a:lnTo>
                  <a:lnTo>
                    <a:pt x="1151255" y="7616825"/>
                  </a:lnTo>
                  <a:lnTo>
                    <a:pt x="1155331" y="7585748"/>
                  </a:lnTo>
                  <a:lnTo>
                    <a:pt x="1149705" y="7550124"/>
                  </a:lnTo>
                  <a:lnTo>
                    <a:pt x="1132789" y="7517612"/>
                  </a:lnTo>
                  <a:lnTo>
                    <a:pt x="1128318" y="7513383"/>
                  </a:lnTo>
                  <a:lnTo>
                    <a:pt x="1104595" y="7490968"/>
                  </a:lnTo>
                  <a:lnTo>
                    <a:pt x="1092695" y="7485545"/>
                  </a:lnTo>
                  <a:lnTo>
                    <a:pt x="1092695" y="7592479"/>
                  </a:lnTo>
                  <a:lnTo>
                    <a:pt x="1087031" y="7622807"/>
                  </a:lnTo>
                  <a:lnTo>
                    <a:pt x="1071435" y="7647686"/>
                  </a:lnTo>
                  <a:lnTo>
                    <a:pt x="1047991" y="7666977"/>
                  </a:lnTo>
                  <a:lnTo>
                    <a:pt x="1018819" y="7680553"/>
                  </a:lnTo>
                  <a:lnTo>
                    <a:pt x="980643" y="7666977"/>
                  </a:lnTo>
                  <a:lnTo>
                    <a:pt x="951623" y="7648346"/>
                  </a:lnTo>
                  <a:lnTo>
                    <a:pt x="932942" y="7623327"/>
                  </a:lnTo>
                  <a:lnTo>
                    <a:pt x="932827" y="7622807"/>
                  </a:lnTo>
                  <a:lnTo>
                    <a:pt x="926350" y="7590980"/>
                  </a:lnTo>
                  <a:lnTo>
                    <a:pt x="931862" y="7561224"/>
                  </a:lnTo>
                  <a:lnTo>
                    <a:pt x="948080" y="7536510"/>
                  </a:lnTo>
                  <a:lnTo>
                    <a:pt x="974509" y="7519632"/>
                  </a:lnTo>
                  <a:lnTo>
                    <a:pt x="1010653" y="7513383"/>
                  </a:lnTo>
                  <a:lnTo>
                    <a:pt x="1048346" y="7520292"/>
                  </a:lnTo>
                  <a:lnTo>
                    <a:pt x="1073785" y="7538377"/>
                  </a:lnTo>
                  <a:lnTo>
                    <a:pt x="1088174" y="7563739"/>
                  </a:lnTo>
                  <a:lnTo>
                    <a:pt x="1092695" y="7592479"/>
                  </a:lnTo>
                  <a:lnTo>
                    <a:pt x="1092695" y="7485545"/>
                  </a:lnTo>
                  <a:lnTo>
                    <a:pt x="1065110" y="7472959"/>
                  </a:lnTo>
                  <a:lnTo>
                    <a:pt x="1014361" y="7466355"/>
                  </a:lnTo>
                  <a:lnTo>
                    <a:pt x="966114" y="7472400"/>
                  </a:lnTo>
                  <a:lnTo>
                    <a:pt x="924839" y="7489672"/>
                  </a:lnTo>
                  <a:lnTo>
                    <a:pt x="892695" y="7516825"/>
                  </a:lnTo>
                  <a:lnTo>
                    <a:pt x="871829" y="7552525"/>
                  </a:lnTo>
                  <a:lnTo>
                    <a:pt x="864387" y="7595451"/>
                  </a:lnTo>
                  <a:lnTo>
                    <a:pt x="868845" y="7626566"/>
                  </a:lnTo>
                  <a:lnTo>
                    <a:pt x="882675" y="7656106"/>
                  </a:lnTo>
                  <a:lnTo>
                    <a:pt x="906576" y="7682560"/>
                  </a:lnTo>
                  <a:lnTo>
                    <a:pt x="941247" y="7704429"/>
                  </a:lnTo>
                  <a:lnTo>
                    <a:pt x="941971" y="7706690"/>
                  </a:lnTo>
                  <a:lnTo>
                    <a:pt x="901763" y="7729055"/>
                  </a:lnTo>
                  <a:lnTo>
                    <a:pt x="871486" y="7758163"/>
                  </a:lnTo>
                  <a:lnTo>
                    <a:pt x="852398" y="7793977"/>
                  </a:lnTo>
                  <a:lnTo>
                    <a:pt x="845756" y="7836509"/>
                  </a:lnTo>
                  <a:lnTo>
                    <a:pt x="852932" y="7877378"/>
                  </a:lnTo>
                  <a:lnTo>
                    <a:pt x="873785" y="7913344"/>
                  </a:lnTo>
                  <a:lnTo>
                    <a:pt x="907326" y="7942008"/>
                  </a:lnTo>
                  <a:lnTo>
                    <a:pt x="952525" y="7960969"/>
                  </a:lnTo>
                  <a:lnTo>
                    <a:pt x="1008405" y="7967827"/>
                  </a:lnTo>
                  <a:lnTo>
                    <a:pt x="1061072" y="7961249"/>
                  </a:lnTo>
                  <a:lnTo>
                    <a:pt x="1106398" y="7942478"/>
                  </a:lnTo>
                  <a:lnTo>
                    <a:pt x="1133246" y="7920063"/>
                  </a:lnTo>
                  <a:lnTo>
                    <a:pt x="1141869" y="7912875"/>
                  </a:lnTo>
                  <a:lnTo>
                    <a:pt x="1164996" y="7873847"/>
                  </a:lnTo>
                  <a:lnTo>
                    <a:pt x="1173251" y="7826807"/>
                  </a:lnTo>
                  <a:close/>
                </a:path>
                <a:path w="4758054" h="10208260">
                  <a:moveTo>
                    <a:pt x="1174026" y="4725365"/>
                  </a:moveTo>
                  <a:lnTo>
                    <a:pt x="1170495" y="4663110"/>
                  </a:lnTo>
                  <a:lnTo>
                    <a:pt x="1160094" y="4609109"/>
                  </a:lnTo>
                  <a:lnTo>
                    <a:pt x="1143304" y="4564494"/>
                  </a:lnTo>
                  <a:lnTo>
                    <a:pt x="1121435" y="4530572"/>
                  </a:lnTo>
                  <a:lnTo>
                    <a:pt x="1119644" y="4527816"/>
                  </a:lnTo>
                  <a:lnTo>
                    <a:pt x="1108354" y="4517796"/>
                  </a:lnTo>
                  <a:lnTo>
                    <a:pt x="1108354" y="4728337"/>
                  </a:lnTo>
                  <a:lnTo>
                    <a:pt x="1104493" y="4796917"/>
                  </a:lnTo>
                  <a:lnTo>
                    <a:pt x="1092784" y="4853013"/>
                  </a:lnTo>
                  <a:lnTo>
                    <a:pt x="1073099" y="4895050"/>
                  </a:lnTo>
                  <a:lnTo>
                    <a:pt x="1045273" y="4921428"/>
                  </a:lnTo>
                  <a:lnTo>
                    <a:pt x="1009167" y="4930572"/>
                  </a:lnTo>
                  <a:lnTo>
                    <a:pt x="975995" y="4922113"/>
                  </a:lnTo>
                  <a:lnTo>
                    <a:pt x="948715" y="4897285"/>
                  </a:lnTo>
                  <a:lnTo>
                    <a:pt x="928166" y="4856899"/>
                  </a:lnTo>
                  <a:lnTo>
                    <a:pt x="915200" y="4801781"/>
                  </a:lnTo>
                  <a:lnTo>
                    <a:pt x="910691" y="4732769"/>
                  </a:lnTo>
                  <a:lnTo>
                    <a:pt x="910742" y="4732045"/>
                  </a:lnTo>
                  <a:lnTo>
                    <a:pt x="915492" y="4661052"/>
                  </a:lnTo>
                  <a:lnTo>
                    <a:pt x="929068" y="4604575"/>
                  </a:lnTo>
                  <a:lnTo>
                    <a:pt x="950150" y="4563732"/>
                  </a:lnTo>
                  <a:lnTo>
                    <a:pt x="977506" y="4538929"/>
                  </a:lnTo>
                  <a:lnTo>
                    <a:pt x="1009891" y="4530572"/>
                  </a:lnTo>
                  <a:lnTo>
                    <a:pt x="1046187" y="4539678"/>
                  </a:lnTo>
                  <a:lnTo>
                    <a:pt x="1073873" y="4565802"/>
                  </a:lnTo>
                  <a:lnTo>
                    <a:pt x="1093241" y="4607153"/>
                  </a:lnTo>
                  <a:lnTo>
                    <a:pt x="1104633" y="4661928"/>
                  </a:lnTo>
                  <a:lnTo>
                    <a:pt x="1104696" y="4663110"/>
                  </a:lnTo>
                  <a:lnTo>
                    <a:pt x="1108354" y="4728337"/>
                  </a:lnTo>
                  <a:lnTo>
                    <a:pt x="1108354" y="4517796"/>
                  </a:lnTo>
                  <a:lnTo>
                    <a:pt x="1089888" y="4501388"/>
                  </a:lnTo>
                  <a:lnTo>
                    <a:pt x="1054531" y="4485271"/>
                  </a:lnTo>
                  <a:lnTo>
                    <a:pt x="1054239" y="4485271"/>
                  </a:lnTo>
                  <a:lnTo>
                    <a:pt x="1013587" y="4479836"/>
                  </a:lnTo>
                  <a:lnTo>
                    <a:pt x="973239" y="4485271"/>
                  </a:lnTo>
                  <a:lnTo>
                    <a:pt x="937107" y="4501388"/>
                  </a:lnTo>
                  <a:lnTo>
                    <a:pt x="905992" y="4527816"/>
                  </a:lnTo>
                  <a:lnTo>
                    <a:pt x="880364" y="4564494"/>
                  </a:lnTo>
                  <a:lnTo>
                    <a:pt x="861225" y="4610913"/>
                  </a:lnTo>
                  <a:lnTo>
                    <a:pt x="849198" y="4666856"/>
                  </a:lnTo>
                  <a:lnTo>
                    <a:pt x="845032" y="4732045"/>
                  </a:lnTo>
                  <a:lnTo>
                    <a:pt x="845083" y="4732769"/>
                  </a:lnTo>
                  <a:lnTo>
                    <a:pt x="849401" y="4796383"/>
                  </a:lnTo>
                  <a:lnTo>
                    <a:pt x="849515" y="4796917"/>
                  </a:lnTo>
                  <a:lnTo>
                    <a:pt x="860894" y="4851641"/>
                  </a:lnTo>
                  <a:lnTo>
                    <a:pt x="878941" y="4897526"/>
                  </a:lnTo>
                  <a:lnTo>
                    <a:pt x="902982" y="4933734"/>
                  </a:lnTo>
                  <a:lnTo>
                    <a:pt x="932446" y="4959972"/>
                  </a:lnTo>
                  <a:lnTo>
                    <a:pt x="966787" y="4975923"/>
                  </a:lnTo>
                  <a:lnTo>
                    <a:pt x="1005420" y="4981321"/>
                  </a:lnTo>
                  <a:lnTo>
                    <a:pt x="1043508" y="4977079"/>
                  </a:lnTo>
                  <a:lnTo>
                    <a:pt x="1105966" y="4943805"/>
                  </a:lnTo>
                  <a:lnTo>
                    <a:pt x="1148994" y="4878819"/>
                  </a:lnTo>
                  <a:lnTo>
                    <a:pt x="1162786" y="4834928"/>
                  </a:lnTo>
                  <a:lnTo>
                    <a:pt x="1171181" y="4783709"/>
                  </a:lnTo>
                  <a:lnTo>
                    <a:pt x="1174026" y="4725365"/>
                  </a:lnTo>
                  <a:close/>
                </a:path>
                <a:path w="4758054" h="10208260">
                  <a:moveTo>
                    <a:pt x="1174026" y="992238"/>
                  </a:moveTo>
                  <a:lnTo>
                    <a:pt x="1170495" y="929982"/>
                  </a:lnTo>
                  <a:lnTo>
                    <a:pt x="1160094" y="875982"/>
                  </a:lnTo>
                  <a:lnTo>
                    <a:pt x="1143304" y="831354"/>
                  </a:lnTo>
                  <a:lnTo>
                    <a:pt x="1121460" y="797445"/>
                  </a:lnTo>
                  <a:lnTo>
                    <a:pt x="1108354" y="784644"/>
                  </a:lnTo>
                  <a:lnTo>
                    <a:pt x="1108354" y="995210"/>
                  </a:lnTo>
                  <a:lnTo>
                    <a:pt x="1104493" y="1063790"/>
                  </a:lnTo>
                  <a:lnTo>
                    <a:pt x="1092784" y="1119873"/>
                  </a:lnTo>
                  <a:lnTo>
                    <a:pt x="1073099" y="1161897"/>
                  </a:lnTo>
                  <a:lnTo>
                    <a:pt x="1045273" y="1188262"/>
                  </a:lnTo>
                  <a:lnTo>
                    <a:pt x="1009167" y="1197406"/>
                  </a:lnTo>
                  <a:lnTo>
                    <a:pt x="975995" y="1188935"/>
                  </a:lnTo>
                  <a:lnTo>
                    <a:pt x="948715" y="1164107"/>
                  </a:lnTo>
                  <a:lnTo>
                    <a:pt x="928166" y="1123734"/>
                  </a:lnTo>
                  <a:lnTo>
                    <a:pt x="915200" y="1068641"/>
                  </a:lnTo>
                  <a:lnTo>
                    <a:pt x="910691" y="999642"/>
                  </a:lnTo>
                  <a:lnTo>
                    <a:pt x="910742" y="998918"/>
                  </a:lnTo>
                  <a:lnTo>
                    <a:pt x="915492" y="927912"/>
                  </a:lnTo>
                  <a:lnTo>
                    <a:pt x="929068" y="871423"/>
                  </a:lnTo>
                  <a:lnTo>
                    <a:pt x="950150" y="830592"/>
                  </a:lnTo>
                  <a:lnTo>
                    <a:pt x="977506" y="805802"/>
                  </a:lnTo>
                  <a:lnTo>
                    <a:pt x="1009891" y="797445"/>
                  </a:lnTo>
                  <a:lnTo>
                    <a:pt x="1046187" y="806551"/>
                  </a:lnTo>
                  <a:lnTo>
                    <a:pt x="1073873" y="832675"/>
                  </a:lnTo>
                  <a:lnTo>
                    <a:pt x="1093241" y="874026"/>
                  </a:lnTo>
                  <a:lnTo>
                    <a:pt x="1104633" y="928801"/>
                  </a:lnTo>
                  <a:lnTo>
                    <a:pt x="1104696" y="929982"/>
                  </a:lnTo>
                  <a:lnTo>
                    <a:pt x="1108354" y="995210"/>
                  </a:lnTo>
                  <a:lnTo>
                    <a:pt x="1108354" y="784644"/>
                  </a:lnTo>
                  <a:lnTo>
                    <a:pt x="1089888" y="768223"/>
                  </a:lnTo>
                  <a:lnTo>
                    <a:pt x="1054531" y="752106"/>
                  </a:lnTo>
                  <a:lnTo>
                    <a:pt x="1054239" y="752106"/>
                  </a:lnTo>
                  <a:lnTo>
                    <a:pt x="1013587" y="746658"/>
                  </a:lnTo>
                  <a:lnTo>
                    <a:pt x="973239" y="752106"/>
                  </a:lnTo>
                  <a:lnTo>
                    <a:pt x="937107" y="768223"/>
                  </a:lnTo>
                  <a:lnTo>
                    <a:pt x="905992" y="794664"/>
                  </a:lnTo>
                  <a:lnTo>
                    <a:pt x="880364" y="831354"/>
                  </a:lnTo>
                  <a:lnTo>
                    <a:pt x="861225" y="877785"/>
                  </a:lnTo>
                  <a:lnTo>
                    <a:pt x="849198" y="933729"/>
                  </a:lnTo>
                  <a:lnTo>
                    <a:pt x="845032" y="998918"/>
                  </a:lnTo>
                  <a:lnTo>
                    <a:pt x="845083" y="999642"/>
                  </a:lnTo>
                  <a:lnTo>
                    <a:pt x="849401" y="1063256"/>
                  </a:lnTo>
                  <a:lnTo>
                    <a:pt x="849515" y="1063790"/>
                  </a:lnTo>
                  <a:lnTo>
                    <a:pt x="860894" y="1118501"/>
                  </a:lnTo>
                  <a:lnTo>
                    <a:pt x="878941" y="1164386"/>
                  </a:lnTo>
                  <a:lnTo>
                    <a:pt x="902982" y="1200581"/>
                  </a:lnTo>
                  <a:lnTo>
                    <a:pt x="932446" y="1226807"/>
                  </a:lnTo>
                  <a:lnTo>
                    <a:pt x="966787" y="1242758"/>
                  </a:lnTo>
                  <a:lnTo>
                    <a:pt x="1005420" y="1248143"/>
                  </a:lnTo>
                  <a:lnTo>
                    <a:pt x="1043508" y="1243901"/>
                  </a:lnTo>
                  <a:lnTo>
                    <a:pt x="1105966" y="1210652"/>
                  </a:lnTo>
                  <a:lnTo>
                    <a:pt x="1148994" y="1145667"/>
                  </a:lnTo>
                  <a:lnTo>
                    <a:pt x="1162786" y="1101788"/>
                  </a:lnTo>
                  <a:lnTo>
                    <a:pt x="1171181" y="1050582"/>
                  </a:lnTo>
                  <a:lnTo>
                    <a:pt x="1174026" y="992238"/>
                  </a:lnTo>
                  <a:close/>
                </a:path>
                <a:path w="4758054" h="10208260">
                  <a:moveTo>
                    <a:pt x="1174750" y="6177559"/>
                  </a:moveTo>
                  <a:lnTo>
                    <a:pt x="1169758" y="6119406"/>
                  </a:lnTo>
                  <a:lnTo>
                    <a:pt x="1155217" y="6069508"/>
                  </a:lnTo>
                  <a:lnTo>
                    <a:pt x="1131760" y="6028893"/>
                  </a:lnTo>
                  <a:lnTo>
                    <a:pt x="1108354" y="6006528"/>
                  </a:lnTo>
                  <a:lnTo>
                    <a:pt x="1108354" y="6169342"/>
                  </a:lnTo>
                  <a:lnTo>
                    <a:pt x="1108354" y="6179820"/>
                  </a:lnTo>
                  <a:lnTo>
                    <a:pt x="1086421" y="6213437"/>
                  </a:lnTo>
                  <a:lnTo>
                    <a:pt x="1037971" y="6240132"/>
                  </a:lnTo>
                  <a:lnTo>
                    <a:pt x="1006906" y="6243967"/>
                  </a:lnTo>
                  <a:lnTo>
                    <a:pt x="968425" y="6236373"/>
                  </a:lnTo>
                  <a:lnTo>
                    <a:pt x="939012" y="6215151"/>
                  </a:lnTo>
                  <a:lnTo>
                    <a:pt x="920229" y="6182588"/>
                  </a:lnTo>
                  <a:lnTo>
                    <a:pt x="913625" y="6140996"/>
                  </a:lnTo>
                  <a:lnTo>
                    <a:pt x="920686" y="6093612"/>
                  </a:lnTo>
                  <a:lnTo>
                    <a:pt x="940409" y="6056300"/>
                  </a:lnTo>
                  <a:lnTo>
                    <a:pt x="970635" y="6031852"/>
                  </a:lnTo>
                  <a:lnTo>
                    <a:pt x="1009167" y="6023089"/>
                  </a:lnTo>
                  <a:lnTo>
                    <a:pt x="1053604" y="6034303"/>
                  </a:lnTo>
                  <a:lnTo>
                    <a:pt x="1084491" y="6065177"/>
                  </a:lnTo>
                  <a:lnTo>
                    <a:pt x="1102512" y="6111570"/>
                  </a:lnTo>
                  <a:lnTo>
                    <a:pt x="1108354" y="6169342"/>
                  </a:lnTo>
                  <a:lnTo>
                    <a:pt x="1108354" y="6006528"/>
                  </a:lnTo>
                  <a:lnTo>
                    <a:pt x="1100048" y="5998591"/>
                  </a:lnTo>
                  <a:lnTo>
                    <a:pt x="1060691" y="5979655"/>
                  </a:lnTo>
                  <a:lnTo>
                    <a:pt x="1014361" y="5973115"/>
                  </a:lnTo>
                  <a:lnTo>
                    <a:pt x="967625" y="5979515"/>
                  </a:lnTo>
                  <a:lnTo>
                    <a:pt x="927303" y="5997410"/>
                  </a:lnTo>
                  <a:lnTo>
                    <a:pt x="894334" y="6024880"/>
                  </a:lnTo>
                  <a:lnTo>
                    <a:pt x="869619" y="6059995"/>
                  </a:lnTo>
                  <a:lnTo>
                    <a:pt x="854113" y="6100838"/>
                  </a:lnTo>
                  <a:lnTo>
                    <a:pt x="848728" y="6145466"/>
                  </a:lnTo>
                  <a:lnTo>
                    <a:pt x="855243" y="6192723"/>
                  </a:lnTo>
                  <a:lnTo>
                    <a:pt x="874014" y="6233528"/>
                  </a:lnTo>
                  <a:lnTo>
                    <a:pt x="903846" y="6265557"/>
                  </a:lnTo>
                  <a:lnTo>
                    <a:pt x="943559" y="6286487"/>
                  </a:lnTo>
                  <a:lnTo>
                    <a:pt x="991971" y="6293980"/>
                  </a:lnTo>
                  <a:lnTo>
                    <a:pt x="1026502" y="6290437"/>
                  </a:lnTo>
                  <a:lnTo>
                    <a:pt x="1057160" y="6280188"/>
                  </a:lnTo>
                  <a:lnTo>
                    <a:pt x="1083767" y="6263754"/>
                  </a:lnTo>
                  <a:lnTo>
                    <a:pt x="1103820" y="6243967"/>
                  </a:lnTo>
                  <a:lnTo>
                    <a:pt x="1106106" y="6241707"/>
                  </a:lnTo>
                  <a:lnTo>
                    <a:pt x="1108354" y="6241707"/>
                  </a:lnTo>
                  <a:lnTo>
                    <a:pt x="1099083" y="6282055"/>
                  </a:lnTo>
                  <a:lnTo>
                    <a:pt x="1066507" y="6346482"/>
                  </a:lnTo>
                  <a:lnTo>
                    <a:pt x="1022057" y="6388481"/>
                  </a:lnTo>
                  <a:lnTo>
                    <a:pt x="970775" y="6411989"/>
                  </a:lnTo>
                  <a:lnTo>
                    <a:pt x="927011" y="6419367"/>
                  </a:lnTo>
                  <a:lnTo>
                    <a:pt x="900899" y="6420701"/>
                  </a:lnTo>
                  <a:lnTo>
                    <a:pt x="889800" y="6420104"/>
                  </a:lnTo>
                  <a:lnTo>
                    <a:pt x="889800" y="6473825"/>
                  </a:lnTo>
                  <a:lnTo>
                    <a:pt x="932916" y="6472352"/>
                  </a:lnTo>
                  <a:lnTo>
                    <a:pt x="989037" y="6462560"/>
                  </a:lnTo>
                  <a:lnTo>
                    <a:pt x="1026299" y="6449098"/>
                  </a:lnTo>
                  <a:lnTo>
                    <a:pt x="1060780" y="6429896"/>
                  </a:lnTo>
                  <a:lnTo>
                    <a:pt x="1091209" y="6405169"/>
                  </a:lnTo>
                  <a:lnTo>
                    <a:pt x="1118235" y="6373952"/>
                  </a:lnTo>
                  <a:lnTo>
                    <a:pt x="1141247" y="6335776"/>
                  </a:lnTo>
                  <a:lnTo>
                    <a:pt x="1159090" y="6290437"/>
                  </a:lnTo>
                  <a:lnTo>
                    <a:pt x="1169771" y="6241707"/>
                  </a:lnTo>
                  <a:lnTo>
                    <a:pt x="1170635" y="6237770"/>
                  </a:lnTo>
                  <a:lnTo>
                    <a:pt x="1170736" y="6236373"/>
                  </a:lnTo>
                  <a:lnTo>
                    <a:pt x="1174750" y="6177559"/>
                  </a:lnTo>
                  <a:close/>
                </a:path>
                <a:path w="4758054" h="10208260">
                  <a:moveTo>
                    <a:pt x="1176235" y="5557075"/>
                  </a:moveTo>
                  <a:lnTo>
                    <a:pt x="1169263" y="5504370"/>
                  </a:lnTo>
                  <a:lnTo>
                    <a:pt x="1149477" y="5460962"/>
                  </a:lnTo>
                  <a:lnTo>
                    <a:pt x="1138720" y="5449595"/>
                  </a:lnTo>
                  <a:lnTo>
                    <a:pt x="1118552" y="5428234"/>
                  </a:lnTo>
                  <a:lnTo>
                    <a:pt x="1109853" y="5423789"/>
                  </a:lnTo>
                  <a:lnTo>
                    <a:pt x="1109853" y="5560771"/>
                  </a:lnTo>
                  <a:lnTo>
                    <a:pt x="1103020" y="5608231"/>
                  </a:lnTo>
                  <a:lnTo>
                    <a:pt x="1083741" y="5644997"/>
                  </a:lnTo>
                  <a:lnTo>
                    <a:pt x="1053833" y="5668759"/>
                  </a:lnTo>
                  <a:lnTo>
                    <a:pt x="1015123" y="5677192"/>
                  </a:lnTo>
                  <a:lnTo>
                    <a:pt x="969708" y="5666727"/>
                  </a:lnTo>
                  <a:lnTo>
                    <a:pt x="936599" y="5637733"/>
                  </a:lnTo>
                  <a:lnTo>
                    <a:pt x="916089" y="5593778"/>
                  </a:lnTo>
                  <a:lnTo>
                    <a:pt x="908443" y="5538432"/>
                  </a:lnTo>
                  <a:lnTo>
                    <a:pt x="908977" y="5529872"/>
                  </a:lnTo>
                  <a:lnTo>
                    <a:pt x="932573" y="5485168"/>
                  </a:lnTo>
                  <a:lnTo>
                    <a:pt x="976058" y="5456313"/>
                  </a:lnTo>
                  <a:lnTo>
                    <a:pt x="981036" y="5453977"/>
                  </a:lnTo>
                  <a:lnTo>
                    <a:pt x="1051001" y="5457202"/>
                  </a:lnTo>
                  <a:lnTo>
                    <a:pt x="1082535" y="5479161"/>
                  </a:lnTo>
                  <a:lnTo>
                    <a:pt x="1102728" y="5514124"/>
                  </a:lnTo>
                  <a:lnTo>
                    <a:pt x="1109853" y="5560771"/>
                  </a:lnTo>
                  <a:lnTo>
                    <a:pt x="1109853" y="5423789"/>
                  </a:lnTo>
                  <a:lnTo>
                    <a:pt x="1078191" y="5407584"/>
                  </a:lnTo>
                  <a:lnTo>
                    <a:pt x="1030058" y="5400383"/>
                  </a:lnTo>
                  <a:lnTo>
                    <a:pt x="992327" y="5404828"/>
                  </a:lnTo>
                  <a:lnTo>
                    <a:pt x="960285" y="5416766"/>
                  </a:lnTo>
                  <a:lnTo>
                    <a:pt x="960158" y="5416766"/>
                  </a:lnTo>
                  <a:lnTo>
                    <a:pt x="933399" y="5434660"/>
                  </a:lnTo>
                  <a:lnTo>
                    <a:pt x="912901" y="5456313"/>
                  </a:lnTo>
                  <a:lnTo>
                    <a:pt x="910691" y="5456313"/>
                  </a:lnTo>
                  <a:lnTo>
                    <a:pt x="922616" y="5409374"/>
                  </a:lnTo>
                  <a:lnTo>
                    <a:pt x="945197" y="5366080"/>
                  </a:lnTo>
                  <a:lnTo>
                    <a:pt x="978662" y="5329021"/>
                  </a:lnTo>
                  <a:lnTo>
                    <a:pt x="1023264" y="5300789"/>
                  </a:lnTo>
                  <a:lnTo>
                    <a:pt x="1079246" y="5283974"/>
                  </a:lnTo>
                  <a:lnTo>
                    <a:pt x="1106639" y="5280990"/>
                  </a:lnTo>
                  <a:lnTo>
                    <a:pt x="1108011" y="5280990"/>
                  </a:lnTo>
                  <a:lnTo>
                    <a:pt x="1117765" y="5280685"/>
                  </a:lnTo>
                  <a:lnTo>
                    <a:pt x="1128483" y="5280990"/>
                  </a:lnTo>
                  <a:lnTo>
                    <a:pt x="1128483" y="5280685"/>
                  </a:lnTo>
                  <a:lnTo>
                    <a:pt x="1128483" y="5227180"/>
                  </a:lnTo>
                  <a:lnTo>
                    <a:pt x="1080744" y="5230977"/>
                  </a:lnTo>
                  <a:lnTo>
                    <a:pt x="1036358" y="5239740"/>
                  </a:lnTo>
                  <a:lnTo>
                    <a:pt x="995324" y="5254752"/>
                  </a:lnTo>
                  <a:lnTo>
                    <a:pt x="958215" y="5275783"/>
                  </a:lnTo>
                  <a:lnTo>
                    <a:pt x="925588" y="5302605"/>
                  </a:lnTo>
                  <a:lnTo>
                    <a:pt x="898715" y="5334520"/>
                  </a:lnTo>
                  <a:lnTo>
                    <a:pt x="876084" y="5372684"/>
                  </a:lnTo>
                  <a:lnTo>
                    <a:pt x="858672" y="5416766"/>
                  </a:lnTo>
                  <a:lnTo>
                    <a:pt x="847521" y="5466283"/>
                  </a:lnTo>
                  <a:lnTo>
                    <a:pt x="843546" y="5521223"/>
                  </a:lnTo>
                  <a:lnTo>
                    <a:pt x="843622" y="5522163"/>
                  </a:lnTo>
                  <a:lnTo>
                    <a:pt x="847610" y="5572391"/>
                  </a:lnTo>
                  <a:lnTo>
                    <a:pt x="859421" y="5617362"/>
                  </a:lnTo>
                  <a:lnTo>
                    <a:pt x="878420" y="5655538"/>
                  </a:lnTo>
                  <a:lnTo>
                    <a:pt x="904049" y="5686285"/>
                  </a:lnTo>
                  <a:lnTo>
                    <a:pt x="935748" y="5709018"/>
                  </a:lnTo>
                  <a:lnTo>
                    <a:pt x="972959" y="5723102"/>
                  </a:lnTo>
                  <a:lnTo>
                    <a:pt x="1015123" y="5727928"/>
                  </a:lnTo>
                  <a:lnTo>
                    <a:pt x="1062012" y="5721439"/>
                  </a:lnTo>
                  <a:lnTo>
                    <a:pt x="1101636" y="5703367"/>
                  </a:lnTo>
                  <a:lnTo>
                    <a:pt x="1131824" y="5677192"/>
                  </a:lnTo>
                  <a:lnTo>
                    <a:pt x="1133436" y="5675795"/>
                  </a:lnTo>
                  <a:lnTo>
                    <a:pt x="1156843" y="5640832"/>
                  </a:lnTo>
                  <a:lnTo>
                    <a:pt x="1171295" y="5600560"/>
                  </a:lnTo>
                  <a:lnTo>
                    <a:pt x="1176235" y="5557075"/>
                  </a:lnTo>
                  <a:close/>
                </a:path>
                <a:path w="4758054" h="10208260">
                  <a:moveTo>
                    <a:pt x="1176235" y="4063796"/>
                  </a:moveTo>
                  <a:lnTo>
                    <a:pt x="1169263" y="4011117"/>
                  </a:lnTo>
                  <a:lnTo>
                    <a:pt x="1149477" y="3967708"/>
                  </a:lnTo>
                  <a:lnTo>
                    <a:pt x="1118552" y="3934968"/>
                  </a:lnTo>
                  <a:lnTo>
                    <a:pt x="1109853" y="3930523"/>
                  </a:lnTo>
                  <a:lnTo>
                    <a:pt x="1109853" y="4067492"/>
                  </a:lnTo>
                  <a:lnTo>
                    <a:pt x="1103020" y="4114977"/>
                  </a:lnTo>
                  <a:lnTo>
                    <a:pt x="1083741" y="4151744"/>
                  </a:lnTo>
                  <a:lnTo>
                    <a:pt x="1053833" y="4175480"/>
                  </a:lnTo>
                  <a:lnTo>
                    <a:pt x="1015123" y="4183913"/>
                  </a:lnTo>
                  <a:lnTo>
                    <a:pt x="969708" y="4173461"/>
                  </a:lnTo>
                  <a:lnTo>
                    <a:pt x="936599" y="4144480"/>
                  </a:lnTo>
                  <a:lnTo>
                    <a:pt x="916089" y="4100525"/>
                  </a:lnTo>
                  <a:lnTo>
                    <a:pt x="908443" y="4045153"/>
                  </a:lnTo>
                  <a:lnTo>
                    <a:pt x="908977" y="4036606"/>
                  </a:lnTo>
                  <a:lnTo>
                    <a:pt x="932573" y="3991889"/>
                  </a:lnTo>
                  <a:lnTo>
                    <a:pt x="975956" y="3963085"/>
                  </a:lnTo>
                  <a:lnTo>
                    <a:pt x="981036" y="3960698"/>
                  </a:lnTo>
                  <a:lnTo>
                    <a:pt x="1051001" y="3963924"/>
                  </a:lnTo>
                  <a:lnTo>
                    <a:pt x="1082535" y="3985882"/>
                  </a:lnTo>
                  <a:lnTo>
                    <a:pt x="1102728" y="4020845"/>
                  </a:lnTo>
                  <a:lnTo>
                    <a:pt x="1109853" y="4067492"/>
                  </a:lnTo>
                  <a:lnTo>
                    <a:pt x="1109853" y="3930523"/>
                  </a:lnTo>
                  <a:lnTo>
                    <a:pt x="1078191" y="3914305"/>
                  </a:lnTo>
                  <a:lnTo>
                    <a:pt x="1030058" y="3907104"/>
                  </a:lnTo>
                  <a:lnTo>
                    <a:pt x="992327" y="3911549"/>
                  </a:lnTo>
                  <a:lnTo>
                    <a:pt x="960297" y="3923487"/>
                  </a:lnTo>
                  <a:lnTo>
                    <a:pt x="960158" y="3923487"/>
                  </a:lnTo>
                  <a:lnTo>
                    <a:pt x="933399" y="3941407"/>
                  </a:lnTo>
                  <a:lnTo>
                    <a:pt x="912901" y="3963085"/>
                  </a:lnTo>
                  <a:lnTo>
                    <a:pt x="910691" y="3963085"/>
                  </a:lnTo>
                  <a:lnTo>
                    <a:pt x="922616" y="3916134"/>
                  </a:lnTo>
                  <a:lnTo>
                    <a:pt x="945197" y="3872839"/>
                  </a:lnTo>
                  <a:lnTo>
                    <a:pt x="978662" y="3835781"/>
                  </a:lnTo>
                  <a:lnTo>
                    <a:pt x="1023264" y="3807536"/>
                  </a:lnTo>
                  <a:lnTo>
                    <a:pt x="1079246" y="3790683"/>
                  </a:lnTo>
                  <a:lnTo>
                    <a:pt x="1106868" y="3787711"/>
                  </a:lnTo>
                  <a:lnTo>
                    <a:pt x="1108621" y="3787711"/>
                  </a:lnTo>
                  <a:lnTo>
                    <a:pt x="1117765" y="3787432"/>
                  </a:lnTo>
                  <a:lnTo>
                    <a:pt x="1128483" y="3787711"/>
                  </a:lnTo>
                  <a:lnTo>
                    <a:pt x="1128483" y="3787432"/>
                  </a:lnTo>
                  <a:lnTo>
                    <a:pt x="1128483" y="3733939"/>
                  </a:lnTo>
                  <a:lnTo>
                    <a:pt x="1080744" y="3737686"/>
                  </a:lnTo>
                  <a:lnTo>
                    <a:pt x="1036358" y="3746487"/>
                  </a:lnTo>
                  <a:lnTo>
                    <a:pt x="995324" y="3761498"/>
                  </a:lnTo>
                  <a:lnTo>
                    <a:pt x="958215" y="3782504"/>
                  </a:lnTo>
                  <a:lnTo>
                    <a:pt x="925588" y="3809327"/>
                  </a:lnTo>
                  <a:lnTo>
                    <a:pt x="898715" y="3841242"/>
                  </a:lnTo>
                  <a:lnTo>
                    <a:pt x="876084" y="3879405"/>
                  </a:lnTo>
                  <a:lnTo>
                    <a:pt x="858672" y="3923487"/>
                  </a:lnTo>
                  <a:lnTo>
                    <a:pt x="847521" y="3973004"/>
                  </a:lnTo>
                  <a:lnTo>
                    <a:pt x="843546" y="4027944"/>
                  </a:lnTo>
                  <a:lnTo>
                    <a:pt x="843622" y="4028897"/>
                  </a:lnTo>
                  <a:lnTo>
                    <a:pt x="847610" y="4079113"/>
                  </a:lnTo>
                  <a:lnTo>
                    <a:pt x="859421" y="4124083"/>
                  </a:lnTo>
                  <a:lnTo>
                    <a:pt x="878420" y="4162260"/>
                  </a:lnTo>
                  <a:lnTo>
                    <a:pt x="904049" y="4193006"/>
                  </a:lnTo>
                  <a:lnTo>
                    <a:pt x="935748" y="4215739"/>
                  </a:lnTo>
                  <a:lnTo>
                    <a:pt x="972959" y="4229824"/>
                  </a:lnTo>
                  <a:lnTo>
                    <a:pt x="1015123" y="4234650"/>
                  </a:lnTo>
                  <a:lnTo>
                    <a:pt x="1062012" y="4228160"/>
                  </a:lnTo>
                  <a:lnTo>
                    <a:pt x="1101636" y="4210088"/>
                  </a:lnTo>
                  <a:lnTo>
                    <a:pt x="1131824" y="4183913"/>
                  </a:lnTo>
                  <a:lnTo>
                    <a:pt x="1133436" y="4182516"/>
                  </a:lnTo>
                  <a:lnTo>
                    <a:pt x="1156843" y="4147553"/>
                  </a:lnTo>
                  <a:lnTo>
                    <a:pt x="1171295" y="4107281"/>
                  </a:lnTo>
                  <a:lnTo>
                    <a:pt x="1176235" y="4063796"/>
                  </a:lnTo>
                  <a:close/>
                </a:path>
                <a:path w="4758054" h="10208260">
                  <a:moveTo>
                    <a:pt x="1184452" y="7029450"/>
                  </a:moveTo>
                  <a:lnTo>
                    <a:pt x="1116571" y="7029450"/>
                  </a:lnTo>
                  <a:lnTo>
                    <a:pt x="1116571" y="6791376"/>
                  </a:lnTo>
                  <a:lnTo>
                    <a:pt x="1116571" y="6727952"/>
                  </a:lnTo>
                  <a:lnTo>
                    <a:pt x="1056868" y="6727952"/>
                  </a:lnTo>
                  <a:lnTo>
                    <a:pt x="1056868" y="6791376"/>
                  </a:lnTo>
                  <a:lnTo>
                    <a:pt x="1055890" y="6810426"/>
                  </a:lnTo>
                  <a:lnTo>
                    <a:pt x="1054684" y="6863016"/>
                  </a:lnTo>
                  <a:lnTo>
                    <a:pt x="1054658" y="7029450"/>
                  </a:lnTo>
                  <a:lnTo>
                    <a:pt x="895756" y="7029450"/>
                  </a:lnTo>
                  <a:lnTo>
                    <a:pt x="895756" y="7027913"/>
                  </a:lnTo>
                  <a:lnTo>
                    <a:pt x="1014361" y="6863016"/>
                  </a:lnTo>
                  <a:lnTo>
                    <a:pt x="1024229" y="6846354"/>
                  </a:lnTo>
                  <a:lnTo>
                    <a:pt x="1033945" y="6829425"/>
                  </a:lnTo>
                  <a:lnTo>
                    <a:pt x="1043952" y="6811378"/>
                  </a:lnTo>
                  <a:lnTo>
                    <a:pt x="1054658" y="6791376"/>
                  </a:lnTo>
                  <a:lnTo>
                    <a:pt x="1056868" y="6791376"/>
                  </a:lnTo>
                  <a:lnTo>
                    <a:pt x="1056868" y="6727952"/>
                  </a:lnTo>
                  <a:lnTo>
                    <a:pt x="1045718" y="6727952"/>
                  </a:lnTo>
                  <a:lnTo>
                    <a:pt x="829322" y="7037616"/>
                  </a:lnTo>
                  <a:lnTo>
                    <a:pt x="829322" y="7080910"/>
                  </a:lnTo>
                  <a:lnTo>
                    <a:pt x="1054658" y="7080910"/>
                  </a:lnTo>
                  <a:lnTo>
                    <a:pt x="1054658" y="7212990"/>
                  </a:lnTo>
                  <a:lnTo>
                    <a:pt x="1116571" y="7212990"/>
                  </a:lnTo>
                  <a:lnTo>
                    <a:pt x="1116571" y="7080910"/>
                  </a:lnTo>
                  <a:lnTo>
                    <a:pt x="1184452" y="7080910"/>
                  </a:lnTo>
                  <a:lnTo>
                    <a:pt x="1184452" y="7029450"/>
                  </a:lnTo>
                  <a:close/>
                </a:path>
                <a:path w="4758054" h="10208260">
                  <a:moveTo>
                    <a:pt x="1953336" y="8221180"/>
                  </a:moveTo>
                  <a:lnTo>
                    <a:pt x="1897380" y="8221180"/>
                  </a:lnTo>
                  <a:lnTo>
                    <a:pt x="1791462" y="8277923"/>
                  </a:lnTo>
                  <a:lnTo>
                    <a:pt x="1804149" y="8327898"/>
                  </a:lnTo>
                  <a:lnTo>
                    <a:pt x="1888451" y="8282394"/>
                  </a:lnTo>
                  <a:lnTo>
                    <a:pt x="1889937" y="8282394"/>
                  </a:lnTo>
                  <a:lnTo>
                    <a:pt x="1889937" y="8706231"/>
                  </a:lnTo>
                  <a:lnTo>
                    <a:pt x="1953336" y="8706231"/>
                  </a:lnTo>
                  <a:lnTo>
                    <a:pt x="1953336" y="8221180"/>
                  </a:lnTo>
                  <a:close/>
                </a:path>
                <a:path w="4758054" h="10208260">
                  <a:moveTo>
                    <a:pt x="1953336" y="1501546"/>
                  </a:moveTo>
                  <a:lnTo>
                    <a:pt x="1897380" y="1501546"/>
                  </a:lnTo>
                  <a:lnTo>
                    <a:pt x="1791462" y="1558290"/>
                  </a:lnTo>
                  <a:lnTo>
                    <a:pt x="1804149" y="1608213"/>
                  </a:lnTo>
                  <a:lnTo>
                    <a:pt x="1888451" y="1562709"/>
                  </a:lnTo>
                  <a:lnTo>
                    <a:pt x="1889937" y="1562709"/>
                  </a:lnTo>
                  <a:lnTo>
                    <a:pt x="1889937" y="1986584"/>
                  </a:lnTo>
                  <a:lnTo>
                    <a:pt x="1953336" y="1986584"/>
                  </a:lnTo>
                  <a:lnTo>
                    <a:pt x="1953336" y="1501546"/>
                  </a:lnTo>
                  <a:close/>
                </a:path>
                <a:path w="4758054" h="10208260">
                  <a:moveTo>
                    <a:pt x="1953336" y="8267"/>
                  </a:moveTo>
                  <a:lnTo>
                    <a:pt x="1897380" y="8267"/>
                  </a:lnTo>
                  <a:lnTo>
                    <a:pt x="1791462" y="64960"/>
                  </a:lnTo>
                  <a:lnTo>
                    <a:pt x="1804149" y="114884"/>
                  </a:lnTo>
                  <a:lnTo>
                    <a:pt x="1888451" y="69519"/>
                  </a:lnTo>
                  <a:lnTo>
                    <a:pt x="1889937" y="69519"/>
                  </a:lnTo>
                  <a:lnTo>
                    <a:pt x="1889937" y="493255"/>
                  </a:lnTo>
                  <a:lnTo>
                    <a:pt x="1953336" y="493255"/>
                  </a:lnTo>
                  <a:lnTo>
                    <a:pt x="1953336" y="8267"/>
                  </a:lnTo>
                  <a:close/>
                </a:path>
                <a:path w="4758054" h="10208260">
                  <a:moveTo>
                    <a:pt x="2048065" y="4835779"/>
                  </a:moveTo>
                  <a:lnTo>
                    <a:pt x="2039556" y="4789348"/>
                  </a:lnTo>
                  <a:lnTo>
                    <a:pt x="2016366" y="4752505"/>
                  </a:lnTo>
                  <a:lnTo>
                    <a:pt x="1981987" y="4726140"/>
                  </a:lnTo>
                  <a:lnTo>
                    <a:pt x="1939886" y="4711141"/>
                  </a:lnTo>
                  <a:lnTo>
                    <a:pt x="1939886" y="4709706"/>
                  </a:lnTo>
                  <a:lnTo>
                    <a:pt x="1979066" y="4689780"/>
                  </a:lnTo>
                  <a:lnTo>
                    <a:pt x="2007044" y="4663262"/>
                  </a:lnTo>
                  <a:lnTo>
                    <a:pt x="2023833" y="4631436"/>
                  </a:lnTo>
                  <a:lnTo>
                    <a:pt x="2029434" y="4595533"/>
                  </a:lnTo>
                  <a:lnTo>
                    <a:pt x="2021179" y="4552569"/>
                  </a:lnTo>
                  <a:lnTo>
                    <a:pt x="1995855" y="4515561"/>
                  </a:lnTo>
                  <a:lnTo>
                    <a:pt x="1952625" y="4489615"/>
                  </a:lnTo>
                  <a:lnTo>
                    <a:pt x="1890661" y="4479836"/>
                  </a:lnTo>
                  <a:lnTo>
                    <a:pt x="1852383" y="4483049"/>
                  </a:lnTo>
                  <a:lnTo>
                    <a:pt x="1817179" y="4491494"/>
                  </a:lnTo>
                  <a:lnTo>
                    <a:pt x="1787017" y="4503458"/>
                  </a:lnTo>
                  <a:lnTo>
                    <a:pt x="1763839" y="4517174"/>
                  </a:lnTo>
                  <a:lnTo>
                    <a:pt x="1781035" y="4564926"/>
                  </a:lnTo>
                  <a:lnTo>
                    <a:pt x="1799526" y="4553636"/>
                  </a:lnTo>
                  <a:lnTo>
                    <a:pt x="1822792" y="4543298"/>
                  </a:lnTo>
                  <a:lnTo>
                    <a:pt x="1849424" y="4535754"/>
                  </a:lnTo>
                  <a:lnTo>
                    <a:pt x="1878025" y="4532833"/>
                  </a:lnTo>
                  <a:lnTo>
                    <a:pt x="1916785" y="4538802"/>
                  </a:lnTo>
                  <a:lnTo>
                    <a:pt x="1943176" y="4554842"/>
                  </a:lnTo>
                  <a:lnTo>
                    <a:pt x="1958251" y="4578159"/>
                  </a:lnTo>
                  <a:lnTo>
                    <a:pt x="1963039" y="4605960"/>
                  </a:lnTo>
                  <a:lnTo>
                    <a:pt x="1952853" y="4643018"/>
                  </a:lnTo>
                  <a:lnTo>
                    <a:pt x="1926856" y="4668558"/>
                  </a:lnTo>
                  <a:lnTo>
                    <a:pt x="1891919" y="4683328"/>
                  </a:lnTo>
                  <a:lnTo>
                    <a:pt x="1854873" y="4688078"/>
                  </a:lnTo>
                  <a:lnTo>
                    <a:pt x="1818309" y="4688078"/>
                  </a:lnTo>
                  <a:lnTo>
                    <a:pt x="1818309" y="4737278"/>
                  </a:lnTo>
                  <a:lnTo>
                    <a:pt x="1854873" y="4737278"/>
                  </a:lnTo>
                  <a:lnTo>
                    <a:pt x="1901088" y="4742891"/>
                  </a:lnTo>
                  <a:lnTo>
                    <a:pt x="1941017" y="4760328"/>
                  </a:lnTo>
                  <a:lnTo>
                    <a:pt x="1969198" y="4790503"/>
                  </a:lnTo>
                  <a:lnTo>
                    <a:pt x="1980196" y="4834331"/>
                  </a:lnTo>
                  <a:lnTo>
                    <a:pt x="1975218" y="4866005"/>
                  </a:lnTo>
                  <a:lnTo>
                    <a:pt x="1957247" y="4896421"/>
                  </a:lnTo>
                  <a:lnTo>
                    <a:pt x="1923326" y="4919294"/>
                  </a:lnTo>
                  <a:lnTo>
                    <a:pt x="1870532" y="4928324"/>
                  </a:lnTo>
                  <a:lnTo>
                    <a:pt x="1837182" y="4925225"/>
                  </a:lnTo>
                  <a:lnTo>
                    <a:pt x="1806752" y="4917503"/>
                  </a:lnTo>
                  <a:lnTo>
                    <a:pt x="1781365" y="4907559"/>
                  </a:lnTo>
                  <a:lnTo>
                    <a:pt x="1763128" y="4897755"/>
                  </a:lnTo>
                  <a:lnTo>
                    <a:pt x="1745208" y="4948504"/>
                  </a:lnTo>
                  <a:lnTo>
                    <a:pt x="1767319" y="4960239"/>
                  </a:lnTo>
                  <a:lnTo>
                    <a:pt x="1796783" y="4970780"/>
                  </a:lnTo>
                  <a:lnTo>
                    <a:pt x="1831975" y="4978387"/>
                  </a:lnTo>
                  <a:lnTo>
                    <a:pt x="1871294" y="4981321"/>
                  </a:lnTo>
                  <a:lnTo>
                    <a:pt x="1924786" y="4975923"/>
                  </a:lnTo>
                  <a:lnTo>
                    <a:pt x="1968830" y="4960823"/>
                  </a:lnTo>
                  <a:lnTo>
                    <a:pt x="2003310" y="4937645"/>
                  </a:lnTo>
                  <a:lnTo>
                    <a:pt x="2028088" y="4908004"/>
                  </a:lnTo>
                  <a:lnTo>
                    <a:pt x="2043049" y="4873498"/>
                  </a:lnTo>
                  <a:lnTo>
                    <a:pt x="2048065" y="4835779"/>
                  </a:lnTo>
                  <a:close/>
                </a:path>
                <a:path w="4758054" h="10208260">
                  <a:moveTo>
                    <a:pt x="2062289" y="5981281"/>
                  </a:moveTo>
                  <a:lnTo>
                    <a:pt x="1756397" y="5981281"/>
                  </a:lnTo>
                  <a:lnTo>
                    <a:pt x="1756397" y="6035827"/>
                  </a:lnTo>
                  <a:lnTo>
                    <a:pt x="1993646" y="6035827"/>
                  </a:lnTo>
                  <a:lnTo>
                    <a:pt x="1993646" y="6037262"/>
                  </a:lnTo>
                  <a:lnTo>
                    <a:pt x="1783245" y="6466383"/>
                  </a:lnTo>
                  <a:lnTo>
                    <a:pt x="1851177" y="6466383"/>
                  </a:lnTo>
                  <a:lnTo>
                    <a:pt x="2062289" y="6024575"/>
                  </a:lnTo>
                  <a:lnTo>
                    <a:pt x="2062289" y="5981281"/>
                  </a:lnTo>
                  <a:close/>
                </a:path>
                <a:path w="4758054" h="10208260">
                  <a:moveTo>
                    <a:pt x="2062289" y="2248166"/>
                  </a:moveTo>
                  <a:lnTo>
                    <a:pt x="1756397" y="2248166"/>
                  </a:lnTo>
                  <a:lnTo>
                    <a:pt x="1756397" y="2302649"/>
                  </a:lnTo>
                  <a:lnTo>
                    <a:pt x="1993646" y="2302649"/>
                  </a:lnTo>
                  <a:lnTo>
                    <a:pt x="1993646" y="2304135"/>
                  </a:lnTo>
                  <a:lnTo>
                    <a:pt x="1783245" y="2733205"/>
                  </a:lnTo>
                  <a:lnTo>
                    <a:pt x="1851177" y="2733205"/>
                  </a:lnTo>
                  <a:lnTo>
                    <a:pt x="2062289" y="2291397"/>
                  </a:lnTo>
                  <a:lnTo>
                    <a:pt x="2062289" y="2248166"/>
                  </a:lnTo>
                  <a:close/>
                </a:path>
                <a:path w="4758054" h="10208260">
                  <a:moveTo>
                    <a:pt x="2062289" y="754875"/>
                  </a:moveTo>
                  <a:lnTo>
                    <a:pt x="1756397" y="754875"/>
                  </a:lnTo>
                  <a:lnTo>
                    <a:pt x="1756397" y="809371"/>
                  </a:lnTo>
                  <a:lnTo>
                    <a:pt x="1993646" y="809371"/>
                  </a:lnTo>
                  <a:lnTo>
                    <a:pt x="1993646" y="810856"/>
                  </a:lnTo>
                  <a:lnTo>
                    <a:pt x="1783245" y="1239926"/>
                  </a:lnTo>
                  <a:lnTo>
                    <a:pt x="1851177" y="1239926"/>
                  </a:lnTo>
                  <a:lnTo>
                    <a:pt x="2062289" y="798169"/>
                  </a:lnTo>
                  <a:lnTo>
                    <a:pt x="2062289" y="754875"/>
                  </a:lnTo>
                  <a:close/>
                </a:path>
                <a:path w="4758054" h="10208260">
                  <a:moveTo>
                    <a:pt x="2068957" y="10066655"/>
                  </a:moveTo>
                  <a:lnTo>
                    <a:pt x="2062187" y="10025570"/>
                  </a:lnTo>
                  <a:lnTo>
                    <a:pt x="2042769" y="9990849"/>
                  </a:lnTo>
                  <a:lnTo>
                    <a:pt x="2017141" y="9967392"/>
                  </a:lnTo>
                  <a:lnTo>
                    <a:pt x="2012022" y="9962693"/>
                  </a:lnTo>
                  <a:lnTo>
                    <a:pt x="2002574" y="9957752"/>
                  </a:lnTo>
                  <a:lnTo>
                    <a:pt x="2002574" y="10073335"/>
                  </a:lnTo>
                  <a:lnTo>
                    <a:pt x="1995716" y="10107955"/>
                  </a:lnTo>
                  <a:lnTo>
                    <a:pt x="1976183" y="10135375"/>
                  </a:lnTo>
                  <a:lnTo>
                    <a:pt x="1945614" y="10153421"/>
                  </a:lnTo>
                  <a:lnTo>
                    <a:pt x="1905596" y="10159911"/>
                  </a:lnTo>
                  <a:lnTo>
                    <a:pt x="1864004" y="10152393"/>
                  </a:lnTo>
                  <a:lnTo>
                    <a:pt x="1833054" y="10132149"/>
                  </a:lnTo>
                  <a:lnTo>
                    <a:pt x="1814131" y="10102672"/>
                  </a:lnTo>
                  <a:lnTo>
                    <a:pt x="1808607" y="10067417"/>
                  </a:lnTo>
                  <a:lnTo>
                    <a:pt x="1814309" y="10034537"/>
                  </a:lnTo>
                  <a:lnTo>
                    <a:pt x="1830997" y="10006228"/>
                  </a:lnTo>
                  <a:lnTo>
                    <a:pt x="1858340" y="9983457"/>
                  </a:lnTo>
                  <a:lnTo>
                    <a:pt x="1895894" y="9967392"/>
                  </a:lnTo>
                  <a:lnTo>
                    <a:pt x="1940013" y="9983457"/>
                  </a:lnTo>
                  <a:lnTo>
                    <a:pt x="1973859" y="10005276"/>
                  </a:lnTo>
                  <a:lnTo>
                    <a:pt x="1995144" y="10034537"/>
                  </a:lnTo>
                  <a:lnTo>
                    <a:pt x="2002574" y="10073335"/>
                  </a:lnTo>
                  <a:lnTo>
                    <a:pt x="2002574" y="9957752"/>
                  </a:lnTo>
                  <a:lnTo>
                    <a:pt x="1971255" y="9941344"/>
                  </a:lnTo>
                  <a:lnTo>
                    <a:pt x="1971255" y="9939134"/>
                  </a:lnTo>
                  <a:lnTo>
                    <a:pt x="2000694" y="9920389"/>
                  </a:lnTo>
                  <a:lnTo>
                    <a:pt x="2008898" y="9915169"/>
                  </a:lnTo>
                  <a:lnTo>
                    <a:pt x="2033524" y="9887115"/>
                  </a:lnTo>
                  <a:lnTo>
                    <a:pt x="2046973" y="9856711"/>
                  </a:lnTo>
                  <a:lnTo>
                    <a:pt x="2051050" y="9825698"/>
                  </a:lnTo>
                  <a:lnTo>
                    <a:pt x="2045411" y="9790049"/>
                  </a:lnTo>
                  <a:lnTo>
                    <a:pt x="2028494" y="9757537"/>
                  </a:lnTo>
                  <a:lnTo>
                    <a:pt x="2023948" y="9753232"/>
                  </a:lnTo>
                  <a:lnTo>
                    <a:pt x="2000300" y="9730905"/>
                  </a:lnTo>
                  <a:lnTo>
                    <a:pt x="1988400" y="9725482"/>
                  </a:lnTo>
                  <a:lnTo>
                    <a:pt x="1988400" y="9832365"/>
                  </a:lnTo>
                  <a:lnTo>
                    <a:pt x="1982736" y="9862706"/>
                  </a:lnTo>
                  <a:lnTo>
                    <a:pt x="1967141" y="9887585"/>
                  </a:lnTo>
                  <a:lnTo>
                    <a:pt x="1943696" y="9906876"/>
                  </a:lnTo>
                  <a:lnTo>
                    <a:pt x="1914525" y="9920389"/>
                  </a:lnTo>
                  <a:lnTo>
                    <a:pt x="1876361" y="9906876"/>
                  </a:lnTo>
                  <a:lnTo>
                    <a:pt x="1847329" y="9888233"/>
                  </a:lnTo>
                  <a:lnTo>
                    <a:pt x="1828647" y="9863214"/>
                  </a:lnTo>
                  <a:lnTo>
                    <a:pt x="1828546" y="9862706"/>
                  </a:lnTo>
                  <a:lnTo>
                    <a:pt x="1822056" y="9830879"/>
                  </a:lnTo>
                  <a:lnTo>
                    <a:pt x="1827568" y="9801098"/>
                  </a:lnTo>
                  <a:lnTo>
                    <a:pt x="1843786" y="9776371"/>
                  </a:lnTo>
                  <a:lnTo>
                    <a:pt x="1870214" y="9759480"/>
                  </a:lnTo>
                  <a:lnTo>
                    <a:pt x="1906358" y="9753232"/>
                  </a:lnTo>
                  <a:lnTo>
                    <a:pt x="1944052" y="9760153"/>
                  </a:lnTo>
                  <a:lnTo>
                    <a:pt x="1969490" y="9778263"/>
                  </a:lnTo>
                  <a:lnTo>
                    <a:pt x="1983879" y="9803651"/>
                  </a:lnTo>
                  <a:lnTo>
                    <a:pt x="1988400" y="9832365"/>
                  </a:lnTo>
                  <a:lnTo>
                    <a:pt x="1988400" y="9725482"/>
                  </a:lnTo>
                  <a:lnTo>
                    <a:pt x="1960816" y="9712909"/>
                  </a:lnTo>
                  <a:lnTo>
                    <a:pt x="1910067" y="9706292"/>
                  </a:lnTo>
                  <a:lnTo>
                    <a:pt x="1861820" y="9712350"/>
                  </a:lnTo>
                  <a:lnTo>
                    <a:pt x="1820557" y="9729610"/>
                  </a:lnTo>
                  <a:lnTo>
                    <a:pt x="1788426" y="9756775"/>
                  </a:lnTo>
                  <a:lnTo>
                    <a:pt x="1767573" y="9792500"/>
                  </a:lnTo>
                  <a:lnTo>
                    <a:pt x="1760143" y="9835451"/>
                  </a:lnTo>
                  <a:lnTo>
                    <a:pt x="1764588" y="9866465"/>
                  </a:lnTo>
                  <a:lnTo>
                    <a:pt x="1778406" y="9895992"/>
                  </a:lnTo>
                  <a:lnTo>
                    <a:pt x="1802295" y="9922446"/>
                  </a:lnTo>
                  <a:lnTo>
                    <a:pt x="1836953" y="9944278"/>
                  </a:lnTo>
                  <a:lnTo>
                    <a:pt x="1837715" y="9946627"/>
                  </a:lnTo>
                  <a:lnTo>
                    <a:pt x="1797494" y="9968992"/>
                  </a:lnTo>
                  <a:lnTo>
                    <a:pt x="1767205" y="9998075"/>
                  </a:lnTo>
                  <a:lnTo>
                    <a:pt x="1748104" y="10033889"/>
                  </a:lnTo>
                  <a:lnTo>
                    <a:pt x="1741462" y="10076409"/>
                  </a:lnTo>
                  <a:lnTo>
                    <a:pt x="1748637" y="10117264"/>
                  </a:lnTo>
                  <a:lnTo>
                    <a:pt x="1769491" y="10153244"/>
                  </a:lnTo>
                  <a:lnTo>
                    <a:pt x="1803031" y="10181920"/>
                  </a:lnTo>
                  <a:lnTo>
                    <a:pt x="1848231" y="10200907"/>
                  </a:lnTo>
                  <a:lnTo>
                    <a:pt x="1904111" y="10207765"/>
                  </a:lnTo>
                  <a:lnTo>
                    <a:pt x="1956777" y="10201199"/>
                  </a:lnTo>
                  <a:lnTo>
                    <a:pt x="2002104" y="10182390"/>
                  </a:lnTo>
                  <a:lnTo>
                    <a:pt x="2029028" y="10159911"/>
                  </a:lnTo>
                  <a:lnTo>
                    <a:pt x="2037575" y="10152774"/>
                  </a:lnTo>
                  <a:lnTo>
                    <a:pt x="2060702" y="10113734"/>
                  </a:lnTo>
                  <a:lnTo>
                    <a:pt x="2068957" y="10066655"/>
                  </a:lnTo>
                  <a:close/>
                </a:path>
                <a:path w="4758054" h="10208260">
                  <a:moveTo>
                    <a:pt x="2068957" y="5586908"/>
                  </a:moveTo>
                  <a:lnTo>
                    <a:pt x="2062187" y="5545810"/>
                  </a:lnTo>
                  <a:lnTo>
                    <a:pt x="2042769" y="5511076"/>
                  </a:lnTo>
                  <a:lnTo>
                    <a:pt x="2017229" y="5487695"/>
                  </a:lnTo>
                  <a:lnTo>
                    <a:pt x="2012022" y="5482920"/>
                  </a:lnTo>
                  <a:lnTo>
                    <a:pt x="2002574" y="5477980"/>
                  </a:lnTo>
                  <a:lnTo>
                    <a:pt x="2002574" y="5593588"/>
                  </a:lnTo>
                  <a:lnTo>
                    <a:pt x="1995716" y="5628221"/>
                  </a:lnTo>
                  <a:lnTo>
                    <a:pt x="1976183" y="5655640"/>
                  </a:lnTo>
                  <a:lnTo>
                    <a:pt x="1945614" y="5673674"/>
                  </a:lnTo>
                  <a:lnTo>
                    <a:pt x="1905596" y="5680176"/>
                  </a:lnTo>
                  <a:lnTo>
                    <a:pt x="1864004" y="5672645"/>
                  </a:lnTo>
                  <a:lnTo>
                    <a:pt x="1833054" y="5652389"/>
                  </a:lnTo>
                  <a:lnTo>
                    <a:pt x="1814131" y="5622887"/>
                  </a:lnTo>
                  <a:lnTo>
                    <a:pt x="1808607" y="5587631"/>
                  </a:lnTo>
                  <a:lnTo>
                    <a:pt x="1808734" y="5586908"/>
                  </a:lnTo>
                  <a:lnTo>
                    <a:pt x="1814296" y="5554789"/>
                  </a:lnTo>
                  <a:lnTo>
                    <a:pt x="1830997" y="5526468"/>
                  </a:lnTo>
                  <a:lnTo>
                    <a:pt x="1858340" y="5503723"/>
                  </a:lnTo>
                  <a:lnTo>
                    <a:pt x="1895894" y="5487695"/>
                  </a:lnTo>
                  <a:lnTo>
                    <a:pt x="1940001" y="5503723"/>
                  </a:lnTo>
                  <a:lnTo>
                    <a:pt x="1973859" y="5525528"/>
                  </a:lnTo>
                  <a:lnTo>
                    <a:pt x="1995144" y="5554789"/>
                  </a:lnTo>
                  <a:lnTo>
                    <a:pt x="2002574" y="5593588"/>
                  </a:lnTo>
                  <a:lnTo>
                    <a:pt x="2002574" y="5477980"/>
                  </a:lnTo>
                  <a:lnTo>
                    <a:pt x="1971255" y="5461559"/>
                  </a:lnTo>
                  <a:lnTo>
                    <a:pt x="1971255" y="5459298"/>
                  </a:lnTo>
                  <a:lnTo>
                    <a:pt x="2000605" y="5440654"/>
                  </a:lnTo>
                  <a:lnTo>
                    <a:pt x="2008898" y="5435384"/>
                  </a:lnTo>
                  <a:lnTo>
                    <a:pt x="2033524" y="5407355"/>
                  </a:lnTo>
                  <a:lnTo>
                    <a:pt x="2046973" y="5376926"/>
                  </a:lnTo>
                  <a:lnTo>
                    <a:pt x="2051050" y="5345849"/>
                  </a:lnTo>
                  <a:lnTo>
                    <a:pt x="2045411" y="5310225"/>
                  </a:lnTo>
                  <a:lnTo>
                    <a:pt x="2028494" y="5277713"/>
                  </a:lnTo>
                  <a:lnTo>
                    <a:pt x="2024024" y="5273497"/>
                  </a:lnTo>
                  <a:lnTo>
                    <a:pt x="2000300" y="5251081"/>
                  </a:lnTo>
                  <a:lnTo>
                    <a:pt x="1988400" y="5245659"/>
                  </a:lnTo>
                  <a:lnTo>
                    <a:pt x="1988400" y="5352631"/>
                  </a:lnTo>
                  <a:lnTo>
                    <a:pt x="1982736" y="5382933"/>
                  </a:lnTo>
                  <a:lnTo>
                    <a:pt x="1967141" y="5407799"/>
                  </a:lnTo>
                  <a:lnTo>
                    <a:pt x="1943696" y="5427078"/>
                  </a:lnTo>
                  <a:lnTo>
                    <a:pt x="1914525" y="5440654"/>
                  </a:lnTo>
                  <a:lnTo>
                    <a:pt x="1876348" y="5427078"/>
                  </a:lnTo>
                  <a:lnTo>
                    <a:pt x="1847329" y="5408447"/>
                  </a:lnTo>
                  <a:lnTo>
                    <a:pt x="1828647" y="5383441"/>
                  </a:lnTo>
                  <a:lnTo>
                    <a:pt x="1828546" y="5382933"/>
                  </a:lnTo>
                  <a:lnTo>
                    <a:pt x="1822056" y="5351094"/>
                  </a:lnTo>
                  <a:lnTo>
                    <a:pt x="1827568" y="5321325"/>
                  </a:lnTo>
                  <a:lnTo>
                    <a:pt x="1843786" y="5296611"/>
                  </a:lnTo>
                  <a:lnTo>
                    <a:pt x="1870214" y="5279745"/>
                  </a:lnTo>
                  <a:lnTo>
                    <a:pt x="1906358" y="5273497"/>
                  </a:lnTo>
                  <a:lnTo>
                    <a:pt x="1944052" y="5280393"/>
                  </a:lnTo>
                  <a:lnTo>
                    <a:pt x="1969490" y="5298491"/>
                  </a:lnTo>
                  <a:lnTo>
                    <a:pt x="1983879" y="5323865"/>
                  </a:lnTo>
                  <a:lnTo>
                    <a:pt x="1988400" y="5352631"/>
                  </a:lnTo>
                  <a:lnTo>
                    <a:pt x="1988400" y="5245659"/>
                  </a:lnTo>
                  <a:lnTo>
                    <a:pt x="1960816" y="5233073"/>
                  </a:lnTo>
                  <a:lnTo>
                    <a:pt x="1910067" y="5226456"/>
                  </a:lnTo>
                  <a:lnTo>
                    <a:pt x="1861820" y="5232501"/>
                  </a:lnTo>
                  <a:lnTo>
                    <a:pt x="1820557" y="5249773"/>
                  </a:lnTo>
                  <a:lnTo>
                    <a:pt x="1788426" y="5276939"/>
                  </a:lnTo>
                  <a:lnTo>
                    <a:pt x="1767573" y="5312651"/>
                  </a:lnTo>
                  <a:lnTo>
                    <a:pt x="1760143" y="5355602"/>
                  </a:lnTo>
                  <a:lnTo>
                    <a:pt x="1764588" y="5386692"/>
                  </a:lnTo>
                  <a:lnTo>
                    <a:pt x="1778406" y="5416220"/>
                  </a:lnTo>
                  <a:lnTo>
                    <a:pt x="1802295" y="5442674"/>
                  </a:lnTo>
                  <a:lnTo>
                    <a:pt x="1836953" y="5464530"/>
                  </a:lnTo>
                  <a:lnTo>
                    <a:pt x="1837715" y="5466791"/>
                  </a:lnTo>
                  <a:lnTo>
                    <a:pt x="1797494" y="5489156"/>
                  </a:lnTo>
                  <a:lnTo>
                    <a:pt x="1767205" y="5518264"/>
                  </a:lnTo>
                  <a:lnTo>
                    <a:pt x="1748104" y="5554091"/>
                  </a:lnTo>
                  <a:lnTo>
                    <a:pt x="1741462" y="5596610"/>
                  </a:lnTo>
                  <a:lnTo>
                    <a:pt x="1748637" y="5637492"/>
                  </a:lnTo>
                  <a:lnTo>
                    <a:pt x="1769491" y="5673458"/>
                  </a:lnTo>
                  <a:lnTo>
                    <a:pt x="1803031" y="5702122"/>
                  </a:lnTo>
                  <a:lnTo>
                    <a:pt x="1848231" y="5721083"/>
                  </a:lnTo>
                  <a:lnTo>
                    <a:pt x="1904111" y="5727928"/>
                  </a:lnTo>
                  <a:lnTo>
                    <a:pt x="1956777" y="5721362"/>
                  </a:lnTo>
                  <a:lnTo>
                    <a:pt x="2002104" y="5702579"/>
                  </a:lnTo>
                  <a:lnTo>
                    <a:pt x="2028952" y="5680176"/>
                  </a:lnTo>
                  <a:lnTo>
                    <a:pt x="2037575" y="5672975"/>
                  </a:lnTo>
                  <a:lnTo>
                    <a:pt x="2060702" y="5633961"/>
                  </a:lnTo>
                  <a:lnTo>
                    <a:pt x="2068957" y="5586908"/>
                  </a:lnTo>
                  <a:close/>
                </a:path>
                <a:path w="4758054" h="10208260">
                  <a:moveTo>
                    <a:pt x="2070455" y="6924180"/>
                  </a:moveTo>
                  <a:lnTo>
                    <a:pt x="2065464" y="6866026"/>
                  </a:lnTo>
                  <a:lnTo>
                    <a:pt x="2050923" y="6816128"/>
                  </a:lnTo>
                  <a:lnTo>
                    <a:pt x="2027466" y="6775501"/>
                  </a:lnTo>
                  <a:lnTo>
                    <a:pt x="2004072" y="6753161"/>
                  </a:lnTo>
                  <a:lnTo>
                    <a:pt x="2004072" y="6915963"/>
                  </a:lnTo>
                  <a:lnTo>
                    <a:pt x="2004072" y="6926440"/>
                  </a:lnTo>
                  <a:lnTo>
                    <a:pt x="1982127" y="6960082"/>
                  </a:lnTo>
                  <a:lnTo>
                    <a:pt x="1933702" y="6986791"/>
                  </a:lnTo>
                  <a:lnTo>
                    <a:pt x="1902612" y="6990626"/>
                  </a:lnTo>
                  <a:lnTo>
                    <a:pt x="1864131" y="6983031"/>
                  </a:lnTo>
                  <a:lnTo>
                    <a:pt x="1834743" y="6961784"/>
                  </a:lnTo>
                  <a:lnTo>
                    <a:pt x="1815973" y="6929209"/>
                  </a:lnTo>
                  <a:lnTo>
                    <a:pt x="1809381" y="6887616"/>
                  </a:lnTo>
                  <a:lnTo>
                    <a:pt x="1816430" y="6840233"/>
                  </a:lnTo>
                  <a:lnTo>
                    <a:pt x="1836140" y="6802933"/>
                  </a:lnTo>
                  <a:lnTo>
                    <a:pt x="1866328" y="6778511"/>
                  </a:lnTo>
                  <a:lnTo>
                    <a:pt x="1904822" y="6769748"/>
                  </a:lnTo>
                  <a:lnTo>
                    <a:pt x="1949310" y="6780962"/>
                  </a:lnTo>
                  <a:lnTo>
                    <a:pt x="1980209" y="6811810"/>
                  </a:lnTo>
                  <a:lnTo>
                    <a:pt x="1998218" y="6858190"/>
                  </a:lnTo>
                  <a:lnTo>
                    <a:pt x="2004072" y="6915963"/>
                  </a:lnTo>
                  <a:lnTo>
                    <a:pt x="2004072" y="6753161"/>
                  </a:lnTo>
                  <a:lnTo>
                    <a:pt x="1995754" y="6745211"/>
                  </a:lnTo>
                  <a:lnTo>
                    <a:pt x="1956396" y="6726275"/>
                  </a:lnTo>
                  <a:lnTo>
                    <a:pt x="1910067" y="6719735"/>
                  </a:lnTo>
                  <a:lnTo>
                    <a:pt x="1863356" y="6726123"/>
                  </a:lnTo>
                  <a:lnTo>
                    <a:pt x="1823034" y="6744030"/>
                  </a:lnTo>
                  <a:lnTo>
                    <a:pt x="1790052" y="6771500"/>
                  </a:lnTo>
                  <a:lnTo>
                    <a:pt x="1765338" y="6806628"/>
                  </a:lnTo>
                  <a:lnTo>
                    <a:pt x="1749818" y="6847484"/>
                  </a:lnTo>
                  <a:lnTo>
                    <a:pt x="1744433" y="6892125"/>
                  </a:lnTo>
                  <a:lnTo>
                    <a:pt x="1750961" y="6939356"/>
                  </a:lnTo>
                  <a:lnTo>
                    <a:pt x="1769719" y="6980148"/>
                  </a:lnTo>
                  <a:lnTo>
                    <a:pt x="1799551" y="7012178"/>
                  </a:lnTo>
                  <a:lnTo>
                    <a:pt x="1839264" y="7033107"/>
                  </a:lnTo>
                  <a:lnTo>
                    <a:pt x="1887677" y="7040600"/>
                  </a:lnTo>
                  <a:lnTo>
                    <a:pt x="1922208" y="7037057"/>
                  </a:lnTo>
                  <a:lnTo>
                    <a:pt x="1952866" y="7026808"/>
                  </a:lnTo>
                  <a:lnTo>
                    <a:pt x="1979472" y="7010400"/>
                  </a:lnTo>
                  <a:lnTo>
                    <a:pt x="1999513" y="6990626"/>
                  </a:lnTo>
                  <a:lnTo>
                    <a:pt x="2001812" y="6988365"/>
                  </a:lnTo>
                  <a:lnTo>
                    <a:pt x="2004072" y="6988365"/>
                  </a:lnTo>
                  <a:lnTo>
                    <a:pt x="1994776" y="7028688"/>
                  </a:lnTo>
                  <a:lnTo>
                    <a:pt x="1962200" y="7093102"/>
                  </a:lnTo>
                  <a:lnTo>
                    <a:pt x="1917763" y="7135114"/>
                  </a:lnTo>
                  <a:lnTo>
                    <a:pt x="1866480" y="7158634"/>
                  </a:lnTo>
                  <a:lnTo>
                    <a:pt x="1822716" y="7166026"/>
                  </a:lnTo>
                  <a:lnTo>
                    <a:pt x="1796605" y="7167346"/>
                  </a:lnTo>
                  <a:lnTo>
                    <a:pt x="1785505" y="7166775"/>
                  </a:lnTo>
                  <a:lnTo>
                    <a:pt x="1785505" y="7220445"/>
                  </a:lnTo>
                  <a:lnTo>
                    <a:pt x="1828622" y="7218972"/>
                  </a:lnTo>
                  <a:lnTo>
                    <a:pt x="1884743" y="7209180"/>
                  </a:lnTo>
                  <a:lnTo>
                    <a:pt x="1922005" y="7195731"/>
                  </a:lnTo>
                  <a:lnTo>
                    <a:pt x="1956485" y="7176529"/>
                  </a:lnTo>
                  <a:lnTo>
                    <a:pt x="1986915" y="7151776"/>
                  </a:lnTo>
                  <a:lnTo>
                    <a:pt x="2013940" y="7120585"/>
                  </a:lnTo>
                  <a:lnTo>
                    <a:pt x="2036953" y="7082409"/>
                  </a:lnTo>
                  <a:lnTo>
                    <a:pt x="2054796" y="7037057"/>
                  </a:lnTo>
                  <a:lnTo>
                    <a:pt x="2065477" y="6988365"/>
                  </a:lnTo>
                  <a:lnTo>
                    <a:pt x="2066442" y="6983031"/>
                  </a:lnTo>
                  <a:lnTo>
                    <a:pt x="2070455" y="6924180"/>
                  </a:lnTo>
                  <a:close/>
                </a:path>
                <a:path w="4758054" h="10208260">
                  <a:moveTo>
                    <a:pt x="2070455" y="3937673"/>
                  </a:moveTo>
                  <a:lnTo>
                    <a:pt x="2065464" y="3879519"/>
                  </a:lnTo>
                  <a:lnTo>
                    <a:pt x="2050923" y="3829608"/>
                  </a:lnTo>
                  <a:lnTo>
                    <a:pt x="2027466" y="3788994"/>
                  </a:lnTo>
                  <a:lnTo>
                    <a:pt x="2004072" y="3766655"/>
                  </a:lnTo>
                  <a:lnTo>
                    <a:pt x="2004072" y="3929456"/>
                  </a:lnTo>
                  <a:lnTo>
                    <a:pt x="2004072" y="3939921"/>
                  </a:lnTo>
                  <a:lnTo>
                    <a:pt x="1982127" y="3973538"/>
                  </a:lnTo>
                  <a:lnTo>
                    <a:pt x="1933702" y="4000233"/>
                  </a:lnTo>
                  <a:lnTo>
                    <a:pt x="1902612" y="4004068"/>
                  </a:lnTo>
                  <a:lnTo>
                    <a:pt x="1864131" y="3996486"/>
                  </a:lnTo>
                  <a:lnTo>
                    <a:pt x="1834743" y="3975252"/>
                  </a:lnTo>
                  <a:lnTo>
                    <a:pt x="1815973" y="3942689"/>
                  </a:lnTo>
                  <a:lnTo>
                    <a:pt x="1809381" y="3901097"/>
                  </a:lnTo>
                  <a:lnTo>
                    <a:pt x="1816430" y="3853726"/>
                  </a:lnTo>
                  <a:lnTo>
                    <a:pt x="1836140" y="3816426"/>
                  </a:lnTo>
                  <a:lnTo>
                    <a:pt x="1866328" y="3792004"/>
                  </a:lnTo>
                  <a:lnTo>
                    <a:pt x="1904822" y="3783241"/>
                  </a:lnTo>
                  <a:lnTo>
                    <a:pt x="1949310" y="3794442"/>
                  </a:lnTo>
                  <a:lnTo>
                    <a:pt x="1980209" y="3825303"/>
                  </a:lnTo>
                  <a:lnTo>
                    <a:pt x="1998218" y="3871684"/>
                  </a:lnTo>
                  <a:lnTo>
                    <a:pt x="2004072" y="3929456"/>
                  </a:lnTo>
                  <a:lnTo>
                    <a:pt x="2004072" y="3766655"/>
                  </a:lnTo>
                  <a:lnTo>
                    <a:pt x="1995754" y="3758704"/>
                  </a:lnTo>
                  <a:lnTo>
                    <a:pt x="1956396" y="3739769"/>
                  </a:lnTo>
                  <a:lnTo>
                    <a:pt x="1910067" y="3733228"/>
                  </a:lnTo>
                  <a:lnTo>
                    <a:pt x="1863356" y="3739616"/>
                  </a:lnTo>
                  <a:lnTo>
                    <a:pt x="1823034" y="3757511"/>
                  </a:lnTo>
                  <a:lnTo>
                    <a:pt x="1790052" y="3784981"/>
                  </a:lnTo>
                  <a:lnTo>
                    <a:pt x="1765338" y="3820096"/>
                  </a:lnTo>
                  <a:lnTo>
                    <a:pt x="1749818" y="3860939"/>
                  </a:lnTo>
                  <a:lnTo>
                    <a:pt x="1744433" y="3905567"/>
                  </a:lnTo>
                  <a:lnTo>
                    <a:pt x="1750961" y="3952824"/>
                  </a:lnTo>
                  <a:lnTo>
                    <a:pt x="1769719" y="3993629"/>
                  </a:lnTo>
                  <a:lnTo>
                    <a:pt x="1799551" y="4025671"/>
                  </a:lnTo>
                  <a:lnTo>
                    <a:pt x="1839264" y="4046588"/>
                  </a:lnTo>
                  <a:lnTo>
                    <a:pt x="1887677" y="4054081"/>
                  </a:lnTo>
                  <a:lnTo>
                    <a:pt x="1922208" y="4050550"/>
                  </a:lnTo>
                  <a:lnTo>
                    <a:pt x="1952866" y="4040289"/>
                  </a:lnTo>
                  <a:lnTo>
                    <a:pt x="1979472" y="4023868"/>
                  </a:lnTo>
                  <a:lnTo>
                    <a:pt x="1999526" y="4004068"/>
                  </a:lnTo>
                  <a:lnTo>
                    <a:pt x="2001812" y="4001808"/>
                  </a:lnTo>
                  <a:lnTo>
                    <a:pt x="2004072" y="4001808"/>
                  </a:lnTo>
                  <a:lnTo>
                    <a:pt x="1994776" y="4042156"/>
                  </a:lnTo>
                  <a:lnTo>
                    <a:pt x="1962200" y="4106583"/>
                  </a:lnTo>
                  <a:lnTo>
                    <a:pt x="1917763" y="4148582"/>
                  </a:lnTo>
                  <a:lnTo>
                    <a:pt x="1866480" y="4172115"/>
                  </a:lnTo>
                  <a:lnTo>
                    <a:pt x="1822716" y="4179493"/>
                  </a:lnTo>
                  <a:lnTo>
                    <a:pt x="1796605" y="4180802"/>
                  </a:lnTo>
                  <a:lnTo>
                    <a:pt x="1785505" y="4180217"/>
                  </a:lnTo>
                  <a:lnTo>
                    <a:pt x="1785505" y="4233926"/>
                  </a:lnTo>
                  <a:lnTo>
                    <a:pt x="1828622" y="4232453"/>
                  </a:lnTo>
                  <a:lnTo>
                    <a:pt x="1884743" y="4222674"/>
                  </a:lnTo>
                  <a:lnTo>
                    <a:pt x="1922005" y="4209199"/>
                  </a:lnTo>
                  <a:lnTo>
                    <a:pt x="1956485" y="4189996"/>
                  </a:lnTo>
                  <a:lnTo>
                    <a:pt x="1986915" y="4165269"/>
                  </a:lnTo>
                  <a:lnTo>
                    <a:pt x="2013940" y="4134078"/>
                  </a:lnTo>
                  <a:lnTo>
                    <a:pt x="2036953" y="4095902"/>
                  </a:lnTo>
                  <a:lnTo>
                    <a:pt x="2054796" y="4050550"/>
                  </a:lnTo>
                  <a:lnTo>
                    <a:pt x="2065489" y="4001808"/>
                  </a:lnTo>
                  <a:lnTo>
                    <a:pt x="2066442" y="3996486"/>
                  </a:lnTo>
                  <a:lnTo>
                    <a:pt x="2070455" y="3937673"/>
                  </a:lnTo>
                  <a:close/>
                </a:path>
                <a:path w="4758054" h="10208260">
                  <a:moveTo>
                    <a:pt x="2070455" y="3191052"/>
                  </a:moveTo>
                  <a:lnTo>
                    <a:pt x="2065464" y="3132874"/>
                  </a:lnTo>
                  <a:lnTo>
                    <a:pt x="2050923" y="3082963"/>
                  </a:lnTo>
                  <a:lnTo>
                    <a:pt x="2027466" y="3042335"/>
                  </a:lnTo>
                  <a:lnTo>
                    <a:pt x="2004072" y="3019983"/>
                  </a:lnTo>
                  <a:lnTo>
                    <a:pt x="2004072" y="3182836"/>
                  </a:lnTo>
                  <a:lnTo>
                    <a:pt x="2004072" y="3193313"/>
                  </a:lnTo>
                  <a:lnTo>
                    <a:pt x="1982127" y="3226930"/>
                  </a:lnTo>
                  <a:lnTo>
                    <a:pt x="1933702" y="3253625"/>
                  </a:lnTo>
                  <a:lnTo>
                    <a:pt x="1902612" y="3257448"/>
                  </a:lnTo>
                  <a:lnTo>
                    <a:pt x="1864131" y="3249866"/>
                  </a:lnTo>
                  <a:lnTo>
                    <a:pt x="1834743" y="3228632"/>
                  </a:lnTo>
                  <a:lnTo>
                    <a:pt x="1815973" y="3196069"/>
                  </a:lnTo>
                  <a:lnTo>
                    <a:pt x="1809381" y="3154489"/>
                  </a:lnTo>
                  <a:lnTo>
                    <a:pt x="1816430" y="3107093"/>
                  </a:lnTo>
                  <a:lnTo>
                    <a:pt x="1836140" y="3069780"/>
                  </a:lnTo>
                  <a:lnTo>
                    <a:pt x="1866328" y="3045345"/>
                  </a:lnTo>
                  <a:lnTo>
                    <a:pt x="1904822" y="3036582"/>
                  </a:lnTo>
                  <a:lnTo>
                    <a:pt x="1949310" y="3047784"/>
                  </a:lnTo>
                  <a:lnTo>
                    <a:pt x="1980209" y="3078645"/>
                  </a:lnTo>
                  <a:lnTo>
                    <a:pt x="1998218" y="3125038"/>
                  </a:lnTo>
                  <a:lnTo>
                    <a:pt x="2004072" y="3182836"/>
                  </a:lnTo>
                  <a:lnTo>
                    <a:pt x="2004072" y="3019983"/>
                  </a:lnTo>
                  <a:lnTo>
                    <a:pt x="1995754" y="3012033"/>
                  </a:lnTo>
                  <a:lnTo>
                    <a:pt x="1956396" y="2993098"/>
                  </a:lnTo>
                  <a:lnTo>
                    <a:pt x="1910067" y="2986557"/>
                  </a:lnTo>
                  <a:lnTo>
                    <a:pt x="1863356" y="2992958"/>
                  </a:lnTo>
                  <a:lnTo>
                    <a:pt x="1823034" y="3010852"/>
                  </a:lnTo>
                  <a:lnTo>
                    <a:pt x="1790052" y="3038322"/>
                  </a:lnTo>
                  <a:lnTo>
                    <a:pt x="1765338" y="3073450"/>
                  </a:lnTo>
                  <a:lnTo>
                    <a:pt x="1749818" y="3114306"/>
                  </a:lnTo>
                  <a:lnTo>
                    <a:pt x="1744433" y="3158960"/>
                  </a:lnTo>
                  <a:lnTo>
                    <a:pt x="1750961" y="3206204"/>
                  </a:lnTo>
                  <a:lnTo>
                    <a:pt x="1769719" y="3247021"/>
                  </a:lnTo>
                  <a:lnTo>
                    <a:pt x="1799551" y="3279051"/>
                  </a:lnTo>
                  <a:lnTo>
                    <a:pt x="1839264" y="3299980"/>
                  </a:lnTo>
                  <a:lnTo>
                    <a:pt x="1887677" y="3307473"/>
                  </a:lnTo>
                  <a:lnTo>
                    <a:pt x="1922259" y="3303905"/>
                  </a:lnTo>
                  <a:lnTo>
                    <a:pt x="1952866" y="3293656"/>
                  </a:lnTo>
                  <a:lnTo>
                    <a:pt x="1979472" y="3277222"/>
                  </a:lnTo>
                  <a:lnTo>
                    <a:pt x="1999513" y="3257448"/>
                  </a:lnTo>
                  <a:lnTo>
                    <a:pt x="2001812" y="3255200"/>
                  </a:lnTo>
                  <a:lnTo>
                    <a:pt x="2004072" y="3255200"/>
                  </a:lnTo>
                  <a:lnTo>
                    <a:pt x="1994776" y="3295548"/>
                  </a:lnTo>
                  <a:lnTo>
                    <a:pt x="1962200" y="3359950"/>
                  </a:lnTo>
                  <a:lnTo>
                    <a:pt x="1917763" y="3401949"/>
                  </a:lnTo>
                  <a:lnTo>
                    <a:pt x="1866480" y="3425469"/>
                  </a:lnTo>
                  <a:lnTo>
                    <a:pt x="1822716" y="3432848"/>
                  </a:lnTo>
                  <a:lnTo>
                    <a:pt x="1796605" y="3434169"/>
                  </a:lnTo>
                  <a:lnTo>
                    <a:pt x="1785505" y="3433597"/>
                  </a:lnTo>
                  <a:lnTo>
                    <a:pt x="1785505" y="3487318"/>
                  </a:lnTo>
                  <a:lnTo>
                    <a:pt x="1828622" y="3485832"/>
                  </a:lnTo>
                  <a:lnTo>
                    <a:pt x="1884743" y="3476053"/>
                  </a:lnTo>
                  <a:lnTo>
                    <a:pt x="1922005" y="3462591"/>
                  </a:lnTo>
                  <a:lnTo>
                    <a:pt x="1956485" y="3443389"/>
                  </a:lnTo>
                  <a:lnTo>
                    <a:pt x="1986915" y="3418649"/>
                  </a:lnTo>
                  <a:lnTo>
                    <a:pt x="2013940" y="3387433"/>
                  </a:lnTo>
                  <a:lnTo>
                    <a:pt x="2036953" y="3349244"/>
                  </a:lnTo>
                  <a:lnTo>
                    <a:pt x="2054796" y="3303905"/>
                  </a:lnTo>
                  <a:lnTo>
                    <a:pt x="2065477" y="3255200"/>
                  </a:lnTo>
                  <a:lnTo>
                    <a:pt x="2066442" y="3249866"/>
                  </a:lnTo>
                  <a:lnTo>
                    <a:pt x="2070455" y="3191052"/>
                  </a:lnTo>
                  <a:close/>
                </a:path>
                <a:path w="4758054" h="10208260">
                  <a:moveTo>
                    <a:pt x="2071941" y="7796962"/>
                  </a:moveTo>
                  <a:lnTo>
                    <a:pt x="2064969" y="7744269"/>
                  </a:lnTo>
                  <a:lnTo>
                    <a:pt x="2045182" y="7700848"/>
                  </a:lnTo>
                  <a:lnTo>
                    <a:pt x="2014258" y="7668107"/>
                  </a:lnTo>
                  <a:lnTo>
                    <a:pt x="2005558" y="7663662"/>
                  </a:lnTo>
                  <a:lnTo>
                    <a:pt x="2005558" y="7800670"/>
                  </a:lnTo>
                  <a:lnTo>
                    <a:pt x="1998726" y="7848130"/>
                  </a:lnTo>
                  <a:lnTo>
                    <a:pt x="1979447" y="7884896"/>
                  </a:lnTo>
                  <a:lnTo>
                    <a:pt x="1949526" y="7908658"/>
                  </a:lnTo>
                  <a:lnTo>
                    <a:pt x="1910778" y="7917091"/>
                  </a:lnTo>
                  <a:lnTo>
                    <a:pt x="1865388" y="7906626"/>
                  </a:lnTo>
                  <a:lnTo>
                    <a:pt x="1832305" y="7877632"/>
                  </a:lnTo>
                  <a:lnTo>
                    <a:pt x="1811794" y="7833677"/>
                  </a:lnTo>
                  <a:lnTo>
                    <a:pt x="1804149" y="7778331"/>
                  </a:lnTo>
                  <a:lnTo>
                    <a:pt x="1804682" y="7769746"/>
                  </a:lnTo>
                  <a:lnTo>
                    <a:pt x="1828279" y="7725054"/>
                  </a:lnTo>
                  <a:lnTo>
                    <a:pt x="1871764" y="7696213"/>
                  </a:lnTo>
                  <a:lnTo>
                    <a:pt x="1876742" y="7693876"/>
                  </a:lnTo>
                  <a:lnTo>
                    <a:pt x="1946706" y="7697102"/>
                  </a:lnTo>
                  <a:lnTo>
                    <a:pt x="1978240" y="7719060"/>
                  </a:lnTo>
                  <a:lnTo>
                    <a:pt x="1998433" y="7754023"/>
                  </a:lnTo>
                  <a:lnTo>
                    <a:pt x="2005558" y="7800670"/>
                  </a:lnTo>
                  <a:lnTo>
                    <a:pt x="2005558" y="7663662"/>
                  </a:lnTo>
                  <a:lnTo>
                    <a:pt x="1973897" y="7647432"/>
                  </a:lnTo>
                  <a:lnTo>
                    <a:pt x="1925764" y="7640231"/>
                  </a:lnTo>
                  <a:lnTo>
                    <a:pt x="1888032" y="7644676"/>
                  </a:lnTo>
                  <a:lnTo>
                    <a:pt x="1855927" y="7656665"/>
                  </a:lnTo>
                  <a:lnTo>
                    <a:pt x="1829104" y="7674559"/>
                  </a:lnTo>
                  <a:lnTo>
                    <a:pt x="1808607" y="7696213"/>
                  </a:lnTo>
                  <a:lnTo>
                    <a:pt x="1806397" y="7696213"/>
                  </a:lnTo>
                  <a:lnTo>
                    <a:pt x="1818335" y="7649286"/>
                  </a:lnTo>
                  <a:lnTo>
                    <a:pt x="1840903" y="7605992"/>
                  </a:lnTo>
                  <a:lnTo>
                    <a:pt x="1874367" y="7568920"/>
                  </a:lnTo>
                  <a:lnTo>
                    <a:pt x="1918970" y="7540676"/>
                  </a:lnTo>
                  <a:lnTo>
                    <a:pt x="1974951" y="7523810"/>
                  </a:lnTo>
                  <a:lnTo>
                    <a:pt x="2002282" y="7520889"/>
                  </a:lnTo>
                  <a:lnTo>
                    <a:pt x="2003552" y="7520889"/>
                  </a:lnTo>
                  <a:lnTo>
                    <a:pt x="2013470" y="7520584"/>
                  </a:lnTo>
                  <a:lnTo>
                    <a:pt x="2024189" y="7520889"/>
                  </a:lnTo>
                  <a:lnTo>
                    <a:pt x="2024189" y="7520584"/>
                  </a:lnTo>
                  <a:lnTo>
                    <a:pt x="2024189" y="7467066"/>
                  </a:lnTo>
                  <a:lnTo>
                    <a:pt x="1976488" y="7470864"/>
                  </a:lnTo>
                  <a:lnTo>
                    <a:pt x="1932089" y="7479639"/>
                  </a:lnTo>
                  <a:lnTo>
                    <a:pt x="1891055" y="7494638"/>
                  </a:lnTo>
                  <a:lnTo>
                    <a:pt x="1853946" y="7515657"/>
                  </a:lnTo>
                  <a:lnTo>
                    <a:pt x="1821294" y="7542504"/>
                  </a:lnTo>
                  <a:lnTo>
                    <a:pt x="1794421" y="7574407"/>
                  </a:lnTo>
                  <a:lnTo>
                    <a:pt x="1771789" y="7612583"/>
                  </a:lnTo>
                  <a:lnTo>
                    <a:pt x="1754378" y="7656665"/>
                  </a:lnTo>
                  <a:lnTo>
                    <a:pt x="1743227" y="7706169"/>
                  </a:lnTo>
                  <a:lnTo>
                    <a:pt x="1739252" y="7761122"/>
                  </a:lnTo>
                  <a:lnTo>
                    <a:pt x="1739328" y="7762037"/>
                  </a:lnTo>
                  <a:lnTo>
                    <a:pt x="1743316" y="7812291"/>
                  </a:lnTo>
                  <a:lnTo>
                    <a:pt x="1755127" y="7857261"/>
                  </a:lnTo>
                  <a:lnTo>
                    <a:pt x="1774126" y="7895425"/>
                  </a:lnTo>
                  <a:lnTo>
                    <a:pt x="1799755" y="7926184"/>
                  </a:lnTo>
                  <a:lnTo>
                    <a:pt x="1831441" y="7948904"/>
                  </a:lnTo>
                  <a:lnTo>
                    <a:pt x="1868639" y="7962989"/>
                  </a:lnTo>
                  <a:lnTo>
                    <a:pt x="1910778" y="7967827"/>
                  </a:lnTo>
                  <a:lnTo>
                    <a:pt x="1957692" y="7961338"/>
                  </a:lnTo>
                  <a:lnTo>
                    <a:pt x="1997329" y="7943253"/>
                  </a:lnTo>
                  <a:lnTo>
                    <a:pt x="2027504" y="7917091"/>
                  </a:lnTo>
                  <a:lnTo>
                    <a:pt x="2052548" y="7880705"/>
                  </a:lnTo>
                  <a:lnTo>
                    <a:pt x="2067001" y="7840434"/>
                  </a:lnTo>
                  <a:lnTo>
                    <a:pt x="2071941" y="7796962"/>
                  </a:lnTo>
                  <a:close/>
                </a:path>
                <a:path w="4758054" h="10208260">
                  <a:moveTo>
                    <a:pt x="2080158" y="9269298"/>
                  </a:moveTo>
                  <a:lnTo>
                    <a:pt x="2012276" y="9269298"/>
                  </a:lnTo>
                  <a:lnTo>
                    <a:pt x="2012276" y="9031275"/>
                  </a:lnTo>
                  <a:lnTo>
                    <a:pt x="2012276" y="8967851"/>
                  </a:lnTo>
                  <a:lnTo>
                    <a:pt x="1952574" y="8967851"/>
                  </a:lnTo>
                  <a:lnTo>
                    <a:pt x="1952574" y="9031275"/>
                  </a:lnTo>
                  <a:lnTo>
                    <a:pt x="1951596" y="9050299"/>
                  </a:lnTo>
                  <a:lnTo>
                    <a:pt x="1950389" y="9102903"/>
                  </a:lnTo>
                  <a:lnTo>
                    <a:pt x="1950364" y="9269298"/>
                  </a:lnTo>
                  <a:lnTo>
                    <a:pt x="1791462" y="9269298"/>
                  </a:lnTo>
                  <a:lnTo>
                    <a:pt x="1791462" y="9267812"/>
                  </a:lnTo>
                  <a:lnTo>
                    <a:pt x="1910067" y="9102903"/>
                  </a:lnTo>
                  <a:lnTo>
                    <a:pt x="1919935" y="9086253"/>
                  </a:lnTo>
                  <a:lnTo>
                    <a:pt x="1929650" y="9069324"/>
                  </a:lnTo>
                  <a:lnTo>
                    <a:pt x="1939658" y="9051277"/>
                  </a:lnTo>
                  <a:lnTo>
                    <a:pt x="1950364" y="9031275"/>
                  </a:lnTo>
                  <a:lnTo>
                    <a:pt x="1952574" y="9031275"/>
                  </a:lnTo>
                  <a:lnTo>
                    <a:pt x="1952574" y="8967851"/>
                  </a:lnTo>
                  <a:lnTo>
                    <a:pt x="1941423" y="8967851"/>
                  </a:lnTo>
                  <a:lnTo>
                    <a:pt x="1725028" y="9277515"/>
                  </a:lnTo>
                  <a:lnTo>
                    <a:pt x="1725028" y="9320809"/>
                  </a:lnTo>
                  <a:lnTo>
                    <a:pt x="1950364" y="9320809"/>
                  </a:lnTo>
                  <a:lnTo>
                    <a:pt x="1950364" y="9452889"/>
                  </a:lnTo>
                  <a:lnTo>
                    <a:pt x="2012276" y="9452889"/>
                  </a:lnTo>
                  <a:lnTo>
                    <a:pt x="2012276" y="9320809"/>
                  </a:lnTo>
                  <a:lnTo>
                    <a:pt x="2080158" y="9320809"/>
                  </a:lnTo>
                  <a:lnTo>
                    <a:pt x="2080158" y="9269298"/>
                  </a:lnTo>
                  <a:close/>
                </a:path>
                <a:path w="4758054" h="10208260">
                  <a:moveTo>
                    <a:pt x="2849092" y="9714370"/>
                  </a:moveTo>
                  <a:lnTo>
                    <a:pt x="2793136" y="9714370"/>
                  </a:lnTo>
                  <a:lnTo>
                    <a:pt x="2687167" y="9771202"/>
                  </a:lnTo>
                  <a:lnTo>
                    <a:pt x="2699905" y="9821177"/>
                  </a:lnTo>
                  <a:lnTo>
                    <a:pt x="2784195" y="9775622"/>
                  </a:lnTo>
                  <a:lnTo>
                    <a:pt x="2785694" y="9775622"/>
                  </a:lnTo>
                  <a:lnTo>
                    <a:pt x="2785694" y="10199510"/>
                  </a:lnTo>
                  <a:lnTo>
                    <a:pt x="2849092" y="10199510"/>
                  </a:lnTo>
                  <a:lnTo>
                    <a:pt x="2849092" y="9714370"/>
                  </a:lnTo>
                  <a:close/>
                </a:path>
                <a:path w="4758054" h="10208260">
                  <a:moveTo>
                    <a:pt x="2849092" y="8221180"/>
                  </a:moveTo>
                  <a:lnTo>
                    <a:pt x="2793136" y="8221180"/>
                  </a:lnTo>
                  <a:lnTo>
                    <a:pt x="2687167" y="8277923"/>
                  </a:lnTo>
                  <a:lnTo>
                    <a:pt x="2699905" y="8327898"/>
                  </a:lnTo>
                  <a:lnTo>
                    <a:pt x="2784195" y="8282394"/>
                  </a:lnTo>
                  <a:lnTo>
                    <a:pt x="2785694" y="8282394"/>
                  </a:lnTo>
                  <a:lnTo>
                    <a:pt x="2785694" y="8706231"/>
                  </a:lnTo>
                  <a:lnTo>
                    <a:pt x="2849092" y="8706231"/>
                  </a:lnTo>
                  <a:lnTo>
                    <a:pt x="2849092" y="8221180"/>
                  </a:lnTo>
                  <a:close/>
                </a:path>
                <a:path w="4758054" h="10208260">
                  <a:moveTo>
                    <a:pt x="2942336" y="6308928"/>
                  </a:moveTo>
                  <a:lnTo>
                    <a:pt x="2936849" y="6266700"/>
                  </a:lnTo>
                  <a:lnTo>
                    <a:pt x="2899854" y="6204305"/>
                  </a:lnTo>
                  <a:lnTo>
                    <a:pt x="2849283" y="6172657"/>
                  </a:lnTo>
                  <a:lnTo>
                    <a:pt x="2796362" y="6159754"/>
                  </a:lnTo>
                  <a:lnTo>
                    <a:pt x="2768498" y="6158204"/>
                  </a:lnTo>
                  <a:lnTo>
                    <a:pt x="2756331" y="6158446"/>
                  </a:lnTo>
                  <a:lnTo>
                    <a:pt x="2746210" y="6159106"/>
                  </a:lnTo>
                  <a:lnTo>
                    <a:pt x="2728963" y="6161125"/>
                  </a:lnTo>
                  <a:lnTo>
                    <a:pt x="2747594" y="6036538"/>
                  </a:lnTo>
                  <a:lnTo>
                    <a:pt x="2932633" y="6036538"/>
                  </a:lnTo>
                  <a:lnTo>
                    <a:pt x="2932633" y="5981281"/>
                  </a:lnTo>
                  <a:lnTo>
                    <a:pt x="2700617" y="5981281"/>
                  </a:lnTo>
                  <a:lnTo>
                    <a:pt x="2669298" y="6214122"/>
                  </a:lnTo>
                  <a:lnTo>
                    <a:pt x="2683446" y="6212357"/>
                  </a:lnTo>
                  <a:lnTo>
                    <a:pt x="2699220" y="6210681"/>
                  </a:lnTo>
                  <a:lnTo>
                    <a:pt x="2716822" y="6209436"/>
                  </a:lnTo>
                  <a:lnTo>
                    <a:pt x="2736456" y="6208941"/>
                  </a:lnTo>
                  <a:lnTo>
                    <a:pt x="2799054" y="6216916"/>
                  </a:lnTo>
                  <a:lnTo>
                    <a:pt x="2842285" y="6239154"/>
                  </a:lnTo>
                  <a:lnTo>
                    <a:pt x="2867469" y="6273139"/>
                  </a:lnTo>
                  <a:lnTo>
                    <a:pt x="2875953" y="6316319"/>
                  </a:lnTo>
                  <a:lnTo>
                    <a:pt x="2866707" y="6360185"/>
                  </a:lnTo>
                  <a:lnTo>
                    <a:pt x="2841714" y="6393320"/>
                  </a:lnTo>
                  <a:lnTo>
                    <a:pt x="2805125" y="6414287"/>
                  </a:lnTo>
                  <a:lnTo>
                    <a:pt x="2761043" y="6421602"/>
                  </a:lnTo>
                  <a:lnTo>
                    <a:pt x="2729115" y="6419075"/>
                  </a:lnTo>
                  <a:lnTo>
                    <a:pt x="2700261" y="6412624"/>
                  </a:lnTo>
                  <a:lnTo>
                    <a:pt x="2675864" y="6403937"/>
                  </a:lnTo>
                  <a:lnTo>
                    <a:pt x="2657335" y="6394742"/>
                  </a:lnTo>
                  <a:lnTo>
                    <a:pt x="2640965" y="6444704"/>
                  </a:lnTo>
                  <a:lnTo>
                    <a:pt x="2662136" y="6455651"/>
                  </a:lnTo>
                  <a:lnTo>
                    <a:pt x="2690190" y="6465214"/>
                  </a:lnTo>
                  <a:lnTo>
                    <a:pt x="2723832" y="6471983"/>
                  </a:lnTo>
                  <a:lnTo>
                    <a:pt x="2761818" y="6474549"/>
                  </a:lnTo>
                  <a:lnTo>
                    <a:pt x="2811703" y="6468859"/>
                  </a:lnTo>
                  <a:lnTo>
                    <a:pt x="2855353" y="6452667"/>
                  </a:lnTo>
                  <a:lnTo>
                    <a:pt x="2891510" y="6427267"/>
                  </a:lnTo>
                  <a:lnTo>
                    <a:pt x="2918904" y="6393980"/>
                  </a:lnTo>
                  <a:lnTo>
                    <a:pt x="2936265" y="6354089"/>
                  </a:lnTo>
                  <a:lnTo>
                    <a:pt x="2942336" y="6308928"/>
                  </a:lnTo>
                  <a:close/>
                </a:path>
                <a:path w="4758054" h="10208260">
                  <a:moveTo>
                    <a:pt x="2952800" y="5665228"/>
                  </a:moveTo>
                  <a:lnTo>
                    <a:pt x="2734919" y="5665228"/>
                  </a:lnTo>
                  <a:lnTo>
                    <a:pt x="2734919" y="5663781"/>
                  </a:lnTo>
                  <a:lnTo>
                    <a:pt x="2773730" y="5627941"/>
                  </a:lnTo>
                  <a:lnTo>
                    <a:pt x="2821597" y="5580672"/>
                  </a:lnTo>
                  <a:lnTo>
                    <a:pt x="2862491" y="5536539"/>
                  </a:lnTo>
                  <a:lnTo>
                    <a:pt x="2895612" y="5494363"/>
                  </a:lnTo>
                  <a:lnTo>
                    <a:pt x="2920238" y="5452923"/>
                  </a:lnTo>
                  <a:lnTo>
                    <a:pt x="2935567" y="5411025"/>
                  </a:lnTo>
                  <a:lnTo>
                    <a:pt x="2940837" y="5367477"/>
                  </a:lnTo>
                  <a:lnTo>
                    <a:pt x="2935427" y="5326164"/>
                  </a:lnTo>
                  <a:lnTo>
                    <a:pt x="2918663" y="5287861"/>
                  </a:lnTo>
                  <a:lnTo>
                    <a:pt x="2889770" y="5256111"/>
                  </a:lnTo>
                  <a:lnTo>
                    <a:pt x="2847924" y="5234457"/>
                  </a:lnTo>
                  <a:lnTo>
                    <a:pt x="2792361" y="5226456"/>
                  </a:lnTo>
                  <a:lnTo>
                    <a:pt x="2752052" y="5230165"/>
                  </a:lnTo>
                  <a:lnTo>
                    <a:pt x="2715361" y="5240452"/>
                  </a:lnTo>
                  <a:lnTo>
                    <a:pt x="2682862" y="5256073"/>
                  </a:lnTo>
                  <a:lnTo>
                    <a:pt x="2655087" y="5275758"/>
                  </a:lnTo>
                  <a:lnTo>
                    <a:pt x="2675979" y="5321973"/>
                  </a:lnTo>
                  <a:lnTo>
                    <a:pt x="2695333" y="5307711"/>
                  </a:lnTo>
                  <a:lnTo>
                    <a:pt x="2719362" y="5294490"/>
                  </a:lnTo>
                  <a:lnTo>
                    <a:pt x="2747441" y="5284775"/>
                  </a:lnTo>
                  <a:lnTo>
                    <a:pt x="2778963" y="5280990"/>
                  </a:lnTo>
                  <a:lnTo>
                    <a:pt x="2824518" y="5288864"/>
                  </a:lnTo>
                  <a:lnTo>
                    <a:pt x="2854198" y="5309895"/>
                  </a:lnTo>
                  <a:lnTo>
                    <a:pt x="2870314" y="5340134"/>
                  </a:lnTo>
                  <a:lnTo>
                    <a:pt x="2875178" y="5375694"/>
                  </a:lnTo>
                  <a:lnTo>
                    <a:pt x="2870162" y="5411711"/>
                  </a:lnTo>
                  <a:lnTo>
                    <a:pt x="2855582" y="5447804"/>
                  </a:lnTo>
                  <a:lnTo>
                    <a:pt x="2831084" y="5485803"/>
                  </a:lnTo>
                  <a:lnTo>
                    <a:pt x="2796336" y="5527522"/>
                  </a:lnTo>
                  <a:lnTo>
                    <a:pt x="2750985" y="5574792"/>
                  </a:lnTo>
                  <a:lnTo>
                    <a:pt x="2643174" y="5679452"/>
                  </a:lnTo>
                  <a:lnTo>
                    <a:pt x="2643174" y="5719711"/>
                  </a:lnTo>
                  <a:lnTo>
                    <a:pt x="2952800" y="5719711"/>
                  </a:lnTo>
                  <a:lnTo>
                    <a:pt x="2952800" y="5665228"/>
                  </a:lnTo>
                  <a:close/>
                </a:path>
                <a:path w="4758054" h="10208260">
                  <a:moveTo>
                    <a:pt x="2952800" y="1185443"/>
                  </a:moveTo>
                  <a:lnTo>
                    <a:pt x="2734919" y="1185443"/>
                  </a:lnTo>
                  <a:lnTo>
                    <a:pt x="2734919" y="1183995"/>
                  </a:lnTo>
                  <a:lnTo>
                    <a:pt x="2773730" y="1148156"/>
                  </a:lnTo>
                  <a:lnTo>
                    <a:pt x="2821597" y="1100886"/>
                  </a:lnTo>
                  <a:lnTo>
                    <a:pt x="2862491" y="1056767"/>
                  </a:lnTo>
                  <a:lnTo>
                    <a:pt x="2895612" y="1014590"/>
                  </a:lnTo>
                  <a:lnTo>
                    <a:pt x="2920238" y="973162"/>
                  </a:lnTo>
                  <a:lnTo>
                    <a:pt x="2935567" y="931278"/>
                  </a:lnTo>
                  <a:lnTo>
                    <a:pt x="2940837" y="887730"/>
                  </a:lnTo>
                  <a:lnTo>
                    <a:pt x="2935427" y="846416"/>
                  </a:lnTo>
                  <a:lnTo>
                    <a:pt x="2918663" y="808101"/>
                  </a:lnTo>
                  <a:lnTo>
                    <a:pt x="2889770" y="776338"/>
                  </a:lnTo>
                  <a:lnTo>
                    <a:pt x="2847924" y="754672"/>
                  </a:lnTo>
                  <a:lnTo>
                    <a:pt x="2792361" y="746658"/>
                  </a:lnTo>
                  <a:lnTo>
                    <a:pt x="2752052" y="750379"/>
                  </a:lnTo>
                  <a:lnTo>
                    <a:pt x="2715361" y="760666"/>
                  </a:lnTo>
                  <a:lnTo>
                    <a:pt x="2682862" y="776274"/>
                  </a:lnTo>
                  <a:lnTo>
                    <a:pt x="2655087" y="795959"/>
                  </a:lnTo>
                  <a:lnTo>
                    <a:pt x="2675979" y="842187"/>
                  </a:lnTo>
                  <a:lnTo>
                    <a:pt x="2695333" y="827913"/>
                  </a:lnTo>
                  <a:lnTo>
                    <a:pt x="2719362" y="814705"/>
                  </a:lnTo>
                  <a:lnTo>
                    <a:pt x="2747441" y="804976"/>
                  </a:lnTo>
                  <a:lnTo>
                    <a:pt x="2778963" y="801204"/>
                  </a:lnTo>
                  <a:lnTo>
                    <a:pt x="2824518" y="809078"/>
                  </a:lnTo>
                  <a:lnTo>
                    <a:pt x="2854198" y="830097"/>
                  </a:lnTo>
                  <a:lnTo>
                    <a:pt x="2870314" y="860348"/>
                  </a:lnTo>
                  <a:lnTo>
                    <a:pt x="2875178" y="895896"/>
                  </a:lnTo>
                  <a:lnTo>
                    <a:pt x="2870162" y="931926"/>
                  </a:lnTo>
                  <a:lnTo>
                    <a:pt x="2855582" y="968019"/>
                  </a:lnTo>
                  <a:lnTo>
                    <a:pt x="2831084" y="1006017"/>
                  </a:lnTo>
                  <a:lnTo>
                    <a:pt x="2796336" y="1047737"/>
                  </a:lnTo>
                  <a:lnTo>
                    <a:pt x="2750985" y="1095006"/>
                  </a:lnTo>
                  <a:lnTo>
                    <a:pt x="2643174" y="1199654"/>
                  </a:lnTo>
                  <a:lnTo>
                    <a:pt x="2643174" y="1239926"/>
                  </a:lnTo>
                  <a:lnTo>
                    <a:pt x="2952800" y="1239926"/>
                  </a:lnTo>
                  <a:lnTo>
                    <a:pt x="2952800" y="1185443"/>
                  </a:lnTo>
                  <a:close/>
                </a:path>
                <a:path w="4758054" h="10208260">
                  <a:moveTo>
                    <a:pt x="2957995" y="6727952"/>
                  </a:moveTo>
                  <a:lnTo>
                    <a:pt x="2652103" y="6727952"/>
                  </a:lnTo>
                  <a:lnTo>
                    <a:pt x="2652103" y="6782435"/>
                  </a:lnTo>
                  <a:lnTo>
                    <a:pt x="2889351" y="6782435"/>
                  </a:lnTo>
                  <a:lnTo>
                    <a:pt x="2889351" y="6783883"/>
                  </a:lnTo>
                  <a:lnTo>
                    <a:pt x="2679001" y="7212990"/>
                  </a:lnTo>
                  <a:lnTo>
                    <a:pt x="2746883" y="7212990"/>
                  </a:lnTo>
                  <a:lnTo>
                    <a:pt x="2957995" y="6771195"/>
                  </a:lnTo>
                  <a:lnTo>
                    <a:pt x="2957995" y="6727952"/>
                  </a:lnTo>
                  <a:close/>
                </a:path>
                <a:path w="4758054" h="10208260">
                  <a:moveTo>
                    <a:pt x="2957995" y="2994774"/>
                  </a:moveTo>
                  <a:lnTo>
                    <a:pt x="2652103" y="2994774"/>
                  </a:lnTo>
                  <a:lnTo>
                    <a:pt x="2652103" y="3049308"/>
                  </a:lnTo>
                  <a:lnTo>
                    <a:pt x="2889351" y="3049308"/>
                  </a:lnTo>
                  <a:lnTo>
                    <a:pt x="2889351" y="3050756"/>
                  </a:lnTo>
                  <a:lnTo>
                    <a:pt x="2679001" y="3479825"/>
                  </a:lnTo>
                  <a:lnTo>
                    <a:pt x="2746883" y="3479825"/>
                  </a:lnTo>
                  <a:lnTo>
                    <a:pt x="2957995" y="3038068"/>
                  </a:lnTo>
                  <a:lnTo>
                    <a:pt x="2957995" y="2994774"/>
                  </a:lnTo>
                  <a:close/>
                </a:path>
                <a:path w="4758054" h="10208260">
                  <a:moveTo>
                    <a:pt x="2964713" y="4840249"/>
                  </a:moveTo>
                  <a:lnTo>
                    <a:pt x="2957944" y="4799177"/>
                  </a:lnTo>
                  <a:lnTo>
                    <a:pt x="2938513" y="4764456"/>
                  </a:lnTo>
                  <a:lnTo>
                    <a:pt x="2907754" y="4736312"/>
                  </a:lnTo>
                  <a:lnTo>
                    <a:pt x="2898330" y="4731385"/>
                  </a:lnTo>
                  <a:lnTo>
                    <a:pt x="2898330" y="4846967"/>
                  </a:lnTo>
                  <a:lnTo>
                    <a:pt x="2891472" y="4881588"/>
                  </a:lnTo>
                  <a:lnTo>
                    <a:pt x="2871940" y="4909007"/>
                  </a:lnTo>
                  <a:lnTo>
                    <a:pt x="2841371" y="4927054"/>
                  </a:lnTo>
                  <a:lnTo>
                    <a:pt x="2801353" y="4933556"/>
                  </a:lnTo>
                  <a:lnTo>
                    <a:pt x="2759760" y="4926025"/>
                  </a:lnTo>
                  <a:lnTo>
                    <a:pt x="2728785" y="4905756"/>
                  </a:lnTo>
                  <a:lnTo>
                    <a:pt x="2709837" y="4876254"/>
                  </a:lnTo>
                  <a:lnTo>
                    <a:pt x="2704325" y="4841011"/>
                  </a:lnTo>
                  <a:lnTo>
                    <a:pt x="2709989" y="4808182"/>
                  </a:lnTo>
                  <a:lnTo>
                    <a:pt x="2726715" y="4779835"/>
                  </a:lnTo>
                  <a:lnTo>
                    <a:pt x="2754071" y="4757102"/>
                  </a:lnTo>
                  <a:lnTo>
                    <a:pt x="2791650" y="4741075"/>
                  </a:lnTo>
                  <a:lnTo>
                    <a:pt x="2835745" y="4757102"/>
                  </a:lnTo>
                  <a:lnTo>
                    <a:pt x="2869615" y="4778908"/>
                  </a:lnTo>
                  <a:lnTo>
                    <a:pt x="2890901" y="4808182"/>
                  </a:lnTo>
                  <a:lnTo>
                    <a:pt x="2898330" y="4846967"/>
                  </a:lnTo>
                  <a:lnTo>
                    <a:pt x="2898330" y="4731385"/>
                  </a:lnTo>
                  <a:lnTo>
                    <a:pt x="2866961" y="4714938"/>
                  </a:lnTo>
                  <a:lnTo>
                    <a:pt x="2866961" y="4712678"/>
                  </a:lnTo>
                  <a:lnTo>
                    <a:pt x="2896311" y="4694034"/>
                  </a:lnTo>
                  <a:lnTo>
                    <a:pt x="2904629" y="4688751"/>
                  </a:lnTo>
                  <a:lnTo>
                    <a:pt x="2929267" y="4660709"/>
                  </a:lnTo>
                  <a:lnTo>
                    <a:pt x="2942717" y="4630305"/>
                  </a:lnTo>
                  <a:lnTo>
                    <a:pt x="2946793" y="4599241"/>
                  </a:lnTo>
                  <a:lnTo>
                    <a:pt x="2941167" y="4563605"/>
                  </a:lnTo>
                  <a:lnTo>
                    <a:pt x="2924251" y="4531093"/>
                  </a:lnTo>
                  <a:lnTo>
                    <a:pt x="2919780" y="4526877"/>
                  </a:lnTo>
                  <a:lnTo>
                    <a:pt x="2896057" y="4504461"/>
                  </a:lnTo>
                  <a:lnTo>
                    <a:pt x="2884157" y="4499038"/>
                  </a:lnTo>
                  <a:lnTo>
                    <a:pt x="2884157" y="4605960"/>
                  </a:lnTo>
                  <a:lnTo>
                    <a:pt x="2878493" y="4636300"/>
                  </a:lnTo>
                  <a:lnTo>
                    <a:pt x="2862897" y="4661166"/>
                  </a:lnTo>
                  <a:lnTo>
                    <a:pt x="2839453" y="4680470"/>
                  </a:lnTo>
                  <a:lnTo>
                    <a:pt x="2810281" y="4694034"/>
                  </a:lnTo>
                  <a:lnTo>
                    <a:pt x="2772079" y="4680470"/>
                  </a:lnTo>
                  <a:lnTo>
                    <a:pt x="2743060" y="4661827"/>
                  </a:lnTo>
                  <a:lnTo>
                    <a:pt x="2724391" y="4636821"/>
                  </a:lnTo>
                  <a:lnTo>
                    <a:pt x="2724289" y="4636300"/>
                  </a:lnTo>
                  <a:lnTo>
                    <a:pt x="2717812" y="4604474"/>
                  </a:lnTo>
                  <a:lnTo>
                    <a:pt x="2723324" y="4574718"/>
                  </a:lnTo>
                  <a:lnTo>
                    <a:pt x="2739517" y="4550003"/>
                  </a:lnTo>
                  <a:lnTo>
                    <a:pt x="2765920" y="4533125"/>
                  </a:lnTo>
                  <a:lnTo>
                    <a:pt x="2802064" y="4526877"/>
                  </a:lnTo>
                  <a:lnTo>
                    <a:pt x="2839758" y="4533773"/>
                  </a:lnTo>
                  <a:lnTo>
                    <a:pt x="2865221" y="4551858"/>
                  </a:lnTo>
                  <a:lnTo>
                    <a:pt x="2879623" y="4577232"/>
                  </a:lnTo>
                  <a:lnTo>
                    <a:pt x="2884157" y="4605960"/>
                  </a:lnTo>
                  <a:lnTo>
                    <a:pt x="2884157" y="4499038"/>
                  </a:lnTo>
                  <a:lnTo>
                    <a:pt x="2856573" y="4486453"/>
                  </a:lnTo>
                  <a:lnTo>
                    <a:pt x="2805811" y="4479836"/>
                  </a:lnTo>
                  <a:lnTo>
                    <a:pt x="2757551" y="4485894"/>
                  </a:lnTo>
                  <a:lnTo>
                    <a:pt x="2716276" y="4503153"/>
                  </a:lnTo>
                  <a:lnTo>
                    <a:pt x="2684145" y="4530306"/>
                  </a:lnTo>
                  <a:lnTo>
                    <a:pt x="2663279" y="4566018"/>
                  </a:lnTo>
                  <a:lnTo>
                    <a:pt x="2655849" y="4608944"/>
                  </a:lnTo>
                  <a:lnTo>
                    <a:pt x="2660307" y="4640034"/>
                  </a:lnTo>
                  <a:lnTo>
                    <a:pt x="2674137" y="4669574"/>
                  </a:lnTo>
                  <a:lnTo>
                    <a:pt x="2698038" y="4696041"/>
                  </a:lnTo>
                  <a:lnTo>
                    <a:pt x="2732709" y="4717910"/>
                  </a:lnTo>
                  <a:lnTo>
                    <a:pt x="2733433" y="4720171"/>
                  </a:lnTo>
                  <a:lnTo>
                    <a:pt x="2693225" y="4742535"/>
                  </a:lnTo>
                  <a:lnTo>
                    <a:pt x="2662948" y="4771644"/>
                  </a:lnTo>
                  <a:lnTo>
                    <a:pt x="2643860" y="4807470"/>
                  </a:lnTo>
                  <a:lnTo>
                    <a:pt x="2637218" y="4850003"/>
                  </a:lnTo>
                  <a:lnTo>
                    <a:pt x="2644394" y="4890859"/>
                  </a:lnTo>
                  <a:lnTo>
                    <a:pt x="2665247" y="4926812"/>
                  </a:lnTo>
                  <a:lnTo>
                    <a:pt x="2698775" y="4955489"/>
                  </a:lnTo>
                  <a:lnTo>
                    <a:pt x="2743962" y="4974463"/>
                  </a:lnTo>
                  <a:lnTo>
                    <a:pt x="2799816" y="4981321"/>
                  </a:lnTo>
                  <a:lnTo>
                    <a:pt x="2852483" y="4974742"/>
                  </a:lnTo>
                  <a:lnTo>
                    <a:pt x="2897822" y="4955959"/>
                  </a:lnTo>
                  <a:lnTo>
                    <a:pt x="2924683" y="4933556"/>
                  </a:lnTo>
                  <a:lnTo>
                    <a:pt x="2933319" y="4926355"/>
                  </a:lnTo>
                  <a:lnTo>
                    <a:pt x="2956445" y="4887315"/>
                  </a:lnTo>
                  <a:lnTo>
                    <a:pt x="2964713" y="4840249"/>
                  </a:lnTo>
                  <a:close/>
                </a:path>
                <a:path w="4758054" h="10208260">
                  <a:moveTo>
                    <a:pt x="2964713" y="4093629"/>
                  </a:moveTo>
                  <a:lnTo>
                    <a:pt x="2957944" y="4052544"/>
                  </a:lnTo>
                  <a:lnTo>
                    <a:pt x="2938513" y="4017822"/>
                  </a:lnTo>
                  <a:lnTo>
                    <a:pt x="2912948" y="3994416"/>
                  </a:lnTo>
                  <a:lnTo>
                    <a:pt x="2907754" y="3989654"/>
                  </a:lnTo>
                  <a:lnTo>
                    <a:pt x="2898330" y="3984726"/>
                  </a:lnTo>
                  <a:lnTo>
                    <a:pt x="2898330" y="4100309"/>
                  </a:lnTo>
                  <a:lnTo>
                    <a:pt x="2891472" y="4134942"/>
                  </a:lnTo>
                  <a:lnTo>
                    <a:pt x="2871940" y="4162361"/>
                  </a:lnTo>
                  <a:lnTo>
                    <a:pt x="2841371" y="4180395"/>
                  </a:lnTo>
                  <a:lnTo>
                    <a:pt x="2801353" y="4186898"/>
                  </a:lnTo>
                  <a:lnTo>
                    <a:pt x="2759760" y="4179366"/>
                  </a:lnTo>
                  <a:lnTo>
                    <a:pt x="2728785" y="4159110"/>
                  </a:lnTo>
                  <a:lnTo>
                    <a:pt x="2709837" y="4129633"/>
                  </a:lnTo>
                  <a:lnTo>
                    <a:pt x="2704325" y="4094403"/>
                  </a:lnTo>
                  <a:lnTo>
                    <a:pt x="2710002" y="4061536"/>
                  </a:lnTo>
                  <a:lnTo>
                    <a:pt x="2726715" y="4033215"/>
                  </a:lnTo>
                  <a:lnTo>
                    <a:pt x="2754071" y="4010456"/>
                  </a:lnTo>
                  <a:lnTo>
                    <a:pt x="2791650" y="3994416"/>
                  </a:lnTo>
                  <a:lnTo>
                    <a:pt x="2835795" y="4010456"/>
                  </a:lnTo>
                  <a:lnTo>
                    <a:pt x="2869615" y="4032262"/>
                  </a:lnTo>
                  <a:lnTo>
                    <a:pt x="2890901" y="4061536"/>
                  </a:lnTo>
                  <a:lnTo>
                    <a:pt x="2898330" y="4100309"/>
                  </a:lnTo>
                  <a:lnTo>
                    <a:pt x="2898330" y="3984726"/>
                  </a:lnTo>
                  <a:lnTo>
                    <a:pt x="2866961" y="3968280"/>
                  </a:lnTo>
                  <a:lnTo>
                    <a:pt x="2866961" y="3966057"/>
                  </a:lnTo>
                  <a:lnTo>
                    <a:pt x="2896374" y="3947376"/>
                  </a:lnTo>
                  <a:lnTo>
                    <a:pt x="2904629" y="3942130"/>
                  </a:lnTo>
                  <a:lnTo>
                    <a:pt x="2929267" y="3914076"/>
                  </a:lnTo>
                  <a:lnTo>
                    <a:pt x="2942717" y="3883660"/>
                  </a:lnTo>
                  <a:lnTo>
                    <a:pt x="2946793" y="3852621"/>
                  </a:lnTo>
                  <a:lnTo>
                    <a:pt x="2941167" y="3816972"/>
                  </a:lnTo>
                  <a:lnTo>
                    <a:pt x="2924251" y="3784460"/>
                  </a:lnTo>
                  <a:lnTo>
                    <a:pt x="2919806" y="3780256"/>
                  </a:lnTo>
                  <a:lnTo>
                    <a:pt x="2896057" y="3757828"/>
                  </a:lnTo>
                  <a:lnTo>
                    <a:pt x="2884157" y="3752405"/>
                  </a:lnTo>
                  <a:lnTo>
                    <a:pt x="2884157" y="3859352"/>
                  </a:lnTo>
                  <a:lnTo>
                    <a:pt x="2878493" y="3889667"/>
                  </a:lnTo>
                  <a:lnTo>
                    <a:pt x="2862897" y="3914533"/>
                  </a:lnTo>
                  <a:lnTo>
                    <a:pt x="2839453" y="3933812"/>
                  </a:lnTo>
                  <a:lnTo>
                    <a:pt x="2810281" y="3947376"/>
                  </a:lnTo>
                  <a:lnTo>
                    <a:pt x="2772092" y="3933812"/>
                  </a:lnTo>
                  <a:lnTo>
                    <a:pt x="2743060" y="3915181"/>
                  </a:lnTo>
                  <a:lnTo>
                    <a:pt x="2724391" y="3890175"/>
                  </a:lnTo>
                  <a:lnTo>
                    <a:pt x="2724289" y="3889667"/>
                  </a:lnTo>
                  <a:lnTo>
                    <a:pt x="2717812" y="3857815"/>
                  </a:lnTo>
                  <a:lnTo>
                    <a:pt x="2723324" y="3828059"/>
                  </a:lnTo>
                  <a:lnTo>
                    <a:pt x="2739517" y="3803358"/>
                  </a:lnTo>
                  <a:lnTo>
                    <a:pt x="2765920" y="3786505"/>
                  </a:lnTo>
                  <a:lnTo>
                    <a:pt x="2802064" y="3780256"/>
                  </a:lnTo>
                  <a:lnTo>
                    <a:pt x="2839758" y="3787165"/>
                  </a:lnTo>
                  <a:lnTo>
                    <a:pt x="2865221" y="3805250"/>
                  </a:lnTo>
                  <a:lnTo>
                    <a:pt x="2879623" y="3830612"/>
                  </a:lnTo>
                  <a:lnTo>
                    <a:pt x="2884157" y="3859352"/>
                  </a:lnTo>
                  <a:lnTo>
                    <a:pt x="2884157" y="3752405"/>
                  </a:lnTo>
                  <a:lnTo>
                    <a:pt x="2856573" y="3739832"/>
                  </a:lnTo>
                  <a:lnTo>
                    <a:pt x="2805811" y="3733228"/>
                  </a:lnTo>
                  <a:lnTo>
                    <a:pt x="2757551" y="3739273"/>
                  </a:lnTo>
                  <a:lnTo>
                    <a:pt x="2716276" y="3756533"/>
                  </a:lnTo>
                  <a:lnTo>
                    <a:pt x="2684145" y="3783673"/>
                  </a:lnTo>
                  <a:lnTo>
                    <a:pt x="2663279" y="3819385"/>
                  </a:lnTo>
                  <a:lnTo>
                    <a:pt x="2655849" y="3862324"/>
                  </a:lnTo>
                  <a:lnTo>
                    <a:pt x="2660307" y="3893413"/>
                  </a:lnTo>
                  <a:lnTo>
                    <a:pt x="2674137" y="3922953"/>
                  </a:lnTo>
                  <a:lnTo>
                    <a:pt x="2698038" y="3949408"/>
                  </a:lnTo>
                  <a:lnTo>
                    <a:pt x="2732709" y="3971252"/>
                  </a:lnTo>
                  <a:lnTo>
                    <a:pt x="2733433" y="3973512"/>
                  </a:lnTo>
                  <a:lnTo>
                    <a:pt x="2693225" y="3995877"/>
                  </a:lnTo>
                  <a:lnTo>
                    <a:pt x="2662948" y="4024985"/>
                  </a:lnTo>
                  <a:lnTo>
                    <a:pt x="2643860" y="4060825"/>
                  </a:lnTo>
                  <a:lnTo>
                    <a:pt x="2637218" y="4103382"/>
                  </a:lnTo>
                  <a:lnTo>
                    <a:pt x="2644394" y="4144226"/>
                  </a:lnTo>
                  <a:lnTo>
                    <a:pt x="2665247" y="4180179"/>
                  </a:lnTo>
                  <a:lnTo>
                    <a:pt x="2698775" y="4208843"/>
                  </a:lnTo>
                  <a:lnTo>
                    <a:pt x="2743962" y="4227804"/>
                  </a:lnTo>
                  <a:lnTo>
                    <a:pt x="2799816" y="4234650"/>
                  </a:lnTo>
                  <a:lnTo>
                    <a:pt x="2852483" y="4228084"/>
                  </a:lnTo>
                  <a:lnTo>
                    <a:pt x="2897822" y="4209313"/>
                  </a:lnTo>
                  <a:lnTo>
                    <a:pt x="2924708" y="4186898"/>
                  </a:lnTo>
                  <a:lnTo>
                    <a:pt x="2933319" y="4179722"/>
                  </a:lnTo>
                  <a:lnTo>
                    <a:pt x="2956445" y="4140695"/>
                  </a:lnTo>
                  <a:lnTo>
                    <a:pt x="2964713" y="4093629"/>
                  </a:lnTo>
                  <a:close/>
                </a:path>
                <a:path w="4758054" h="10208260">
                  <a:moveTo>
                    <a:pt x="2964713" y="2600401"/>
                  </a:moveTo>
                  <a:lnTo>
                    <a:pt x="2957944" y="2559304"/>
                  </a:lnTo>
                  <a:lnTo>
                    <a:pt x="2938513" y="2524569"/>
                  </a:lnTo>
                  <a:lnTo>
                    <a:pt x="2907754" y="2496413"/>
                  </a:lnTo>
                  <a:lnTo>
                    <a:pt x="2898330" y="2491486"/>
                  </a:lnTo>
                  <a:lnTo>
                    <a:pt x="2898330" y="2607081"/>
                  </a:lnTo>
                  <a:lnTo>
                    <a:pt x="2891472" y="2641689"/>
                  </a:lnTo>
                  <a:lnTo>
                    <a:pt x="2871940" y="2669108"/>
                  </a:lnTo>
                  <a:lnTo>
                    <a:pt x="2841371" y="2687155"/>
                  </a:lnTo>
                  <a:lnTo>
                    <a:pt x="2801353" y="2693657"/>
                  </a:lnTo>
                  <a:lnTo>
                    <a:pt x="2759760" y="2686126"/>
                  </a:lnTo>
                  <a:lnTo>
                    <a:pt x="2728785" y="2665857"/>
                  </a:lnTo>
                  <a:lnTo>
                    <a:pt x="2709837" y="2636355"/>
                  </a:lnTo>
                  <a:lnTo>
                    <a:pt x="2704325" y="2601125"/>
                  </a:lnTo>
                  <a:lnTo>
                    <a:pt x="2704439" y="2600401"/>
                  </a:lnTo>
                  <a:lnTo>
                    <a:pt x="2710002" y="2568283"/>
                  </a:lnTo>
                  <a:lnTo>
                    <a:pt x="2726715" y="2539962"/>
                  </a:lnTo>
                  <a:lnTo>
                    <a:pt x="2754071" y="2517203"/>
                  </a:lnTo>
                  <a:lnTo>
                    <a:pt x="2791650" y="2501176"/>
                  </a:lnTo>
                  <a:lnTo>
                    <a:pt x="2835757" y="2517203"/>
                  </a:lnTo>
                  <a:lnTo>
                    <a:pt x="2869615" y="2539009"/>
                  </a:lnTo>
                  <a:lnTo>
                    <a:pt x="2890901" y="2568283"/>
                  </a:lnTo>
                  <a:lnTo>
                    <a:pt x="2898330" y="2607081"/>
                  </a:lnTo>
                  <a:lnTo>
                    <a:pt x="2898330" y="2491486"/>
                  </a:lnTo>
                  <a:lnTo>
                    <a:pt x="2866961" y="2475039"/>
                  </a:lnTo>
                  <a:lnTo>
                    <a:pt x="2866961" y="2472779"/>
                  </a:lnTo>
                  <a:lnTo>
                    <a:pt x="2896311" y="2454135"/>
                  </a:lnTo>
                  <a:lnTo>
                    <a:pt x="2904629" y="2448852"/>
                  </a:lnTo>
                  <a:lnTo>
                    <a:pt x="2929267" y="2420823"/>
                  </a:lnTo>
                  <a:lnTo>
                    <a:pt x="2942717" y="2390406"/>
                  </a:lnTo>
                  <a:lnTo>
                    <a:pt x="2946793" y="2359342"/>
                  </a:lnTo>
                  <a:lnTo>
                    <a:pt x="2941167" y="2323719"/>
                  </a:lnTo>
                  <a:lnTo>
                    <a:pt x="2924251" y="2291207"/>
                  </a:lnTo>
                  <a:lnTo>
                    <a:pt x="2919780" y="2286978"/>
                  </a:lnTo>
                  <a:lnTo>
                    <a:pt x="2896057" y="2264562"/>
                  </a:lnTo>
                  <a:lnTo>
                    <a:pt x="2884157" y="2259139"/>
                  </a:lnTo>
                  <a:lnTo>
                    <a:pt x="2884157" y="2366073"/>
                  </a:lnTo>
                  <a:lnTo>
                    <a:pt x="2878493" y="2396401"/>
                  </a:lnTo>
                  <a:lnTo>
                    <a:pt x="2862897" y="2421280"/>
                  </a:lnTo>
                  <a:lnTo>
                    <a:pt x="2839453" y="2440571"/>
                  </a:lnTo>
                  <a:lnTo>
                    <a:pt x="2810281" y="2454135"/>
                  </a:lnTo>
                  <a:lnTo>
                    <a:pt x="2772079" y="2440571"/>
                  </a:lnTo>
                  <a:lnTo>
                    <a:pt x="2743060" y="2421940"/>
                  </a:lnTo>
                  <a:lnTo>
                    <a:pt x="2724391" y="2396921"/>
                  </a:lnTo>
                  <a:lnTo>
                    <a:pt x="2724289" y="2396401"/>
                  </a:lnTo>
                  <a:lnTo>
                    <a:pt x="2717812" y="2364575"/>
                  </a:lnTo>
                  <a:lnTo>
                    <a:pt x="2723324" y="2334818"/>
                  </a:lnTo>
                  <a:lnTo>
                    <a:pt x="2739517" y="2310104"/>
                  </a:lnTo>
                  <a:lnTo>
                    <a:pt x="2765920" y="2293226"/>
                  </a:lnTo>
                  <a:lnTo>
                    <a:pt x="2802064" y="2286978"/>
                  </a:lnTo>
                  <a:lnTo>
                    <a:pt x="2839758" y="2293886"/>
                  </a:lnTo>
                  <a:lnTo>
                    <a:pt x="2865221" y="2311971"/>
                  </a:lnTo>
                  <a:lnTo>
                    <a:pt x="2879623" y="2337333"/>
                  </a:lnTo>
                  <a:lnTo>
                    <a:pt x="2884157" y="2366073"/>
                  </a:lnTo>
                  <a:lnTo>
                    <a:pt x="2884157" y="2259139"/>
                  </a:lnTo>
                  <a:lnTo>
                    <a:pt x="2856573" y="2246553"/>
                  </a:lnTo>
                  <a:lnTo>
                    <a:pt x="2805811" y="2239949"/>
                  </a:lnTo>
                  <a:lnTo>
                    <a:pt x="2757551" y="2245995"/>
                  </a:lnTo>
                  <a:lnTo>
                    <a:pt x="2716276" y="2263267"/>
                  </a:lnTo>
                  <a:lnTo>
                    <a:pt x="2684145" y="2290419"/>
                  </a:lnTo>
                  <a:lnTo>
                    <a:pt x="2663279" y="2326119"/>
                  </a:lnTo>
                  <a:lnTo>
                    <a:pt x="2655849" y="2369045"/>
                  </a:lnTo>
                  <a:lnTo>
                    <a:pt x="2660307" y="2400135"/>
                  </a:lnTo>
                  <a:lnTo>
                    <a:pt x="2674137" y="2429675"/>
                  </a:lnTo>
                  <a:lnTo>
                    <a:pt x="2698038" y="2456154"/>
                  </a:lnTo>
                  <a:lnTo>
                    <a:pt x="2732709" y="2478024"/>
                  </a:lnTo>
                  <a:lnTo>
                    <a:pt x="2733433" y="2480284"/>
                  </a:lnTo>
                  <a:lnTo>
                    <a:pt x="2693225" y="2502649"/>
                  </a:lnTo>
                  <a:lnTo>
                    <a:pt x="2662948" y="2531745"/>
                  </a:lnTo>
                  <a:lnTo>
                    <a:pt x="2643860" y="2567571"/>
                  </a:lnTo>
                  <a:lnTo>
                    <a:pt x="2637218" y="2610104"/>
                  </a:lnTo>
                  <a:lnTo>
                    <a:pt x="2644394" y="2650972"/>
                  </a:lnTo>
                  <a:lnTo>
                    <a:pt x="2665247" y="2686939"/>
                  </a:lnTo>
                  <a:lnTo>
                    <a:pt x="2698775" y="2715603"/>
                  </a:lnTo>
                  <a:lnTo>
                    <a:pt x="2743962" y="2734564"/>
                  </a:lnTo>
                  <a:lnTo>
                    <a:pt x="2799816" y="2741422"/>
                  </a:lnTo>
                  <a:lnTo>
                    <a:pt x="2852483" y="2734843"/>
                  </a:lnTo>
                  <a:lnTo>
                    <a:pt x="2897822" y="2716060"/>
                  </a:lnTo>
                  <a:lnTo>
                    <a:pt x="2924695" y="2693657"/>
                  </a:lnTo>
                  <a:lnTo>
                    <a:pt x="2933319" y="2686469"/>
                  </a:lnTo>
                  <a:lnTo>
                    <a:pt x="2956445" y="2647442"/>
                  </a:lnTo>
                  <a:lnTo>
                    <a:pt x="2964713" y="2600401"/>
                  </a:lnTo>
                  <a:close/>
                </a:path>
                <a:path w="4758054" h="10208260">
                  <a:moveTo>
                    <a:pt x="2965437" y="245529"/>
                  </a:moveTo>
                  <a:lnTo>
                    <a:pt x="2961919" y="183286"/>
                  </a:lnTo>
                  <a:lnTo>
                    <a:pt x="2951518" y="129298"/>
                  </a:lnTo>
                  <a:lnTo>
                    <a:pt x="2934741" y="84670"/>
                  </a:lnTo>
                  <a:lnTo>
                    <a:pt x="2912935" y="50838"/>
                  </a:lnTo>
                  <a:lnTo>
                    <a:pt x="2911094" y="47993"/>
                  </a:lnTo>
                  <a:lnTo>
                    <a:pt x="2899816" y="37985"/>
                  </a:lnTo>
                  <a:lnTo>
                    <a:pt x="2899816" y="248602"/>
                  </a:lnTo>
                  <a:lnTo>
                    <a:pt x="2895943" y="317144"/>
                  </a:lnTo>
                  <a:lnTo>
                    <a:pt x="2884233" y="373240"/>
                  </a:lnTo>
                  <a:lnTo>
                    <a:pt x="2864523" y="415277"/>
                  </a:lnTo>
                  <a:lnTo>
                    <a:pt x="2836684" y="441680"/>
                  </a:lnTo>
                  <a:lnTo>
                    <a:pt x="2800578" y="450837"/>
                  </a:lnTo>
                  <a:lnTo>
                    <a:pt x="2767431" y="442366"/>
                  </a:lnTo>
                  <a:lnTo>
                    <a:pt x="2740152" y="417512"/>
                  </a:lnTo>
                  <a:lnTo>
                    <a:pt x="2719590" y="377113"/>
                  </a:lnTo>
                  <a:lnTo>
                    <a:pt x="2706624" y="322008"/>
                  </a:lnTo>
                  <a:lnTo>
                    <a:pt x="2702115" y="253022"/>
                  </a:lnTo>
                  <a:lnTo>
                    <a:pt x="2702153" y="252298"/>
                  </a:lnTo>
                  <a:lnTo>
                    <a:pt x="2706916" y="181279"/>
                  </a:lnTo>
                  <a:lnTo>
                    <a:pt x="2720492" y="124790"/>
                  </a:lnTo>
                  <a:lnTo>
                    <a:pt x="2741599" y="83959"/>
                  </a:lnTo>
                  <a:lnTo>
                    <a:pt x="2801353" y="50838"/>
                  </a:lnTo>
                  <a:lnTo>
                    <a:pt x="2837650" y="59931"/>
                  </a:lnTo>
                  <a:lnTo>
                    <a:pt x="2884703" y="127381"/>
                  </a:lnTo>
                  <a:lnTo>
                    <a:pt x="2896095" y="182168"/>
                  </a:lnTo>
                  <a:lnTo>
                    <a:pt x="2899816" y="248602"/>
                  </a:lnTo>
                  <a:lnTo>
                    <a:pt x="2899816" y="37985"/>
                  </a:lnTo>
                  <a:lnTo>
                    <a:pt x="2881325" y="21551"/>
                  </a:lnTo>
                  <a:lnTo>
                    <a:pt x="2845993" y="5435"/>
                  </a:lnTo>
                  <a:lnTo>
                    <a:pt x="2845676" y="5435"/>
                  </a:lnTo>
                  <a:lnTo>
                    <a:pt x="2805049" y="0"/>
                  </a:lnTo>
                  <a:lnTo>
                    <a:pt x="2764701" y="5435"/>
                  </a:lnTo>
                  <a:lnTo>
                    <a:pt x="2728557" y="21551"/>
                  </a:lnTo>
                  <a:lnTo>
                    <a:pt x="2697429" y="47993"/>
                  </a:lnTo>
                  <a:lnTo>
                    <a:pt x="2671800" y="84670"/>
                  </a:lnTo>
                  <a:lnTo>
                    <a:pt x="2652649" y="131114"/>
                  </a:lnTo>
                  <a:lnTo>
                    <a:pt x="2640622" y="187083"/>
                  </a:lnTo>
                  <a:lnTo>
                    <a:pt x="2636443" y="252298"/>
                  </a:lnTo>
                  <a:lnTo>
                    <a:pt x="2636494" y="253022"/>
                  </a:lnTo>
                  <a:lnTo>
                    <a:pt x="2640825" y="316598"/>
                  </a:lnTo>
                  <a:lnTo>
                    <a:pt x="2640939" y="317144"/>
                  </a:lnTo>
                  <a:lnTo>
                    <a:pt x="2652318" y="371843"/>
                  </a:lnTo>
                  <a:lnTo>
                    <a:pt x="2670378" y="417703"/>
                  </a:lnTo>
                  <a:lnTo>
                    <a:pt x="2694406" y="453898"/>
                  </a:lnTo>
                  <a:lnTo>
                    <a:pt x="2723870" y="480136"/>
                  </a:lnTo>
                  <a:lnTo>
                    <a:pt x="2758198" y="496087"/>
                  </a:lnTo>
                  <a:lnTo>
                    <a:pt x="2796832" y="501472"/>
                  </a:lnTo>
                  <a:lnTo>
                    <a:pt x="2834932" y="497243"/>
                  </a:lnTo>
                  <a:lnTo>
                    <a:pt x="2897403" y="463981"/>
                  </a:lnTo>
                  <a:lnTo>
                    <a:pt x="2940418" y="398995"/>
                  </a:lnTo>
                  <a:lnTo>
                    <a:pt x="2954197" y="355104"/>
                  </a:lnTo>
                  <a:lnTo>
                    <a:pt x="2962605" y="303885"/>
                  </a:lnTo>
                  <a:lnTo>
                    <a:pt x="2965437" y="245529"/>
                  </a:lnTo>
                  <a:close/>
                </a:path>
                <a:path w="4758054" h="10208260">
                  <a:moveTo>
                    <a:pt x="2966199" y="7670838"/>
                  </a:moveTo>
                  <a:lnTo>
                    <a:pt x="2961221" y="7612672"/>
                  </a:lnTo>
                  <a:lnTo>
                    <a:pt x="2946679" y="7562748"/>
                  </a:lnTo>
                  <a:lnTo>
                    <a:pt x="2923222" y="7522134"/>
                  </a:lnTo>
                  <a:lnTo>
                    <a:pt x="2899816" y="7499769"/>
                  </a:lnTo>
                  <a:lnTo>
                    <a:pt x="2899816" y="7662621"/>
                  </a:lnTo>
                  <a:lnTo>
                    <a:pt x="2899816" y="7673048"/>
                  </a:lnTo>
                  <a:lnTo>
                    <a:pt x="2877858" y="7706715"/>
                  </a:lnTo>
                  <a:lnTo>
                    <a:pt x="2829420" y="7733411"/>
                  </a:lnTo>
                  <a:lnTo>
                    <a:pt x="2798318" y="7737246"/>
                  </a:lnTo>
                  <a:lnTo>
                    <a:pt x="2759837" y="7729652"/>
                  </a:lnTo>
                  <a:lnTo>
                    <a:pt x="2730449" y="7708417"/>
                  </a:lnTo>
                  <a:lnTo>
                    <a:pt x="2711691" y="7675842"/>
                  </a:lnTo>
                  <a:lnTo>
                    <a:pt x="2705087" y="7634224"/>
                  </a:lnTo>
                  <a:lnTo>
                    <a:pt x="2712135" y="7586853"/>
                  </a:lnTo>
                  <a:lnTo>
                    <a:pt x="2731846" y="7549553"/>
                  </a:lnTo>
                  <a:lnTo>
                    <a:pt x="2762046" y="7525131"/>
                  </a:lnTo>
                  <a:lnTo>
                    <a:pt x="2800578" y="7516368"/>
                  </a:lnTo>
                  <a:lnTo>
                    <a:pt x="2845041" y="7527569"/>
                  </a:lnTo>
                  <a:lnTo>
                    <a:pt x="2875940" y="7558430"/>
                  </a:lnTo>
                  <a:lnTo>
                    <a:pt x="2893961" y="7604823"/>
                  </a:lnTo>
                  <a:lnTo>
                    <a:pt x="2899816" y="7662621"/>
                  </a:lnTo>
                  <a:lnTo>
                    <a:pt x="2899816" y="7499769"/>
                  </a:lnTo>
                  <a:lnTo>
                    <a:pt x="2891510" y="7491831"/>
                  </a:lnTo>
                  <a:lnTo>
                    <a:pt x="2852153" y="7472896"/>
                  </a:lnTo>
                  <a:lnTo>
                    <a:pt x="2805811" y="7466355"/>
                  </a:lnTo>
                  <a:lnTo>
                    <a:pt x="2759087" y="7472743"/>
                  </a:lnTo>
                  <a:lnTo>
                    <a:pt x="2718765" y="7490638"/>
                  </a:lnTo>
                  <a:lnTo>
                    <a:pt x="2685796" y="7518120"/>
                  </a:lnTo>
                  <a:lnTo>
                    <a:pt x="2661081" y="7553236"/>
                  </a:lnTo>
                  <a:lnTo>
                    <a:pt x="2645575" y="7594092"/>
                  </a:lnTo>
                  <a:lnTo>
                    <a:pt x="2640190" y="7638745"/>
                  </a:lnTo>
                  <a:lnTo>
                    <a:pt x="2646705" y="7685976"/>
                  </a:lnTo>
                  <a:lnTo>
                    <a:pt x="2665476" y="7726769"/>
                  </a:lnTo>
                  <a:lnTo>
                    <a:pt x="2695308" y="7758798"/>
                  </a:lnTo>
                  <a:lnTo>
                    <a:pt x="2735021" y="7779715"/>
                  </a:lnTo>
                  <a:lnTo>
                    <a:pt x="2783433" y="7787208"/>
                  </a:lnTo>
                  <a:lnTo>
                    <a:pt x="2817952" y="7783677"/>
                  </a:lnTo>
                  <a:lnTo>
                    <a:pt x="2848622" y="7773429"/>
                  </a:lnTo>
                  <a:lnTo>
                    <a:pt x="2875229" y="7757007"/>
                  </a:lnTo>
                  <a:lnTo>
                    <a:pt x="2895269" y="7737246"/>
                  </a:lnTo>
                  <a:lnTo>
                    <a:pt x="2897568" y="7734986"/>
                  </a:lnTo>
                  <a:lnTo>
                    <a:pt x="2899816" y="7734986"/>
                  </a:lnTo>
                  <a:lnTo>
                    <a:pt x="2890520" y="7775308"/>
                  </a:lnTo>
                  <a:lnTo>
                    <a:pt x="2857944" y="7839710"/>
                  </a:lnTo>
                  <a:lnTo>
                    <a:pt x="2813507" y="7881734"/>
                  </a:lnTo>
                  <a:lnTo>
                    <a:pt x="2762224" y="7905242"/>
                  </a:lnTo>
                  <a:lnTo>
                    <a:pt x="2718473" y="7912633"/>
                  </a:lnTo>
                  <a:lnTo>
                    <a:pt x="2692349" y="7913967"/>
                  </a:lnTo>
                  <a:lnTo>
                    <a:pt x="2681211" y="7913383"/>
                  </a:lnTo>
                  <a:lnTo>
                    <a:pt x="2681211" y="7967104"/>
                  </a:lnTo>
                  <a:lnTo>
                    <a:pt x="2724353" y="7965605"/>
                  </a:lnTo>
                  <a:lnTo>
                    <a:pt x="2780461" y="7955801"/>
                  </a:lnTo>
                  <a:lnTo>
                    <a:pt x="2817736" y="7942351"/>
                  </a:lnTo>
                  <a:lnTo>
                    <a:pt x="2852229" y="7923162"/>
                  </a:lnTo>
                  <a:lnTo>
                    <a:pt x="2882671" y="7898447"/>
                  </a:lnTo>
                  <a:lnTo>
                    <a:pt x="2909697" y="7867231"/>
                  </a:lnTo>
                  <a:lnTo>
                    <a:pt x="2932696" y="7829042"/>
                  </a:lnTo>
                  <a:lnTo>
                    <a:pt x="2950553" y="7783677"/>
                  </a:lnTo>
                  <a:lnTo>
                    <a:pt x="2961233" y="7734986"/>
                  </a:lnTo>
                  <a:lnTo>
                    <a:pt x="2962198" y="7729652"/>
                  </a:lnTo>
                  <a:lnTo>
                    <a:pt x="2966199" y="7670838"/>
                  </a:lnTo>
                  <a:close/>
                </a:path>
                <a:path w="4758054" h="10208260">
                  <a:moveTo>
                    <a:pt x="2967698" y="9290253"/>
                  </a:moveTo>
                  <a:lnTo>
                    <a:pt x="2960725" y="9237548"/>
                  </a:lnTo>
                  <a:lnTo>
                    <a:pt x="2940939" y="9194127"/>
                  </a:lnTo>
                  <a:lnTo>
                    <a:pt x="2930156" y="9182722"/>
                  </a:lnTo>
                  <a:lnTo>
                    <a:pt x="2910001" y="9161386"/>
                  </a:lnTo>
                  <a:lnTo>
                    <a:pt x="2901315" y="9156941"/>
                  </a:lnTo>
                  <a:lnTo>
                    <a:pt x="2901315" y="9293949"/>
                  </a:lnTo>
                  <a:lnTo>
                    <a:pt x="2894482" y="9341396"/>
                  </a:lnTo>
                  <a:lnTo>
                    <a:pt x="2875191" y="9378150"/>
                  </a:lnTo>
                  <a:lnTo>
                    <a:pt x="2845282" y="9401899"/>
                  </a:lnTo>
                  <a:lnTo>
                    <a:pt x="2806535" y="9410319"/>
                  </a:lnTo>
                  <a:lnTo>
                    <a:pt x="2761145" y="9399867"/>
                  </a:lnTo>
                  <a:lnTo>
                    <a:pt x="2728036" y="9370885"/>
                  </a:lnTo>
                  <a:lnTo>
                    <a:pt x="2707525" y="9326931"/>
                  </a:lnTo>
                  <a:lnTo>
                    <a:pt x="2699905" y="9271559"/>
                  </a:lnTo>
                  <a:lnTo>
                    <a:pt x="2700426" y="9263012"/>
                  </a:lnTo>
                  <a:lnTo>
                    <a:pt x="2724010" y="9218308"/>
                  </a:lnTo>
                  <a:lnTo>
                    <a:pt x="2767406" y="9189491"/>
                  </a:lnTo>
                  <a:lnTo>
                    <a:pt x="2772499" y="9187104"/>
                  </a:lnTo>
                  <a:lnTo>
                    <a:pt x="2842463" y="9190330"/>
                  </a:lnTo>
                  <a:lnTo>
                    <a:pt x="2873984" y="9212301"/>
                  </a:lnTo>
                  <a:lnTo>
                    <a:pt x="2894190" y="9247276"/>
                  </a:lnTo>
                  <a:lnTo>
                    <a:pt x="2901315" y="9293949"/>
                  </a:lnTo>
                  <a:lnTo>
                    <a:pt x="2901315" y="9156941"/>
                  </a:lnTo>
                  <a:lnTo>
                    <a:pt x="2869628" y="9140711"/>
                  </a:lnTo>
                  <a:lnTo>
                    <a:pt x="2821470" y="9133510"/>
                  </a:lnTo>
                  <a:lnTo>
                    <a:pt x="2783776" y="9137955"/>
                  </a:lnTo>
                  <a:lnTo>
                    <a:pt x="2751747" y="9149893"/>
                  </a:lnTo>
                  <a:lnTo>
                    <a:pt x="2751607" y="9149893"/>
                  </a:lnTo>
                  <a:lnTo>
                    <a:pt x="2724835" y="9167812"/>
                  </a:lnTo>
                  <a:lnTo>
                    <a:pt x="2704325" y="9189491"/>
                  </a:lnTo>
                  <a:lnTo>
                    <a:pt x="2702115" y="9189491"/>
                  </a:lnTo>
                  <a:lnTo>
                    <a:pt x="2714066" y="9142539"/>
                  </a:lnTo>
                  <a:lnTo>
                    <a:pt x="2736646" y="9099245"/>
                  </a:lnTo>
                  <a:lnTo>
                    <a:pt x="2770124" y="9062187"/>
                  </a:lnTo>
                  <a:lnTo>
                    <a:pt x="2814726" y="9033942"/>
                  </a:lnTo>
                  <a:lnTo>
                    <a:pt x="2870708" y="9017102"/>
                  </a:lnTo>
                  <a:lnTo>
                    <a:pt x="2898317" y="9014117"/>
                  </a:lnTo>
                  <a:lnTo>
                    <a:pt x="2900070" y="9014117"/>
                  </a:lnTo>
                  <a:lnTo>
                    <a:pt x="2909227" y="9013838"/>
                  </a:lnTo>
                  <a:lnTo>
                    <a:pt x="2919946" y="9014117"/>
                  </a:lnTo>
                  <a:lnTo>
                    <a:pt x="2919946" y="9013838"/>
                  </a:lnTo>
                  <a:lnTo>
                    <a:pt x="2919946" y="8960345"/>
                  </a:lnTo>
                  <a:lnTo>
                    <a:pt x="2872206" y="8964104"/>
                  </a:lnTo>
                  <a:lnTo>
                    <a:pt x="2827820" y="8972893"/>
                  </a:lnTo>
                  <a:lnTo>
                    <a:pt x="2786786" y="8987904"/>
                  </a:lnTo>
                  <a:lnTo>
                    <a:pt x="2749677" y="9008910"/>
                  </a:lnTo>
                  <a:lnTo>
                    <a:pt x="2717050" y="9035732"/>
                  </a:lnTo>
                  <a:lnTo>
                    <a:pt x="2690177" y="9067648"/>
                  </a:lnTo>
                  <a:lnTo>
                    <a:pt x="2667520" y="9105811"/>
                  </a:lnTo>
                  <a:lnTo>
                    <a:pt x="2650096" y="9149893"/>
                  </a:lnTo>
                  <a:lnTo>
                    <a:pt x="2638933" y="9199410"/>
                  </a:lnTo>
                  <a:lnTo>
                    <a:pt x="2634958" y="9254350"/>
                  </a:lnTo>
                  <a:lnTo>
                    <a:pt x="2635034" y="9255315"/>
                  </a:lnTo>
                  <a:lnTo>
                    <a:pt x="2639022" y="9305531"/>
                  </a:lnTo>
                  <a:lnTo>
                    <a:pt x="2650833" y="9350527"/>
                  </a:lnTo>
                  <a:lnTo>
                    <a:pt x="2669832" y="9388704"/>
                  </a:lnTo>
                  <a:lnTo>
                    <a:pt x="2695460" y="9419463"/>
                  </a:lnTo>
                  <a:lnTo>
                    <a:pt x="2727172" y="9442183"/>
                  </a:lnTo>
                  <a:lnTo>
                    <a:pt x="2764383" y="9456280"/>
                  </a:lnTo>
                  <a:lnTo>
                    <a:pt x="2806535" y="9461106"/>
                  </a:lnTo>
                  <a:lnTo>
                    <a:pt x="2853448" y="9454617"/>
                  </a:lnTo>
                  <a:lnTo>
                    <a:pt x="2893085" y="9436532"/>
                  </a:lnTo>
                  <a:lnTo>
                    <a:pt x="2923311" y="9410319"/>
                  </a:lnTo>
                  <a:lnTo>
                    <a:pt x="2924886" y="9408960"/>
                  </a:lnTo>
                  <a:lnTo>
                    <a:pt x="2948292" y="9373984"/>
                  </a:lnTo>
                  <a:lnTo>
                    <a:pt x="2962757" y="9333713"/>
                  </a:lnTo>
                  <a:lnTo>
                    <a:pt x="2967698" y="9290253"/>
                  </a:lnTo>
                  <a:close/>
                </a:path>
                <a:path w="4758054" h="10208260">
                  <a:moveTo>
                    <a:pt x="2967698" y="1823948"/>
                  </a:moveTo>
                  <a:lnTo>
                    <a:pt x="2960725" y="1771243"/>
                  </a:lnTo>
                  <a:lnTo>
                    <a:pt x="2940939" y="1727822"/>
                  </a:lnTo>
                  <a:lnTo>
                    <a:pt x="2930156" y="1716417"/>
                  </a:lnTo>
                  <a:lnTo>
                    <a:pt x="2910001" y="1695081"/>
                  </a:lnTo>
                  <a:lnTo>
                    <a:pt x="2901315" y="1690636"/>
                  </a:lnTo>
                  <a:lnTo>
                    <a:pt x="2901315" y="1827644"/>
                  </a:lnTo>
                  <a:lnTo>
                    <a:pt x="2894482" y="1875104"/>
                  </a:lnTo>
                  <a:lnTo>
                    <a:pt x="2875191" y="1911845"/>
                  </a:lnTo>
                  <a:lnTo>
                    <a:pt x="2845282" y="1935594"/>
                  </a:lnTo>
                  <a:lnTo>
                    <a:pt x="2806535" y="1944014"/>
                  </a:lnTo>
                  <a:lnTo>
                    <a:pt x="2761145" y="1933562"/>
                  </a:lnTo>
                  <a:lnTo>
                    <a:pt x="2728036" y="1904580"/>
                  </a:lnTo>
                  <a:lnTo>
                    <a:pt x="2707525" y="1860626"/>
                  </a:lnTo>
                  <a:lnTo>
                    <a:pt x="2699905" y="1805254"/>
                  </a:lnTo>
                  <a:lnTo>
                    <a:pt x="2700426" y="1796707"/>
                  </a:lnTo>
                  <a:lnTo>
                    <a:pt x="2724010" y="1752028"/>
                  </a:lnTo>
                  <a:lnTo>
                    <a:pt x="2767431" y="1723186"/>
                  </a:lnTo>
                  <a:lnTo>
                    <a:pt x="2801353" y="1716417"/>
                  </a:lnTo>
                  <a:lnTo>
                    <a:pt x="2842463" y="1724037"/>
                  </a:lnTo>
                  <a:lnTo>
                    <a:pt x="2873984" y="1746008"/>
                  </a:lnTo>
                  <a:lnTo>
                    <a:pt x="2894190" y="1780997"/>
                  </a:lnTo>
                  <a:lnTo>
                    <a:pt x="2901315" y="1827644"/>
                  </a:lnTo>
                  <a:lnTo>
                    <a:pt x="2901315" y="1690636"/>
                  </a:lnTo>
                  <a:lnTo>
                    <a:pt x="2869628" y="1674418"/>
                  </a:lnTo>
                  <a:lnTo>
                    <a:pt x="2821470" y="1667217"/>
                  </a:lnTo>
                  <a:lnTo>
                    <a:pt x="2783776" y="1671650"/>
                  </a:lnTo>
                  <a:lnTo>
                    <a:pt x="2751747" y="1683588"/>
                  </a:lnTo>
                  <a:lnTo>
                    <a:pt x="2751607" y="1683588"/>
                  </a:lnTo>
                  <a:lnTo>
                    <a:pt x="2724835" y="1701507"/>
                  </a:lnTo>
                  <a:lnTo>
                    <a:pt x="2704325" y="1723186"/>
                  </a:lnTo>
                  <a:lnTo>
                    <a:pt x="2702115" y="1723186"/>
                  </a:lnTo>
                  <a:lnTo>
                    <a:pt x="2714066" y="1676247"/>
                  </a:lnTo>
                  <a:lnTo>
                    <a:pt x="2736646" y="1632953"/>
                  </a:lnTo>
                  <a:lnTo>
                    <a:pt x="2770124" y="1595894"/>
                  </a:lnTo>
                  <a:lnTo>
                    <a:pt x="2814726" y="1567637"/>
                  </a:lnTo>
                  <a:lnTo>
                    <a:pt x="2870708" y="1550797"/>
                  </a:lnTo>
                  <a:lnTo>
                    <a:pt x="2898317" y="1547812"/>
                  </a:lnTo>
                  <a:lnTo>
                    <a:pt x="2900070" y="1547812"/>
                  </a:lnTo>
                  <a:lnTo>
                    <a:pt x="2909227" y="1547533"/>
                  </a:lnTo>
                  <a:lnTo>
                    <a:pt x="2919946" y="1547812"/>
                  </a:lnTo>
                  <a:lnTo>
                    <a:pt x="2919946" y="1547533"/>
                  </a:lnTo>
                  <a:lnTo>
                    <a:pt x="2919946" y="1494053"/>
                  </a:lnTo>
                  <a:lnTo>
                    <a:pt x="2872206" y="1497799"/>
                  </a:lnTo>
                  <a:lnTo>
                    <a:pt x="2827820" y="1506588"/>
                  </a:lnTo>
                  <a:lnTo>
                    <a:pt x="2786786" y="1521599"/>
                  </a:lnTo>
                  <a:lnTo>
                    <a:pt x="2749677" y="1542618"/>
                  </a:lnTo>
                  <a:lnTo>
                    <a:pt x="2717050" y="1569440"/>
                  </a:lnTo>
                  <a:lnTo>
                    <a:pt x="2690177" y="1601343"/>
                  </a:lnTo>
                  <a:lnTo>
                    <a:pt x="2667520" y="1639506"/>
                  </a:lnTo>
                  <a:lnTo>
                    <a:pt x="2650096" y="1683588"/>
                  </a:lnTo>
                  <a:lnTo>
                    <a:pt x="2638933" y="1733130"/>
                  </a:lnTo>
                  <a:lnTo>
                    <a:pt x="2634958" y="1788058"/>
                  </a:lnTo>
                  <a:lnTo>
                    <a:pt x="2635034" y="1789010"/>
                  </a:lnTo>
                  <a:lnTo>
                    <a:pt x="2639022" y="1839226"/>
                  </a:lnTo>
                  <a:lnTo>
                    <a:pt x="2650833" y="1884210"/>
                  </a:lnTo>
                  <a:lnTo>
                    <a:pt x="2669832" y="1922373"/>
                  </a:lnTo>
                  <a:lnTo>
                    <a:pt x="2695460" y="1953133"/>
                  </a:lnTo>
                  <a:lnTo>
                    <a:pt x="2727172" y="1975853"/>
                  </a:lnTo>
                  <a:lnTo>
                    <a:pt x="2764383" y="1989924"/>
                  </a:lnTo>
                  <a:lnTo>
                    <a:pt x="2806535" y="1994750"/>
                  </a:lnTo>
                  <a:lnTo>
                    <a:pt x="2853448" y="1988261"/>
                  </a:lnTo>
                  <a:lnTo>
                    <a:pt x="2893085" y="1970189"/>
                  </a:lnTo>
                  <a:lnTo>
                    <a:pt x="2923286" y="1944014"/>
                  </a:lnTo>
                  <a:lnTo>
                    <a:pt x="2924886" y="1942630"/>
                  </a:lnTo>
                  <a:lnTo>
                    <a:pt x="2948292" y="1907667"/>
                  </a:lnTo>
                  <a:lnTo>
                    <a:pt x="2962757" y="1867408"/>
                  </a:lnTo>
                  <a:lnTo>
                    <a:pt x="2967698" y="1823948"/>
                  </a:lnTo>
                  <a:close/>
                </a:path>
                <a:path w="4758054" h="10208260">
                  <a:moveTo>
                    <a:pt x="3838041" y="9295435"/>
                  </a:moveTo>
                  <a:lnTo>
                    <a:pt x="3832542" y="9253207"/>
                  </a:lnTo>
                  <a:lnTo>
                    <a:pt x="3795547" y="9190838"/>
                  </a:lnTo>
                  <a:lnTo>
                    <a:pt x="3745001" y="9159202"/>
                  </a:lnTo>
                  <a:lnTo>
                    <a:pt x="3692093" y="9146273"/>
                  </a:lnTo>
                  <a:lnTo>
                    <a:pt x="3664254" y="9144711"/>
                  </a:lnTo>
                  <a:lnTo>
                    <a:pt x="3652075" y="9144965"/>
                  </a:lnTo>
                  <a:lnTo>
                    <a:pt x="3641941" y="9145626"/>
                  </a:lnTo>
                  <a:lnTo>
                    <a:pt x="3624669" y="9147696"/>
                  </a:lnTo>
                  <a:lnTo>
                    <a:pt x="3643299" y="9023058"/>
                  </a:lnTo>
                  <a:lnTo>
                    <a:pt x="3828338" y="9023058"/>
                  </a:lnTo>
                  <a:lnTo>
                    <a:pt x="3828338" y="8967851"/>
                  </a:lnTo>
                  <a:lnTo>
                    <a:pt x="3596322" y="8967851"/>
                  </a:lnTo>
                  <a:lnTo>
                    <a:pt x="3565004" y="9200642"/>
                  </a:lnTo>
                  <a:lnTo>
                    <a:pt x="3594951" y="9197213"/>
                  </a:lnTo>
                  <a:lnTo>
                    <a:pt x="3612540" y="9195943"/>
                  </a:lnTo>
                  <a:lnTo>
                    <a:pt x="3694747" y="9203423"/>
                  </a:lnTo>
                  <a:lnTo>
                    <a:pt x="3737965" y="9225661"/>
                  </a:lnTo>
                  <a:lnTo>
                    <a:pt x="3763149" y="9259646"/>
                  </a:lnTo>
                  <a:lnTo>
                    <a:pt x="3771608" y="9302839"/>
                  </a:lnTo>
                  <a:lnTo>
                    <a:pt x="3762362" y="9346692"/>
                  </a:lnTo>
                  <a:lnTo>
                    <a:pt x="3737381" y="9379839"/>
                  </a:lnTo>
                  <a:lnTo>
                    <a:pt x="3700805" y="9400794"/>
                  </a:lnTo>
                  <a:lnTo>
                    <a:pt x="3656749" y="9408109"/>
                  </a:lnTo>
                  <a:lnTo>
                    <a:pt x="3624821" y="9405582"/>
                  </a:lnTo>
                  <a:lnTo>
                    <a:pt x="3595954" y="9399143"/>
                  </a:lnTo>
                  <a:lnTo>
                    <a:pt x="3571557" y="9390469"/>
                  </a:lnTo>
                  <a:lnTo>
                    <a:pt x="3553053" y="9381249"/>
                  </a:lnTo>
                  <a:lnTo>
                    <a:pt x="3536670" y="9431223"/>
                  </a:lnTo>
                  <a:lnTo>
                    <a:pt x="3557854" y="9442171"/>
                  </a:lnTo>
                  <a:lnTo>
                    <a:pt x="3585895" y="9451746"/>
                  </a:lnTo>
                  <a:lnTo>
                    <a:pt x="3619538" y="9458528"/>
                  </a:lnTo>
                  <a:lnTo>
                    <a:pt x="3657523" y="9461106"/>
                  </a:lnTo>
                  <a:lnTo>
                    <a:pt x="3707409" y="9455417"/>
                  </a:lnTo>
                  <a:lnTo>
                    <a:pt x="3751059" y="9439211"/>
                  </a:lnTo>
                  <a:lnTo>
                    <a:pt x="3787216" y="9413799"/>
                  </a:lnTo>
                  <a:lnTo>
                    <a:pt x="3814610" y="9380499"/>
                  </a:lnTo>
                  <a:lnTo>
                    <a:pt x="3831971" y="9340609"/>
                  </a:lnTo>
                  <a:lnTo>
                    <a:pt x="3838041" y="9295435"/>
                  </a:lnTo>
                  <a:close/>
                </a:path>
                <a:path w="4758054" h="10208260">
                  <a:moveTo>
                    <a:pt x="3839527" y="10062235"/>
                  </a:moveTo>
                  <a:lnTo>
                    <a:pt x="3831018" y="10015791"/>
                  </a:lnTo>
                  <a:lnTo>
                    <a:pt x="3807828" y="9978923"/>
                  </a:lnTo>
                  <a:lnTo>
                    <a:pt x="3773424" y="9952533"/>
                  </a:lnTo>
                  <a:lnTo>
                    <a:pt x="3731310" y="9937496"/>
                  </a:lnTo>
                  <a:lnTo>
                    <a:pt x="3731310" y="9936150"/>
                  </a:lnTo>
                  <a:lnTo>
                    <a:pt x="3770515" y="9916223"/>
                  </a:lnTo>
                  <a:lnTo>
                    <a:pt x="3798532" y="9889693"/>
                  </a:lnTo>
                  <a:lnTo>
                    <a:pt x="3815334" y="9857829"/>
                  </a:lnTo>
                  <a:lnTo>
                    <a:pt x="3820934" y="9821901"/>
                  </a:lnTo>
                  <a:lnTo>
                    <a:pt x="3812679" y="9778987"/>
                  </a:lnTo>
                  <a:lnTo>
                    <a:pt x="3787356" y="9742005"/>
                  </a:lnTo>
                  <a:lnTo>
                    <a:pt x="3744112" y="9716071"/>
                  </a:lnTo>
                  <a:lnTo>
                    <a:pt x="3682123" y="9706292"/>
                  </a:lnTo>
                  <a:lnTo>
                    <a:pt x="3643846" y="9709480"/>
                  </a:lnTo>
                  <a:lnTo>
                    <a:pt x="3608641" y="9717900"/>
                  </a:lnTo>
                  <a:lnTo>
                    <a:pt x="3578479" y="9729826"/>
                  </a:lnTo>
                  <a:lnTo>
                    <a:pt x="3555301" y="9743529"/>
                  </a:lnTo>
                  <a:lnTo>
                    <a:pt x="3572459" y="9791243"/>
                  </a:lnTo>
                  <a:lnTo>
                    <a:pt x="3590975" y="9779991"/>
                  </a:lnTo>
                  <a:lnTo>
                    <a:pt x="3614242" y="9769704"/>
                  </a:lnTo>
                  <a:lnTo>
                    <a:pt x="3640861" y="9762198"/>
                  </a:lnTo>
                  <a:lnTo>
                    <a:pt x="3669436" y="9759290"/>
                  </a:lnTo>
                  <a:lnTo>
                    <a:pt x="3708209" y="9765259"/>
                  </a:lnTo>
                  <a:lnTo>
                    <a:pt x="3734638" y="9781286"/>
                  </a:lnTo>
                  <a:lnTo>
                    <a:pt x="3749751" y="9804590"/>
                  </a:lnTo>
                  <a:lnTo>
                    <a:pt x="3754551" y="9832365"/>
                  </a:lnTo>
                  <a:lnTo>
                    <a:pt x="3744353" y="9869437"/>
                  </a:lnTo>
                  <a:lnTo>
                    <a:pt x="3718331" y="9894989"/>
                  </a:lnTo>
                  <a:lnTo>
                    <a:pt x="3683368" y="9909772"/>
                  </a:lnTo>
                  <a:lnTo>
                    <a:pt x="3646335" y="9914534"/>
                  </a:lnTo>
                  <a:lnTo>
                    <a:pt x="3609771" y="9914534"/>
                  </a:lnTo>
                  <a:lnTo>
                    <a:pt x="3609771" y="9963734"/>
                  </a:lnTo>
                  <a:lnTo>
                    <a:pt x="3646335" y="9963734"/>
                  </a:lnTo>
                  <a:lnTo>
                    <a:pt x="3692550" y="9969335"/>
                  </a:lnTo>
                  <a:lnTo>
                    <a:pt x="3732479" y="9986747"/>
                  </a:lnTo>
                  <a:lnTo>
                    <a:pt x="3760647" y="10016909"/>
                  </a:lnTo>
                  <a:lnTo>
                    <a:pt x="3771608" y="10060737"/>
                  </a:lnTo>
                  <a:lnTo>
                    <a:pt x="3766655" y="10092411"/>
                  </a:lnTo>
                  <a:lnTo>
                    <a:pt x="3748697" y="10122827"/>
                  </a:lnTo>
                  <a:lnTo>
                    <a:pt x="3714788" y="10145700"/>
                  </a:lnTo>
                  <a:lnTo>
                    <a:pt x="3661994" y="10154729"/>
                  </a:lnTo>
                  <a:lnTo>
                    <a:pt x="3628631" y="10151618"/>
                  </a:lnTo>
                  <a:lnTo>
                    <a:pt x="3598189" y="10143884"/>
                  </a:lnTo>
                  <a:lnTo>
                    <a:pt x="3572789" y="10133927"/>
                  </a:lnTo>
                  <a:lnTo>
                    <a:pt x="3554539" y="10124122"/>
                  </a:lnTo>
                  <a:lnTo>
                    <a:pt x="3536670" y="10174910"/>
                  </a:lnTo>
                  <a:lnTo>
                    <a:pt x="3558781" y="10186632"/>
                  </a:lnTo>
                  <a:lnTo>
                    <a:pt x="3588245" y="10197198"/>
                  </a:lnTo>
                  <a:lnTo>
                    <a:pt x="3623437" y="10204831"/>
                  </a:lnTo>
                  <a:lnTo>
                    <a:pt x="3662756" y="10207765"/>
                  </a:lnTo>
                  <a:lnTo>
                    <a:pt x="3716261" y="10202367"/>
                  </a:lnTo>
                  <a:lnTo>
                    <a:pt x="3760317" y="10187254"/>
                  </a:lnTo>
                  <a:lnTo>
                    <a:pt x="3794785" y="10164064"/>
                  </a:lnTo>
                  <a:lnTo>
                    <a:pt x="3819563" y="10134409"/>
                  </a:lnTo>
                  <a:lnTo>
                    <a:pt x="3834511" y="10099929"/>
                  </a:lnTo>
                  <a:lnTo>
                    <a:pt x="3839527" y="10062235"/>
                  </a:lnTo>
                  <a:close/>
                </a:path>
                <a:path w="4758054" h="10208260">
                  <a:moveTo>
                    <a:pt x="3839527" y="7822285"/>
                  </a:moveTo>
                  <a:lnTo>
                    <a:pt x="3831018" y="7775880"/>
                  </a:lnTo>
                  <a:lnTo>
                    <a:pt x="3807828" y="7739037"/>
                  </a:lnTo>
                  <a:lnTo>
                    <a:pt x="3773424" y="7712659"/>
                  </a:lnTo>
                  <a:lnTo>
                    <a:pt x="3731310" y="7697648"/>
                  </a:lnTo>
                  <a:lnTo>
                    <a:pt x="3731310" y="7696213"/>
                  </a:lnTo>
                  <a:lnTo>
                    <a:pt x="3770515" y="7676286"/>
                  </a:lnTo>
                  <a:lnTo>
                    <a:pt x="3798532" y="7649781"/>
                  </a:lnTo>
                  <a:lnTo>
                    <a:pt x="3815334" y="7617942"/>
                  </a:lnTo>
                  <a:lnTo>
                    <a:pt x="3820934" y="7582052"/>
                  </a:lnTo>
                  <a:lnTo>
                    <a:pt x="3812679" y="7539075"/>
                  </a:lnTo>
                  <a:lnTo>
                    <a:pt x="3787356" y="7502080"/>
                  </a:lnTo>
                  <a:lnTo>
                    <a:pt x="3744112" y="7476134"/>
                  </a:lnTo>
                  <a:lnTo>
                    <a:pt x="3682123" y="7466355"/>
                  </a:lnTo>
                  <a:lnTo>
                    <a:pt x="3643846" y="7469556"/>
                  </a:lnTo>
                  <a:lnTo>
                    <a:pt x="3608641" y="7478014"/>
                  </a:lnTo>
                  <a:lnTo>
                    <a:pt x="3578479" y="7489965"/>
                  </a:lnTo>
                  <a:lnTo>
                    <a:pt x="3555301" y="7503681"/>
                  </a:lnTo>
                  <a:lnTo>
                    <a:pt x="3572459" y="7551445"/>
                  </a:lnTo>
                  <a:lnTo>
                    <a:pt x="3590975" y="7540142"/>
                  </a:lnTo>
                  <a:lnTo>
                    <a:pt x="3614242" y="7529804"/>
                  </a:lnTo>
                  <a:lnTo>
                    <a:pt x="3640861" y="7522273"/>
                  </a:lnTo>
                  <a:lnTo>
                    <a:pt x="3669436" y="7519352"/>
                  </a:lnTo>
                  <a:lnTo>
                    <a:pt x="3708209" y="7525309"/>
                  </a:lnTo>
                  <a:lnTo>
                    <a:pt x="3734638" y="7541349"/>
                  </a:lnTo>
                  <a:lnTo>
                    <a:pt x="3749751" y="7564666"/>
                  </a:lnTo>
                  <a:lnTo>
                    <a:pt x="3754551" y="7592479"/>
                  </a:lnTo>
                  <a:lnTo>
                    <a:pt x="3744353" y="7629550"/>
                  </a:lnTo>
                  <a:lnTo>
                    <a:pt x="3718331" y="7655077"/>
                  </a:lnTo>
                  <a:lnTo>
                    <a:pt x="3683368" y="7669835"/>
                  </a:lnTo>
                  <a:lnTo>
                    <a:pt x="3646335" y="7674584"/>
                  </a:lnTo>
                  <a:lnTo>
                    <a:pt x="3609771" y="7674584"/>
                  </a:lnTo>
                  <a:lnTo>
                    <a:pt x="3609771" y="7723797"/>
                  </a:lnTo>
                  <a:lnTo>
                    <a:pt x="3646335" y="7723797"/>
                  </a:lnTo>
                  <a:lnTo>
                    <a:pt x="3692550" y="7729398"/>
                  </a:lnTo>
                  <a:lnTo>
                    <a:pt x="3732479" y="7746847"/>
                  </a:lnTo>
                  <a:lnTo>
                    <a:pt x="3760647" y="7777023"/>
                  </a:lnTo>
                  <a:lnTo>
                    <a:pt x="3771608" y="7820850"/>
                  </a:lnTo>
                  <a:lnTo>
                    <a:pt x="3766655" y="7852524"/>
                  </a:lnTo>
                  <a:lnTo>
                    <a:pt x="3748697" y="7882941"/>
                  </a:lnTo>
                  <a:lnTo>
                    <a:pt x="3714788" y="7905801"/>
                  </a:lnTo>
                  <a:lnTo>
                    <a:pt x="3661994" y="7914830"/>
                  </a:lnTo>
                  <a:lnTo>
                    <a:pt x="3628631" y="7911732"/>
                  </a:lnTo>
                  <a:lnTo>
                    <a:pt x="3598189" y="7904023"/>
                  </a:lnTo>
                  <a:lnTo>
                    <a:pt x="3572789" y="7894079"/>
                  </a:lnTo>
                  <a:lnTo>
                    <a:pt x="3554539" y="7884274"/>
                  </a:lnTo>
                  <a:lnTo>
                    <a:pt x="3536670" y="7935011"/>
                  </a:lnTo>
                  <a:lnTo>
                    <a:pt x="3558781" y="7946745"/>
                  </a:lnTo>
                  <a:lnTo>
                    <a:pt x="3588245" y="7957286"/>
                  </a:lnTo>
                  <a:lnTo>
                    <a:pt x="3623437" y="7964906"/>
                  </a:lnTo>
                  <a:lnTo>
                    <a:pt x="3662756" y="7967827"/>
                  </a:lnTo>
                  <a:lnTo>
                    <a:pt x="3716261" y="7962430"/>
                  </a:lnTo>
                  <a:lnTo>
                    <a:pt x="3760317" y="7947342"/>
                  </a:lnTo>
                  <a:lnTo>
                    <a:pt x="3794785" y="7924152"/>
                  </a:lnTo>
                  <a:lnTo>
                    <a:pt x="3819563" y="7894510"/>
                  </a:lnTo>
                  <a:lnTo>
                    <a:pt x="3834511" y="7860017"/>
                  </a:lnTo>
                  <a:lnTo>
                    <a:pt x="3839527" y="7822285"/>
                  </a:lnTo>
                  <a:close/>
                </a:path>
                <a:path w="4758054" h="10208260">
                  <a:moveTo>
                    <a:pt x="3839527" y="1849272"/>
                  </a:moveTo>
                  <a:lnTo>
                    <a:pt x="3831018" y="1802828"/>
                  </a:lnTo>
                  <a:lnTo>
                    <a:pt x="3807828" y="1765973"/>
                  </a:lnTo>
                  <a:lnTo>
                    <a:pt x="3773424" y="1739607"/>
                  </a:lnTo>
                  <a:lnTo>
                    <a:pt x="3731310" y="1724634"/>
                  </a:lnTo>
                  <a:lnTo>
                    <a:pt x="3731310" y="1723186"/>
                  </a:lnTo>
                  <a:lnTo>
                    <a:pt x="3770515" y="1703260"/>
                  </a:lnTo>
                  <a:lnTo>
                    <a:pt x="3798532" y="1676742"/>
                  </a:lnTo>
                  <a:lnTo>
                    <a:pt x="3815334" y="1644904"/>
                  </a:lnTo>
                  <a:lnTo>
                    <a:pt x="3820934" y="1609026"/>
                  </a:lnTo>
                  <a:lnTo>
                    <a:pt x="3812679" y="1566062"/>
                  </a:lnTo>
                  <a:lnTo>
                    <a:pt x="3787356" y="1529054"/>
                  </a:lnTo>
                  <a:lnTo>
                    <a:pt x="3744112" y="1503108"/>
                  </a:lnTo>
                  <a:lnTo>
                    <a:pt x="3682123" y="1493329"/>
                  </a:lnTo>
                  <a:lnTo>
                    <a:pt x="3643846" y="1496529"/>
                  </a:lnTo>
                  <a:lnTo>
                    <a:pt x="3608641" y="1504975"/>
                  </a:lnTo>
                  <a:lnTo>
                    <a:pt x="3578479" y="1516926"/>
                  </a:lnTo>
                  <a:lnTo>
                    <a:pt x="3555301" y="1530616"/>
                  </a:lnTo>
                  <a:lnTo>
                    <a:pt x="3572459" y="1578368"/>
                  </a:lnTo>
                  <a:lnTo>
                    <a:pt x="3590975" y="1567078"/>
                  </a:lnTo>
                  <a:lnTo>
                    <a:pt x="3614242" y="1556740"/>
                  </a:lnTo>
                  <a:lnTo>
                    <a:pt x="3640861" y="1549196"/>
                  </a:lnTo>
                  <a:lnTo>
                    <a:pt x="3669436" y="1546275"/>
                  </a:lnTo>
                  <a:lnTo>
                    <a:pt x="3708209" y="1552257"/>
                  </a:lnTo>
                  <a:lnTo>
                    <a:pt x="3734638" y="1568310"/>
                  </a:lnTo>
                  <a:lnTo>
                    <a:pt x="3749751" y="1591640"/>
                  </a:lnTo>
                  <a:lnTo>
                    <a:pt x="3754551" y="1619453"/>
                  </a:lnTo>
                  <a:lnTo>
                    <a:pt x="3744353" y="1656511"/>
                  </a:lnTo>
                  <a:lnTo>
                    <a:pt x="3718331" y="1682038"/>
                  </a:lnTo>
                  <a:lnTo>
                    <a:pt x="3683368" y="1696808"/>
                  </a:lnTo>
                  <a:lnTo>
                    <a:pt x="3646335" y="1701571"/>
                  </a:lnTo>
                  <a:lnTo>
                    <a:pt x="3609771" y="1701571"/>
                  </a:lnTo>
                  <a:lnTo>
                    <a:pt x="3609771" y="1750771"/>
                  </a:lnTo>
                  <a:lnTo>
                    <a:pt x="3646335" y="1750771"/>
                  </a:lnTo>
                  <a:lnTo>
                    <a:pt x="3692550" y="1756384"/>
                  </a:lnTo>
                  <a:lnTo>
                    <a:pt x="3732479" y="1773809"/>
                  </a:lnTo>
                  <a:lnTo>
                    <a:pt x="3760647" y="1803984"/>
                  </a:lnTo>
                  <a:lnTo>
                    <a:pt x="3771608" y="1847773"/>
                  </a:lnTo>
                  <a:lnTo>
                    <a:pt x="3766655" y="1879473"/>
                  </a:lnTo>
                  <a:lnTo>
                    <a:pt x="3748697" y="1909914"/>
                  </a:lnTo>
                  <a:lnTo>
                    <a:pt x="3714788" y="1932787"/>
                  </a:lnTo>
                  <a:lnTo>
                    <a:pt x="3661994" y="1941804"/>
                  </a:lnTo>
                  <a:lnTo>
                    <a:pt x="3628631" y="1938705"/>
                  </a:lnTo>
                  <a:lnTo>
                    <a:pt x="3598189" y="1930984"/>
                  </a:lnTo>
                  <a:lnTo>
                    <a:pt x="3572789" y="1921027"/>
                  </a:lnTo>
                  <a:lnTo>
                    <a:pt x="3554539" y="1911248"/>
                  </a:lnTo>
                  <a:lnTo>
                    <a:pt x="3536670" y="1961984"/>
                  </a:lnTo>
                  <a:lnTo>
                    <a:pt x="3558781" y="1973719"/>
                  </a:lnTo>
                  <a:lnTo>
                    <a:pt x="3588245" y="1984248"/>
                  </a:lnTo>
                  <a:lnTo>
                    <a:pt x="3623437" y="1991842"/>
                  </a:lnTo>
                  <a:lnTo>
                    <a:pt x="3662756" y="1994750"/>
                  </a:lnTo>
                  <a:lnTo>
                    <a:pt x="3716261" y="1989366"/>
                  </a:lnTo>
                  <a:lnTo>
                    <a:pt x="3760317" y="1974278"/>
                  </a:lnTo>
                  <a:lnTo>
                    <a:pt x="3794785" y="1951113"/>
                  </a:lnTo>
                  <a:lnTo>
                    <a:pt x="3819563" y="1921471"/>
                  </a:lnTo>
                  <a:lnTo>
                    <a:pt x="3834511" y="1886991"/>
                  </a:lnTo>
                  <a:lnTo>
                    <a:pt x="3839527" y="1849272"/>
                  </a:lnTo>
                  <a:close/>
                </a:path>
                <a:path w="4758054" h="10208260">
                  <a:moveTo>
                    <a:pt x="3848468" y="6411849"/>
                  </a:moveTo>
                  <a:lnTo>
                    <a:pt x="3630676" y="6411849"/>
                  </a:lnTo>
                  <a:lnTo>
                    <a:pt x="3630676" y="6410401"/>
                  </a:lnTo>
                  <a:lnTo>
                    <a:pt x="3669436" y="6374562"/>
                  </a:lnTo>
                  <a:lnTo>
                    <a:pt x="3717290" y="6327292"/>
                  </a:lnTo>
                  <a:lnTo>
                    <a:pt x="3758171" y="6283172"/>
                  </a:lnTo>
                  <a:lnTo>
                    <a:pt x="3791305" y="6240996"/>
                  </a:lnTo>
                  <a:lnTo>
                    <a:pt x="3815931" y="6199568"/>
                  </a:lnTo>
                  <a:lnTo>
                    <a:pt x="3831272" y="6157684"/>
                  </a:lnTo>
                  <a:lnTo>
                    <a:pt x="3836555" y="6114135"/>
                  </a:lnTo>
                  <a:lnTo>
                    <a:pt x="3831132" y="6072835"/>
                  </a:lnTo>
                  <a:lnTo>
                    <a:pt x="3814381" y="6034532"/>
                  </a:lnTo>
                  <a:lnTo>
                    <a:pt x="3785476" y="6002782"/>
                  </a:lnTo>
                  <a:lnTo>
                    <a:pt x="3743629" y="5981128"/>
                  </a:lnTo>
                  <a:lnTo>
                    <a:pt x="3688080" y="5973115"/>
                  </a:lnTo>
                  <a:lnTo>
                    <a:pt x="3647757" y="5976823"/>
                  </a:lnTo>
                  <a:lnTo>
                    <a:pt x="3611080" y="5987110"/>
                  </a:lnTo>
                  <a:lnTo>
                    <a:pt x="3578568" y="6002718"/>
                  </a:lnTo>
                  <a:lnTo>
                    <a:pt x="3550793" y="6022365"/>
                  </a:lnTo>
                  <a:lnTo>
                    <a:pt x="3571684" y="6068644"/>
                  </a:lnTo>
                  <a:lnTo>
                    <a:pt x="3591052" y="6054344"/>
                  </a:lnTo>
                  <a:lnTo>
                    <a:pt x="3615093" y="6041110"/>
                  </a:lnTo>
                  <a:lnTo>
                    <a:pt x="3643172" y="6031382"/>
                  </a:lnTo>
                  <a:lnTo>
                    <a:pt x="3674668" y="6027610"/>
                  </a:lnTo>
                  <a:lnTo>
                    <a:pt x="3720223" y="6035484"/>
                  </a:lnTo>
                  <a:lnTo>
                    <a:pt x="3749903" y="6056503"/>
                  </a:lnTo>
                  <a:lnTo>
                    <a:pt x="3766020" y="6086754"/>
                  </a:lnTo>
                  <a:lnTo>
                    <a:pt x="3770884" y="6122301"/>
                  </a:lnTo>
                  <a:lnTo>
                    <a:pt x="3765867" y="6158331"/>
                  </a:lnTo>
                  <a:lnTo>
                    <a:pt x="3751288" y="6194425"/>
                  </a:lnTo>
                  <a:lnTo>
                    <a:pt x="3726802" y="6232423"/>
                  </a:lnTo>
                  <a:lnTo>
                    <a:pt x="3692042" y="6274143"/>
                  </a:lnTo>
                  <a:lnTo>
                    <a:pt x="3646690" y="6321412"/>
                  </a:lnTo>
                  <a:lnTo>
                    <a:pt x="3538880" y="6426060"/>
                  </a:lnTo>
                  <a:lnTo>
                    <a:pt x="3538880" y="6466383"/>
                  </a:lnTo>
                  <a:lnTo>
                    <a:pt x="3848468" y="6466383"/>
                  </a:lnTo>
                  <a:lnTo>
                    <a:pt x="3848468" y="6411849"/>
                  </a:lnTo>
                  <a:close/>
                </a:path>
                <a:path w="4758054" h="10208260">
                  <a:moveTo>
                    <a:pt x="3848468" y="4918608"/>
                  </a:moveTo>
                  <a:lnTo>
                    <a:pt x="3630676" y="4918608"/>
                  </a:lnTo>
                  <a:lnTo>
                    <a:pt x="3630676" y="4917122"/>
                  </a:lnTo>
                  <a:lnTo>
                    <a:pt x="3669436" y="4881283"/>
                  </a:lnTo>
                  <a:lnTo>
                    <a:pt x="3717290" y="4834013"/>
                  </a:lnTo>
                  <a:lnTo>
                    <a:pt x="3758171" y="4789894"/>
                  </a:lnTo>
                  <a:lnTo>
                    <a:pt x="3791305" y="4747717"/>
                  </a:lnTo>
                  <a:lnTo>
                    <a:pt x="3815931" y="4706290"/>
                  </a:lnTo>
                  <a:lnTo>
                    <a:pt x="3831272" y="4664405"/>
                  </a:lnTo>
                  <a:lnTo>
                    <a:pt x="3836555" y="4620857"/>
                  </a:lnTo>
                  <a:lnTo>
                    <a:pt x="3831132" y="4579556"/>
                  </a:lnTo>
                  <a:lnTo>
                    <a:pt x="3814381" y="4541253"/>
                  </a:lnTo>
                  <a:lnTo>
                    <a:pt x="3785476" y="4509503"/>
                  </a:lnTo>
                  <a:lnTo>
                    <a:pt x="3743629" y="4487850"/>
                  </a:lnTo>
                  <a:lnTo>
                    <a:pt x="3688080" y="4479836"/>
                  </a:lnTo>
                  <a:lnTo>
                    <a:pt x="3647757" y="4483544"/>
                  </a:lnTo>
                  <a:lnTo>
                    <a:pt x="3611080" y="4493844"/>
                  </a:lnTo>
                  <a:lnTo>
                    <a:pt x="3578568" y="4509452"/>
                  </a:lnTo>
                  <a:lnTo>
                    <a:pt x="3550793" y="4529137"/>
                  </a:lnTo>
                  <a:lnTo>
                    <a:pt x="3571684" y="4575353"/>
                  </a:lnTo>
                  <a:lnTo>
                    <a:pt x="3591052" y="4561078"/>
                  </a:lnTo>
                  <a:lnTo>
                    <a:pt x="3615093" y="4547857"/>
                  </a:lnTo>
                  <a:lnTo>
                    <a:pt x="3643172" y="4538116"/>
                  </a:lnTo>
                  <a:lnTo>
                    <a:pt x="3674668" y="4534332"/>
                  </a:lnTo>
                  <a:lnTo>
                    <a:pt x="3720223" y="4542206"/>
                  </a:lnTo>
                  <a:lnTo>
                    <a:pt x="3749903" y="4563237"/>
                  </a:lnTo>
                  <a:lnTo>
                    <a:pt x="3766020" y="4593488"/>
                  </a:lnTo>
                  <a:lnTo>
                    <a:pt x="3770884" y="4629074"/>
                  </a:lnTo>
                  <a:lnTo>
                    <a:pt x="3765867" y="4665091"/>
                  </a:lnTo>
                  <a:lnTo>
                    <a:pt x="3751288" y="4701184"/>
                  </a:lnTo>
                  <a:lnTo>
                    <a:pt x="3726802" y="4739170"/>
                  </a:lnTo>
                  <a:lnTo>
                    <a:pt x="3692042" y="4780889"/>
                  </a:lnTo>
                  <a:lnTo>
                    <a:pt x="3646690" y="4828159"/>
                  </a:lnTo>
                  <a:lnTo>
                    <a:pt x="3538880" y="4932832"/>
                  </a:lnTo>
                  <a:lnTo>
                    <a:pt x="3538880" y="4973104"/>
                  </a:lnTo>
                  <a:lnTo>
                    <a:pt x="3848468" y="4973104"/>
                  </a:lnTo>
                  <a:lnTo>
                    <a:pt x="3848468" y="4918608"/>
                  </a:lnTo>
                  <a:close/>
                </a:path>
                <a:path w="4758054" h="10208260">
                  <a:moveTo>
                    <a:pt x="3848468" y="438772"/>
                  </a:moveTo>
                  <a:lnTo>
                    <a:pt x="3630676" y="438772"/>
                  </a:lnTo>
                  <a:lnTo>
                    <a:pt x="3630676" y="437286"/>
                  </a:lnTo>
                  <a:lnTo>
                    <a:pt x="3669436" y="401485"/>
                  </a:lnTo>
                  <a:lnTo>
                    <a:pt x="3717290" y="354215"/>
                  </a:lnTo>
                  <a:lnTo>
                    <a:pt x="3758171" y="310095"/>
                  </a:lnTo>
                  <a:lnTo>
                    <a:pt x="3791305" y="267931"/>
                  </a:lnTo>
                  <a:lnTo>
                    <a:pt x="3815931" y="226517"/>
                  </a:lnTo>
                  <a:lnTo>
                    <a:pt x="3831272" y="184645"/>
                  </a:lnTo>
                  <a:lnTo>
                    <a:pt x="3836555" y="141122"/>
                  </a:lnTo>
                  <a:lnTo>
                    <a:pt x="3831132" y="99796"/>
                  </a:lnTo>
                  <a:lnTo>
                    <a:pt x="3814381" y="61468"/>
                  </a:lnTo>
                  <a:lnTo>
                    <a:pt x="3785476" y="29692"/>
                  </a:lnTo>
                  <a:lnTo>
                    <a:pt x="3743629" y="8013"/>
                  </a:lnTo>
                  <a:lnTo>
                    <a:pt x="3688080" y="0"/>
                  </a:lnTo>
                  <a:lnTo>
                    <a:pt x="3647757" y="3721"/>
                  </a:lnTo>
                  <a:lnTo>
                    <a:pt x="3611080" y="14020"/>
                  </a:lnTo>
                  <a:lnTo>
                    <a:pt x="3578568" y="29654"/>
                  </a:lnTo>
                  <a:lnTo>
                    <a:pt x="3550793" y="49352"/>
                  </a:lnTo>
                  <a:lnTo>
                    <a:pt x="3571684" y="95567"/>
                  </a:lnTo>
                  <a:lnTo>
                    <a:pt x="3591052" y="81267"/>
                  </a:lnTo>
                  <a:lnTo>
                    <a:pt x="3615093" y="68021"/>
                  </a:lnTo>
                  <a:lnTo>
                    <a:pt x="3643172" y="58280"/>
                  </a:lnTo>
                  <a:lnTo>
                    <a:pt x="3674668" y="54483"/>
                  </a:lnTo>
                  <a:lnTo>
                    <a:pt x="3720223" y="62369"/>
                  </a:lnTo>
                  <a:lnTo>
                    <a:pt x="3749903" y="83413"/>
                  </a:lnTo>
                  <a:lnTo>
                    <a:pt x="3766020" y="113677"/>
                  </a:lnTo>
                  <a:lnTo>
                    <a:pt x="3770884" y="149237"/>
                  </a:lnTo>
                  <a:lnTo>
                    <a:pt x="3765867" y="185254"/>
                  </a:lnTo>
                  <a:lnTo>
                    <a:pt x="3751288" y="221348"/>
                  </a:lnTo>
                  <a:lnTo>
                    <a:pt x="3726802" y="259346"/>
                  </a:lnTo>
                  <a:lnTo>
                    <a:pt x="3692042" y="301066"/>
                  </a:lnTo>
                  <a:lnTo>
                    <a:pt x="3646690" y="348335"/>
                  </a:lnTo>
                  <a:lnTo>
                    <a:pt x="3538880" y="453047"/>
                  </a:lnTo>
                  <a:lnTo>
                    <a:pt x="3538880" y="493255"/>
                  </a:lnTo>
                  <a:lnTo>
                    <a:pt x="3848468" y="493255"/>
                  </a:lnTo>
                  <a:lnTo>
                    <a:pt x="3848468" y="438772"/>
                  </a:lnTo>
                  <a:close/>
                </a:path>
                <a:path w="4758054" h="10208260">
                  <a:moveTo>
                    <a:pt x="3853789" y="8221180"/>
                  </a:moveTo>
                  <a:lnTo>
                    <a:pt x="3547859" y="8221180"/>
                  </a:lnTo>
                  <a:lnTo>
                    <a:pt x="3547859" y="8275714"/>
                  </a:lnTo>
                  <a:lnTo>
                    <a:pt x="3785057" y="8275714"/>
                  </a:lnTo>
                  <a:lnTo>
                    <a:pt x="3785057" y="8277161"/>
                  </a:lnTo>
                  <a:lnTo>
                    <a:pt x="3574669" y="8706231"/>
                  </a:lnTo>
                  <a:lnTo>
                    <a:pt x="3642588" y="8706231"/>
                  </a:lnTo>
                  <a:lnTo>
                    <a:pt x="3853789" y="8264474"/>
                  </a:lnTo>
                  <a:lnTo>
                    <a:pt x="3853789" y="8221180"/>
                  </a:lnTo>
                  <a:close/>
                </a:path>
                <a:path w="4758054" h="10208260">
                  <a:moveTo>
                    <a:pt x="3853789" y="6727952"/>
                  </a:moveTo>
                  <a:lnTo>
                    <a:pt x="3547859" y="6727952"/>
                  </a:lnTo>
                  <a:lnTo>
                    <a:pt x="3547859" y="6782435"/>
                  </a:lnTo>
                  <a:lnTo>
                    <a:pt x="3785057" y="6782435"/>
                  </a:lnTo>
                  <a:lnTo>
                    <a:pt x="3785057" y="6783883"/>
                  </a:lnTo>
                  <a:lnTo>
                    <a:pt x="3574669" y="7212990"/>
                  </a:lnTo>
                  <a:lnTo>
                    <a:pt x="3642588" y="7212990"/>
                  </a:lnTo>
                  <a:lnTo>
                    <a:pt x="3853789" y="6771195"/>
                  </a:lnTo>
                  <a:lnTo>
                    <a:pt x="3853789" y="6727952"/>
                  </a:lnTo>
                  <a:close/>
                </a:path>
                <a:path w="4758054" h="10208260">
                  <a:moveTo>
                    <a:pt x="3860419" y="5586908"/>
                  </a:moveTo>
                  <a:lnTo>
                    <a:pt x="3853650" y="5545810"/>
                  </a:lnTo>
                  <a:lnTo>
                    <a:pt x="3834231" y="5511076"/>
                  </a:lnTo>
                  <a:lnTo>
                    <a:pt x="3808666" y="5487695"/>
                  </a:lnTo>
                  <a:lnTo>
                    <a:pt x="3803459" y="5482920"/>
                  </a:lnTo>
                  <a:lnTo>
                    <a:pt x="3793985" y="5477967"/>
                  </a:lnTo>
                  <a:lnTo>
                    <a:pt x="3793985" y="5593588"/>
                  </a:lnTo>
                  <a:lnTo>
                    <a:pt x="3787127" y="5628221"/>
                  </a:lnTo>
                  <a:lnTo>
                    <a:pt x="3767620" y="5655640"/>
                  </a:lnTo>
                  <a:lnTo>
                    <a:pt x="3737064" y="5673674"/>
                  </a:lnTo>
                  <a:lnTo>
                    <a:pt x="3697059" y="5680176"/>
                  </a:lnTo>
                  <a:lnTo>
                    <a:pt x="3655466" y="5672645"/>
                  </a:lnTo>
                  <a:lnTo>
                    <a:pt x="3624491" y="5652389"/>
                  </a:lnTo>
                  <a:lnTo>
                    <a:pt x="3605542" y="5622887"/>
                  </a:lnTo>
                  <a:lnTo>
                    <a:pt x="3600031" y="5587631"/>
                  </a:lnTo>
                  <a:lnTo>
                    <a:pt x="3600145" y="5586908"/>
                  </a:lnTo>
                  <a:lnTo>
                    <a:pt x="3605720" y="5554789"/>
                  </a:lnTo>
                  <a:lnTo>
                    <a:pt x="3622433" y="5526468"/>
                  </a:lnTo>
                  <a:lnTo>
                    <a:pt x="3649802" y="5503723"/>
                  </a:lnTo>
                  <a:lnTo>
                    <a:pt x="3687356" y="5487695"/>
                  </a:lnTo>
                  <a:lnTo>
                    <a:pt x="3731476" y="5503723"/>
                  </a:lnTo>
                  <a:lnTo>
                    <a:pt x="3765308" y="5525528"/>
                  </a:lnTo>
                  <a:lnTo>
                    <a:pt x="3786568" y="5554789"/>
                  </a:lnTo>
                  <a:lnTo>
                    <a:pt x="3793985" y="5593588"/>
                  </a:lnTo>
                  <a:lnTo>
                    <a:pt x="3793985" y="5477967"/>
                  </a:lnTo>
                  <a:lnTo>
                    <a:pt x="3762667" y="5461559"/>
                  </a:lnTo>
                  <a:lnTo>
                    <a:pt x="3762667" y="5459298"/>
                  </a:lnTo>
                  <a:lnTo>
                    <a:pt x="3792055" y="5440654"/>
                  </a:lnTo>
                  <a:lnTo>
                    <a:pt x="3800348" y="5435384"/>
                  </a:lnTo>
                  <a:lnTo>
                    <a:pt x="3824973" y="5407355"/>
                  </a:lnTo>
                  <a:lnTo>
                    <a:pt x="3838397" y="5376926"/>
                  </a:lnTo>
                  <a:lnTo>
                    <a:pt x="3842461" y="5345849"/>
                  </a:lnTo>
                  <a:lnTo>
                    <a:pt x="3836822" y="5310225"/>
                  </a:lnTo>
                  <a:lnTo>
                    <a:pt x="3819906" y="5277713"/>
                  </a:lnTo>
                  <a:lnTo>
                    <a:pt x="3815448" y="5273497"/>
                  </a:lnTo>
                  <a:lnTo>
                    <a:pt x="3791724" y="5251081"/>
                  </a:lnTo>
                  <a:lnTo>
                    <a:pt x="3779863" y="5245671"/>
                  </a:lnTo>
                  <a:lnTo>
                    <a:pt x="3779863" y="5352631"/>
                  </a:lnTo>
                  <a:lnTo>
                    <a:pt x="3774198" y="5382933"/>
                  </a:lnTo>
                  <a:lnTo>
                    <a:pt x="3758603" y="5407799"/>
                  </a:lnTo>
                  <a:lnTo>
                    <a:pt x="3735159" y="5427078"/>
                  </a:lnTo>
                  <a:lnTo>
                    <a:pt x="3705987" y="5440654"/>
                  </a:lnTo>
                  <a:lnTo>
                    <a:pt x="3667798" y="5427078"/>
                  </a:lnTo>
                  <a:lnTo>
                    <a:pt x="3638766" y="5408447"/>
                  </a:lnTo>
                  <a:lnTo>
                    <a:pt x="3620097" y="5383441"/>
                  </a:lnTo>
                  <a:lnTo>
                    <a:pt x="3619995" y="5382933"/>
                  </a:lnTo>
                  <a:lnTo>
                    <a:pt x="3613518" y="5351094"/>
                  </a:lnTo>
                  <a:lnTo>
                    <a:pt x="3619030" y="5321325"/>
                  </a:lnTo>
                  <a:lnTo>
                    <a:pt x="3635222" y="5296611"/>
                  </a:lnTo>
                  <a:lnTo>
                    <a:pt x="3661626" y="5279745"/>
                  </a:lnTo>
                  <a:lnTo>
                    <a:pt x="3697782" y="5273497"/>
                  </a:lnTo>
                  <a:lnTo>
                    <a:pt x="3735489" y="5280393"/>
                  </a:lnTo>
                  <a:lnTo>
                    <a:pt x="3760940" y="5298491"/>
                  </a:lnTo>
                  <a:lnTo>
                    <a:pt x="3775341" y="5323865"/>
                  </a:lnTo>
                  <a:lnTo>
                    <a:pt x="3779863" y="5352631"/>
                  </a:lnTo>
                  <a:lnTo>
                    <a:pt x="3779863" y="5245671"/>
                  </a:lnTo>
                  <a:lnTo>
                    <a:pt x="3752265" y="5233073"/>
                  </a:lnTo>
                  <a:lnTo>
                    <a:pt x="3701529" y="5226456"/>
                  </a:lnTo>
                  <a:lnTo>
                    <a:pt x="3653282" y="5232501"/>
                  </a:lnTo>
                  <a:lnTo>
                    <a:pt x="3612007" y="5249773"/>
                  </a:lnTo>
                  <a:lnTo>
                    <a:pt x="3579863" y="5276939"/>
                  </a:lnTo>
                  <a:lnTo>
                    <a:pt x="3558997" y="5312651"/>
                  </a:lnTo>
                  <a:lnTo>
                    <a:pt x="3551555" y="5355602"/>
                  </a:lnTo>
                  <a:lnTo>
                    <a:pt x="3556012" y="5386692"/>
                  </a:lnTo>
                  <a:lnTo>
                    <a:pt x="3569830" y="5416220"/>
                  </a:lnTo>
                  <a:lnTo>
                    <a:pt x="3593731" y="5442674"/>
                  </a:lnTo>
                  <a:lnTo>
                    <a:pt x="3628415" y="5464530"/>
                  </a:lnTo>
                  <a:lnTo>
                    <a:pt x="3629139" y="5466791"/>
                  </a:lnTo>
                  <a:lnTo>
                    <a:pt x="3588931" y="5489156"/>
                  </a:lnTo>
                  <a:lnTo>
                    <a:pt x="3558654" y="5518264"/>
                  </a:lnTo>
                  <a:lnTo>
                    <a:pt x="3539566" y="5554091"/>
                  </a:lnTo>
                  <a:lnTo>
                    <a:pt x="3532924" y="5596610"/>
                  </a:lnTo>
                  <a:lnTo>
                    <a:pt x="3540099" y="5637492"/>
                  </a:lnTo>
                  <a:lnTo>
                    <a:pt x="3560953" y="5673458"/>
                  </a:lnTo>
                  <a:lnTo>
                    <a:pt x="3594481" y="5702122"/>
                  </a:lnTo>
                  <a:lnTo>
                    <a:pt x="3639667" y="5721083"/>
                  </a:lnTo>
                  <a:lnTo>
                    <a:pt x="3695522" y="5727928"/>
                  </a:lnTo>
                  <a:lnTo>
                    <a:pt x="3748227" y="5721362"/>
                  </a:lnTo>
                  <a:lnTo>
                    <a:pt x="3793579" y="5702579"/>
                  </a:lnTo>
                  <a:lnTo>
                    <a:pt x="3820426" y="5680176"/>
                  </a:lnTo>
                  <a:lnTo>
                    <a:pt x="3829050" y="5672975"/>
                  </a:lnTo>
                  <a:lnTo>
                    <a:pt x="3852164" y="5633961"/>
                  </a:lnTo>
                  <a:lnTo>
                    <a:pt x="3860419" y="5586908"/>
                  </a:lnTo>
                  <a:close/>
                </a:path>
                <a:path w="4758054" h="10208260">
                  <a:moveTo>
                    <a:pt x="3860419" y="2600401"/>
                  </a:moveTo>
                  <a:lnTo>
                    <a:pt x="3853650" y="2559304"/>
                  </a:lnTo>
                  <a:lnTo>
                    <a:pt x="3834231" y="2524569"/>
                  </a:lnTo>
                  <a:lnTo>
                    <a:pt x="3803459" y="2496413"/>
                  </a:lnTo>
                  <a:lnTo>
                    <a:pt x="3793985" y="2491460"/>
                  </a:lnTo>
                  <a:lnTo>
                    <a:pt x="3793985" y="2607081"/>
                  </a:lnTo>
                  <a:lnTo>
                    <a:pt x="3787127" y="2641689"/>
                  </a:lnTo>
                  <a:lnTo>
                    <a:pt x="3767620" y="2669108"/>
                  </a:lnTo>
                  <a:lnTo>
                    <a:pt x="3737064" y="2687155"/>
                  </a:lnTo>
                  <a:lnTo>
                    <a:pt x="3697059" y="2693657"/>
                  </a:lnTo>
                  <a:lnTo>
                    <a:pt x="3655466" y="2686126"/>
                  </a:lnTo>
                  <a:lnTo>
                    <a:pt x="3624491" y="2665857"/>
                  </a:lnTo>
                  <a:lnTo>
                    <a:pt x="3605542" y="2636355"/>
                  </a:lnTo>
                  <a:lnTo>
                    <a:pt x="3600031" y="2601125"/>
                  </a:lnTo>
                  <a:lnTo>
                    <a:pt x="3600145" y="2600401"/>
                  </a:lnTo>
                  <a:lnTo>
                    <a:pt x="3605720" y="2568283"/>
                  </a:lnTo>
                  <a:lnTo>
                    <a:pt x="3622433" y="2539962"/>
                  </a:lnTo>
                  <a:lnTo>
                    <a:pt x="3649802" y="2517203"/>
                  </a:lnTo>
                  <a:lnTo>
                    <a:pt x="3687356" y="2501176"/>
                  </a:lnTo>
                  <a:lnTo>
                    <a:pt x="3731476" y="2517203"/>
                  </a:lnTo>
                  <a:lnTo>
                    <a:pt x="3765308" y="2539009"/>
                  </a:lnTo>
                  <a:lnTo>
                    <a:pt x="3786568" y="2568283"/>
                  </a:lnTo>
                  <a:lnTo>
                    <a:pt x="3793985" y="2607081"/>
                  </a:lnTo>
                  <a:lnTo>
                    <a:pt x="3793985" y="2491460"/>
                  </a:lnTo>
                  <a:lnTo>
                    <a:pt x="3762667" y="2475039"/>
                  </a:lnTo>
                  <a:lnTo>
                    <a:pt x="3762667" y="2472779"/>
                  </a:lnTo>
                  <a:lnTo>
                    <a:pt x="3792029" y="2454135"/>
                  </a:lnTo>
                  <a:lnTo>
                    <a:pt x="3800348" y="2448852"/>
                  </a:lnTo>
                  <a:lnTo>
                    <a:pt x="3824973" y="2420823"/>
                  </a:lnTo>
                  <a:lnTo>
                    <a:pt x="3838397" y="2390406"/>
                  </a:lnTo>
                  <a:lnTo>
                    <a:pt x="3842461" y="2359342"/>
                  </a:lnTo>
                  <a:lnTo>
                    <a:pt x="3836822" y="2323719"/>
                  </a:lnTo>
                  <a:lnTo>
                    <a:pt x="3819906" y="2291207"/>
                  </a:lnTo>
                  <a:lnTo>
                    <a:pt x="3815448" y="2286978"/>
                  </a:lnTo>
                  <a:lnTo>
                    <a:pt x="3791724" y="2264562"/>
                  </a:lnTo>
                  <a:lnTo>
                    <a:pt x="3779863" y="2259152"/>
                  </a:lnTo>
                  <a:lnTo>
                    <a:pt x="3779863" y="2366073"/>
                  </a:lnTo>
                  <a:lnTo>
                    <a:pt x="3774198" y="2396401"/>
                  </a:lnTo>
                  <a:lnTo>
                    <a:pt x="3758603" y="2421280"/>
                  </a:lnTo>
                  <a:lnTo>
                    <a:pt x="3735159" y="2440571"/>
                  </a:lnTo>
                  <a:lnTo>
                    <a:pt x="3705987" y="2454135"/>
                  </a:lnTo>
                  <a:lnTo>
                    <a:pt x="3667798" y="2440571"/>
                  </a:lnTo>
                  <a:lnTo>
                    <a:pt x="3638766" y="2421940"/>
                  </a:lnTo>
                  <a:lnTo>
                    <a:pt x="3620097" y="2396921"/>
                  </a:lnTo>
                  <a:lnTo>
                    <a:pt x="3619995" y="2396401"/>
                  </a:lnTo>
                  <a:lnTo>
                    <a:pt x="3613518" y="2364575"/>
                  </a:lnTo>
                  <a:lnTo>
                    <a:pt x="3619030" y="2334818"/>
                  </a:lnTo>
                  <a:lnTo>
                    <a:pt x="3635222" y="2310104"/>
                  </a:lnTo>
                  <a:lnTo>
                    <a:pt x="3661626" y="2293226"/>
                  </a:lnTo>
                  <a:lnTo>
                    <a:pt x="3697782" y="2286978"/>
                  </a:lnTo>
                  <a:lnTo>
                    <a:pt x="3735489" y="2293886"/>
                  </a:lnTo>
                  <a:lnTo>
                    <a:pt x="3760940" y="2311971"/>
                  </a:lnTo>
                  <a:lnTo>
                    <a:pt x="3775341" y="2337333"/>
                  </a:lnTo>
                  <a:lnTo>
                    <a:pt x="3779863" y="2366073"/>
                  </a:lnTo>
                  <a:lnTo>
                    <a:pt x="3779863" y="2259152"/>
                  </a:lnTo>
                  <a:lnTo>
                    <a:pt x="3752265" y="2246553"/>
                  </a:lnTo>
                  <a:lnTo>
                    <a:pt x="3701529" y="2239949"/>
                  </a:lnTo>
                  <a:lnTo>
                    <a:pt x="3653282" y="2245995"/>
                  </a:lnTo>
                  <a:lnTo>
                    <a:pt x="3612007" y="2263267"/>
                  </a:lnTo>
                  <a:lnTo>
                    <a:pt x="3579863" y="2290419"/>
                  </a:lnTo>
                  <a:lnTo>
                    <a:pt x="3558997" y="2326119"/>
                  </a:lnTo>
                  <a:lnTo>
                    <a:pt x="3551555" y="2369045"/>
                  </a:lnTo>
                  <a:lnTo>
                    <a:pt x="3556012" y="2400135"/>
                  </a:lnTo>
                  <a:lnTo>
                    <a:pt x="3569830" y="2429675"/>
                  </a:lnTo>
                  <a:lnTo>
                    <a:pt x="3593731" y="2456154"/>
                  </a:lnTo>
                  <a:lnTo>
                    <a:pt x="3628415" y="2478024"/>
                  </a:lnTo>
                  <a:lnTo>
                    <a:pt x="3629139" y="2480284"/>
                  </a:lnTo>
                  <a:lnTo>
                    <a:pt x="3588931" y="2502649"/>
                  </a:lnTo>
                  <a:lnTo>
                    <a:pt x="3558654" y="2531745"/>
                  </a:lnTo>
                  <a:lnTo>
                    <a:pt x="3539566" y="2567571"/>
                  </a:lnTo>
                  <a:lnTo>
                    <a:pt x="3532924" y="2610104"/>
                  </a:lnTo>
                  <a:lnTo>
                    <a:pt x="3540099" y="2650972"/>
                  </a:lnTo>
                  <a:lnTo>
                    <a:pt x="3560953" y="2686939"/>
                  </a:lnTo>
                  <a:lnTo>
                    <a:pt x="3594481" y="2715603"/>
                  </a:lnTo>
                  <a:lnTo>
                    <a:pt x="3639667" y="2734564"/>
                  </a:lnTo>
                  <a:lnTo>
                    <a:pt x="3695522" y="2741422"/>
                  </a:lnTo>
                  <a:lnTo>
                    <a:pt x="3748227" y="2734843"/>
                  </a:lnTo>
                  <a:lnTo>
                    <a:pt x="3793579" y="2716060"/>
                  </a:lnTo>
                  <a:lnTo>
                    <a:pt x="3820426" y="2693657"/>
                  </a:lnTo>
                  <a:lnTo>
                    <a:pt x="3829050" y="2686469"/>
                  </a:lnTo>
                  <a:lnTo>
                    <a:pt x="3852164" y="2647442"/>
                  </a:lnTo>
                  <a:lnTo>
                    <a:pt x="3860419" y="2600401"/>
                  </a:lnTo>
                  <a:close/>
                </a:path>
                <a:path w="4758054" h="10208260">
                  <a:moveTo>
                    <a:pt x="3861143" y="992238"/>
                  </a:moveTo>
                  <a:lnTo>
                    <a:pt x="3857625" y="929982"/>
                  </a:lnTo>
                  <a:lnTo>
                    <a:pt x="3847223" y="875982"/>
                  </a:lnTo>
                  <a:lnTo>
                    <a:pt x="3830447" y="831354"/>
                  </a:lnTo>
                  <a:lnTo>
                    <a:pt x="3808603" y="797445"/>
                  </a:lnTo>
                  <a:lnTo>
                    <a:pt x="3806799" y="794664"/>
                  </a:lnTo>
                  <a:lnTo>
                    <a:pt x="3795484" y="784618"/>
                  </a:lnTo>
                  <a:lnTo>
                    <a:pt x="3795484" y="995210"/>
                  </a:lnTo>
                  <a:lnTo>
                    <a:pt x="3791623" y="1063790"/>
                  </a:lnTo>
                  <a:lnTo>
                    <a:pt x="3779926" y="1119873"/>
                  </a:lnTo>
                  <a:lnTo>
                    <a:pt x="3760254" y="1161897"/>
                  </a:lnTo>
                  <a:lnTo>
                    <a:pt x="3732428" y="1188262"/>
                  </a:lnTo>
                  <a:lnTo>
                    <a:pt x="3696284" y="1197406"/>
                  </a:lnTo>
                  <a:lnTo>
                    <a:pt x="3663137" y="1188935"/>
                  </a:lnTo>
                  <a:lnTo>
                    <a:pt x="3635857" y="1164107"/>
                  </a:lnTo>
                  <a:lnTo>
                    <a:pt x="3615296" y="1123734"/>
                  </a:lnTo>
                  <a:lnTo>
                    <a:pt x="3602329" y="1068641"/>
                  </a:lnTo>
                  <a:lnTo>
                    <a:pt x="3597821" y="999642"/>
                  </a:lnTo>
                  <a:lnTo>
                    <a:pt x="3597859" y="998918"/>
                  </a:lnTo>
                  <a:lnTo>
                    <a:pt x="3602621" y="927912"/>
                  </a:lnTo>
                  <a:lnTo>
                    <a:pt x="3616198" y="871423"/>
                  </a:lnTo>
                  <a:lnTo>
                    <a:pt x="3637305" y="830592"/>
                  </a:lnTo>
                  <a:lnTo>
                    <a:pt x="3697059" y="797445"/>
                  </a:lnTo>
                  <a:lnTo>
                    <a:pt x="3733368" y="806551"/>
                  </a:lnTo>
                  <a:lnTo>
                    <a:pt x="3761041" y="832675"/>
                  </a:lnTo>
                  <a:lnTo>
                    <a:pt x="3780396" y="874026"/>
                  </a:lnTo>
                  <a:lnTo>
                    <a:pt x="3791762" y="928801"/>
                  </a:lnTo>
                  <a:lnTo>
                    <a:pt x="3791826" y="929982"/>
                  </a:lnTo>
                  <a:lnTo>
                    <a:pt x="3795484" y="995210"/>
                  </a:lnTo>
                  <a:lnTo>
                    <a:pt x="3795484" y="784618"/>
                  </a:lnTo>
                  <a:lnTo>
                    <a:pt x="3777043" y="768223"/>
                  </a:lnTo>
                  <a:lnTo>
                    <a:pt x="3741699" y="752106"/>
                  </a:lnTo>
                  <a:lnTo>
                    <a:pt x="3741407" y="752106"/>
                  </a:lnTo>
                  <a:lnTo>
                    <a:pt x="3700754" y="746658"/>
                  </a:lnTo>
                  <a:lnTo>
                    <a:pt x="3660406" y="752106"/>
                  </a:lnTo>
                  <a:lnTo>
                    <a:pt x="3624262" y="768223"/>
                  </a:lnTo>
                  <a:lnTo>
                    <a:pt x="3593134" y="794664"/>
                  </a:lnTo>
                  <a:lnTo>
                    <a:pt x="3567506" y="831354"/>
                  </a:lnTo>
                  <a:lnTo>
                    <a:pt x="3548354" y="877785"/>
                  </a:lnTo>
                  <a:lnTo>
                    <a:pt x="3536327" y="933729"/>
                  </a:lnTo>
                  <a:lnTo>
                    <a:pt x="3532149" y="998918"/>
                  </a:lnTo>
                  <a:lnTo>
                    <a:pt x="3532200" y="999642"/>
                  </a:lnTo>
                  <a:lnTo>
                    <a:pt x="3536531" y="1063256"/>
                  </a:lnTo>
                  <a:lnTo>
                    <a:pt x="3536645" y="1063790"/>
                  </a:lnTo>
                  <a:lnTo>
                    <a:pt x="3548037" y="1118501"/>
                  </a:lnTo>
                  <a:lnTo>
                    <a:pt x="3566083" y="1164386"/>
                  </a:lnTo>
                  <a:lnTo>
                    <a:pt x="3590112" y="1200581"/>
                  </a:lnTo>
                  <a:lnTo>
                    <a:pt x="3619576" y="1226807"/>
                  </a:lnTo>
                  <a:lnTo>
                    <a:pt x="3653904" y="1242758"/>
                  </a:lnTo>
                  <a:lnTo>
                    <a:pt x="3692537" y="1248143"/>
                  </a:lnTo>
                  <a:lnTo>
                    <a:pt x="3730650" y="1243901"/>
                  </a:lnTo>
                  <a:lnTo>
                    <a:pt x="3764242" y="1231341"/>
                  </a:lnTo>
                  <a:lnTo>
                    <a:pt x="3793134" y="1210652"/>
                  </a:lnTo>
                  <a:lnTo>
                    <a:pt x="3804247" y="1197406"/>
                  </a:lnTo>
                  <a:lnTo>
                    <a:pt x="3817150" y="1182027"/>
                  </a:lnTo>
                  <a:lnTo>
                    <a:pt x="3836136" y="1145667"/>
                  </a:lnTo>
                  <a:lnTo>
                    <a:pt x="3849916" y="1101788"/>
                  </a:lnTo>
                  <a:lnTo>
                    <a:pt x="3858310" y="1050582"/>
                  </a:lnTo>
                  <a:lnTo>
                    <a:pt x="3861143" y="992238"/>
                  </a:lnTo>
                  <a:close/>
                </a:path>
                <a:path w="4758054" h="10208260">
                  <a:moveTo>
                    <a:pt x="3863352" y="3317176"/>
                  </a:moveTo>
                  <a:lnTo>
                    <a:pt x="3856393" y="3264484"/>
                  </a:lnTo>
                  <a:lnTo>
                    <a:pt x="3836606" y="3221075"/>
                  </a:lnTo>
                  <a:lnTo>
                    <a:pt x="3805682" y="3188347"/>
                  </a:lnTo>
                  <a:lnTo>
                    <a:pt x="3796969" y="3183890"/>
                  </a:lnTo>
                  <a:lnTo>
                    <a:pt x="3796969" y="3320872"/>
                  </a:lnTo>
                  <a:lnTo>
                    <a:pt x="3790150" y="3368332"/>
                  </a:lnTo>
                  <a:lnTo>
                    <a:pt x="3770884" y="3405098"/>
                  </a:lnTo>
                  <a:lnTo>
                    <a:pt x="3741001" y="3428860"/>
                  </a:lnTo>
                  <a:lnTo>
                    <a:pt x="3702291" y="3437293"/>
                  </a:lnTo>
                  <a:lnTo>
                    <a:pt x="3656876" y="3426841"/>
                  </a:lnTo>
                  <a:lnTo>
                    <a:pt x="3623767" y="3397859"/>
                  </a:lnTo>
                  <a:lnTo>
                    <a:pt x="3603256" y="3353905"/>
                  </a:lnTo>
                  <a:lnTo>
                    <a:pt x="3595611" y="3298533"/>
                  </a:lnTo>
                  <a:lnTo>
                    <a:pt x="3596144" y="3289973"/>
                  </a:lnTo>
                  <a:lnTo>
                    <a:pt x="3619716" y="3245269"/>
                  </a:lnTo>
                  <a:lnTo>
                    <a:pt x="3663213" y="3216414"/>
                  </a:lnTo>
                  <a:lnTo>
                    <a:pt x="3697059" y="3209696"/>
                  </a:lnTo>
                  <a:lnTo>
                    <a:pt x="3738156" y="3217303"/>
                  </a:lnTo>
                  <a:lnTo>
                    <a:pt x="3769677" y="3239262"/>
                  </a:lnTo>
                  <a:lnTo>
                    <a:pt x="3789857" y="3274237"/>
                  </a:lnTo>
                  <a:lnTo>
                    <a:pt x="3796969" y="3320872"/>
                  </a:lnTo>
                  <a:lnTo>
                    <a:pt x="3796969" y="3183890"/>
                  </a:lnTo>
                  <a:lnTo>
                    <a:pt x="3765308" y="3167684"/>
                  </a:lnTo>
                  <a:lnTo>
                    <a:pt x="3717137" y="3160496"/>
                  </a:lnTo>
                  <a:lnTo>
                    <a:pt x="3679456" y="3164929"/>
                  </a:lnTo>
                  <a:lnTo>
                    <a:pt x="3647440" y="3176867"/>
                  </a:lnTo>
                  <a:lnTo>
                    <a:pt x="3647300" y="3176867"/>
                  </a:lnTo>
                  <a:lnTo>
                    <a:pt x="3620541" y="3194774"/>
                  </a:lnTo>
                  <a:lnTo>
                    <a:pt x="3600031" y="3216414"/>
                  </a:lnTo>
                  <a:lnTo>
                    <a:pt x="3597821" y="3216414"/>
                  </a:lnTo>
                  <a:lnTo>
                    <a:pt x="3609771" y="3169488"/>
                  </a:lnTo>
                  <a:lnTo>
                    <a:pt x="3632352" y="3126206"/>
                  </a:lnTo>
                  <a:lnTo>
                    <a:pt x="3665829" y="3089148"/>
                  </a:lnTo>
                  <a:lnTo>
                    <a:pt x="3710457" y="3060903"/>
                  </a:lnTo>
                  <a:lnTo>
                    <a:pt x="3766464" y="3044075"/>
                  </a:lnTo>
                  <a:lnTo>
                    <a:pt x="3793794" y="3041091"/>
                  </a:lnTo>
                  <a:lnTo>
                    <a:pt x="3795166" y="3041091"/>
                  </a:lnTo>
                  <a:lnTo>
                    <a:pt x="3804932" y="3040799"/>
                  </a:lnTo>
                  <a:lnTo>
                    <a:pt x="3815651" y="3041091"/>
                  </a:lnTo>
                  <a:lnTo>
                    <a:pt x="3815651" y="3040799"/>
                  </a:lnTo>
                  <a:lnTo>
                    <a:pt x="3815651" y="2987332"/>
                  </a:lnTo>
                  <a:lnTo>
                    <a:pt x="3767950" y="2991078"/>
                  </a:lnTo>
                  <a:lnTo>
                    <a:pt x="3723551" y="2999867"/>
                  </a:lnTo>
                  <a:lnTo>
                    <a:pt x="3682504" y="3014878"/>
                  </a:lnTo>
                  <a:lnTo>
                    <a:pt x="3645382" y="3035897"/>
                  </a:lnTo>
                  <a:lnTo>
                    <a:pt x="3612756" y="3062719"/>
                  </a:lnTo>
                  <a:lnTo>
                    <a:pt x="3585883" y="3094621"/>
                  </a:lnTo>
                  <a:lnTo>
                    <a:pt x="3563226" y="3132798"/>
                  </a:lnTo>
                  <a:lnTo>
                    <a:pt x="3545814" y="3176867"/>
                  </a:lnTo>
                  <a:lnTo>
                    <a:pt x="3534638" y="3226384"/>
                  </a:lnTo>
                  <a:lnTo>
                    <a:pt x="3530663" y="3281337"/>
                  </a:lnTo>
                  <a:lnTo>
                    <a:pt x="3530739" y="3282264"/>
                  </a:lnTo>
                  <a:lnTo>
                    <a:pt x="3534727" y="3332492"/>
                  </a:lnTo>
                  <a:lnTo>
                    <a:pt x="3546551" y="3377463"/>
                  </a:lnTo>
                  <a:lnTo>
                    <a:pt x="3565563" y="3415639"/>
                  </a:lnTo>
                  <a:lnTo>
                    <a:pt x="3591204" y="3446399"/>
                  </a:lnTo>
                  <a:lnTo>
                    <a:pt x="3622916" y="3469119"/>
                  </a:lnTo>
                  <a:lnTo>
                    <a:pt x="3660127" y="3483203"/>
                  </a:lnTo>
                  <a:lnTo>
                    <a:pt x="3702291" y="3488029"/>
                  </a:lnTo>
                  <a:lnTo>
                    <a:pt x="3749179" y="3481540"/>
                  </a:lnTo>
                  <a:lnTo>
                    <a:pt x="3788791" y="3463467"/>
                  </a:lnTo>
                  <a:lnTo>
                    <a:pt x="3818966" y="3437293"/>
                  </a:lnTo>
                  <a:lnTo>
                    <a:pt x="3820579" y="3435908"/>
                  </a:lnTo>
                  <a:lnTo>
                    <a:pt x="3843972" y="3400933"/>
                  </a:lnTo>
                  <a:lnTo>
                    <a:pt x="3858412" y="3360661"/>
                  </a:lnTo>
                  <a:lnTo>
                    <a:pt x="3863352" y="3317176"/>
                  </a:lnTo>
                  <a:close/>
                </a:path>
                <a:path w="4758054" h="10208260">
                  <a:moveTo>
                    <a:pt x="3871620" y="4042892"/>
                  </a:moveTo>
                  <a:lnTo>
                    <a:pt x="3803739" y="4042892"/>
                  </a:lnTo>
                  <a:lnTo>
                    <a:pt x="3803739" y="3804869"/>
                  </a:lnTo>
                  <a:lnTo>
                    <a:pt x="3803739" y="3741394"/>
                  </a:lnTo>
                  <a:lnTo>
                    <a:pt x="3744087" y="3741394"/>
                  </a:lnTo>
                  <a:lnTo>
                    <a:pt x="3744087" y="3804869"/>
                  </a:lnTo>
                  <a:lnTo>
                    <a:pt x="3743045" y="3824871"/>
                  </a:lnTo>
                  <a:lnTo>
                    <a:pt x="3742347" y="3842918"/>
                  </a:lnTo>
                  <a:lnTo>
                    <a:pt x="3741890" y="3861943"/>
                  </a:lnTo>
                  <a:lnTo>
                    <a:pt x="3741763" y="3876497"/>
                  </a:lnTo>
                  <a:lnTo>
                    <a:pt x="3741724" y="4042892"/>
                  </a:lnTo>
                  <a:lnTo>
                    <a:pt x="3582924" y="4042892"/>
                  </a:lnTo>
                  <a:lnTo>
                    <a:pt x="3582924" y="4041406"/>
                  </a:lnTo>
                  <a:lnTo>
                    <a:pt x="3701529" y="3876497"/>
                  </a:lnTo>
                  <a:lnTo>
                    <a:pt x="3711371" y="3859847"/>
                  </a:lnTo>
                  <a:lnTo>
                    <a:pt x="3721087" y="3842918"/>
                  </a:lnTo>
                  <a:lnTo>
                    <a:pt x="3731069" y="3824871"/>
                  </a:lnTo>
                  <a:lnTo>
                    <a:pt x="3741724" y="3804869"/>
                  </a:lnTo>
                  <a:lnTo>
                    <a:pt x="3744087" y="3804869"/>
                  </a:lnTo>
                  <a:lnTo>
                    <a:pt x="3744087" y="3741394"/>
                  </a:lnTo>
                  <a:lnTo>
                    <a:pt x="3732885" y="3741394"/>
                  </a:lnTo>
                  <a:lnTo>
                    <a:pt x="3516490" y="4051109"/>
                  </a:lnTo>
                  <a:lnTo>
                    <a:pt x="3516490" y="4094403"/>
                  </a:lnTo>
                  <a:lnTo>
                    <a:pt x="3741724" y="4094403"/>
                  </a:lnTo>
                  <a:lnTo>
                    <a:pt x="3741724" y="4226484"/>
                  </a:lnTo>
                  <a:lnTo>
                    <a:pt x="3803739" y="4226484"/>
                  </a:lnTo>
                  <a:lnTo>
                    <a:pt x="3803739" y="4094403"/>
                  </a:lnTo>
                  <a:lnTo>
                    <a:pt x="3871620" y="4094403"/>
                  </a:lnTo>
                  <a:lnTo>
                    <a:pt x="3871620" y="4042892"/>
                  </a:lnTo>
                  <a:close/>
                </a:path>
                <a:path w="4758054" h="10208260">
                  <a:moveTo>
                    <a:pt x="4640504" y="8221180"/>
                  </a:moveTo>
                  <a:lnTo>
                    <a:pt x="4584598" y="8221180"/>
                  </a:lnTo>
                  <a:lnTo>
                    <a:pt x="4478579" y="8277923"/>
                  </a:lnTo>
                  <a:lnTo>
                    <a:pt x="4491266" y="8327898"/>
                  </a:lnTo>
                  <a:lnTo>
                    <a:pt x="4575619" y="8282394"/>
                  </a:lnTo>
                  <a:lnTo>
                    <a:pt x="4577054" y="8282394"/>
                  </a:lnTo>
                  <a:lnTo>
                    <a:pt x="4577054" y="8706231"/>
                  </a:lnTo>
                  <a:lnTo>
                    <a:pt x="4640504" y="8706231"/>
                  </a:lnTo>
                  <a:lnTo>
                    <a:pt x="4640504" y="8221180"/>
                  </a:lnTo>
                  <a:close/>
                </a:path>
                <a:path w="4758054" h="10208260">
                  <a:moveTo>
                    <a:pt x="4733747" y="7055536"/>
                  </a:moveTo>
                  <a:lnTo>
                    <a:pt x="4728248" y="7013308"/>
                  </a:lnTo>
                  <a:lnTo>
                    <a:pt x="4691253" y="6950938"/>
                  </a:lnTo>
                  <a:lnTo>
                    <a:pt x="4640707" y="6919303"/>
                  </a:lnTo>
                  <a:lnTo>
                    <a:pt x="4587811" y="6906374"/>
                  </a:lnTo>
                  <a:lnTo>
                    <a:pt x="4559998" y="6904812"/>
                  </a:lnTo>
                  <a:lnTo>
                    <a:pt x="4547806" y="6905066"/>
                  </a:lnTo>
                  <a:lnTo>
                    <a:pt x="4537646" y="6905726"/>
                  </a:lnTo>
                  <a:lnTo>
                    <a:pt x="4520374" y="6907797"/>
                  </a:lnTo>
                  <a:lnTo>
                    <a:pt x="4539056" y="6783159"/>
                  </a:lnTo>
                  <a:lnTo>
                    <a:pt x="4724044" y="6783159"/>
                  </a:lnTo>
                  <a:lnTo>
                    <a:pt x="4724044" y="6727952"/>
                  </a:lnTo>
                  <a:lnTo>
                    <a:pt x="4492129" y="6727952"/>
                  </a:lnTo>
                  <a:lnTo>
                    <a:pt x="4460760" y="6960794"/>
                  </a:lnTo>
                  <a:lnTo>
                    <a:pt x="4474870" y="6959016"/>
                  </a:lnTo>
                  <a:lnTo>
                    <a:pt x="4490618" y="6957327"/>
                  </a:lnTo>
                  <a:lnTo>
                    <a:pt x="4508220" y="6956057"/>
                  </a:lnTo>
                  <a:lnTo>
                    <a:pt x="4527867" y="6955549"/>
                  </a:lnTo>
                  <a:lnTo>
                    <a:pt x="4590453" y="6963524"/>
                  </a:lnTo>
                  <a:lnTo>
                    <a:pt x="4633671" y="6985775"/>
                  </a:lnTo>
                  <a:lnTo>
                    <a:pt x="4658868" y="7019772"/>
                  </a:lnTo>
                  <a:lnTo>
                    <a:pt x="4667364" y="7062991"/>
                  </a:lnTo>
                  <a:lnTo>
                    <a:pt x="4658106" y="7106818"/>
                  </a:lnTo>
                  <a:lnTo>
                    <a:pt x="4633112" y="7139940"/>
                  </a:lnTo>
                  <a:lnTo>
                    <a:pt x="4596511" y="7160895"/>
                  </a:lnTo>
                  <a:lnTo>
                    <a:pt x="4552467" y="7168210"/>
                  </a:lnTo>
                  <a:lnTo>
                    <a:pt x="4520527" y="7165695"/>
                  </a:lnTo>
                  <a:lnTo>
                    <a:pt x="4491660" y="7159257"/>
                  </a:lnTo>
                  <a:lnTo>
                    <a:pt x="4467288" y="7150582"/>
                  </a:lnTo>
                  <a:lnTo>
                    <a:pt x="4448797" y="7141350"/>
                  </a:lnTo>
                  <a:lnTo>
                    <a:pt x="4432325" y="7191375"/>
                  </a:lnTo>
                  <a:lnTo>
                    <a:pt x="4453534" y="7202322"/>
                  </a:lnTo>
                  <a:lnTo>
                    <a:pt x="4481576" y="7211873"/>
                  </a:lnTo>
                  <a:lnTo>
                    <a:pt x="4515218" y="7218642"/>
                  </a:lnTo>
                  <a:lnTo>
                    <a:pt x="4553229" y="7221207"/>
                  </a:lnTo>
                  <a:lnTo>
                    <a:pt x="4603115" y="7215518"/>
                  </a:lnTo>
                  <a:lnTo>
                    <a:pt x="4646765" y="7199312"/>
                  </a:lnTo>
                  <a:lnTo>
                    <a:pt x="4682922" y="7173912"/>
                  </a:lnTo>
                  <a:lnTo>
                    <a:pt x="4710315" y="7140600"/>
                  </a:lnTo>
                  <a:lnTo>
                    <a:pt x="4727676" y="7100710"/>
                  </a:lnTo>
                  <a:lnTo>
                    <a:pt x="4733747" y="7055536"/>
                  </a:lnTo>
                  <a:close/>
                </a:path>
                <a:path w="4758054" h="10208260">
                  <a:moveTo>
                    <a:pt x="4733747" y="1829130"/>
                  </a:moveTo>
                  <a:lnTo>
                    <a:pt x="4728248" y="1786902"/>
                  </a:lnTo>
                  <a:lnTo>
                    <a:pt x="4691253" y="1724533"/>
                  </a:lnTo>
                  <a:lnTo>
                    <a:pt x="4640707" y="1692897"/>
                  </a:lnTo>
                  <a:lnTo>
                    <a:pt x="4587811" y="1679968"/>
                  </a:lnTo>
                  <a:lnTo>
                    <a:pt x="4559998" y="1678406"/>
                  </a:lnTo>
                  <a:lnTo>
                    <a:pt x="4547806" y="1678660"/>
                  </a:lnTo>
                  <a:lnTo>
                    <a:pt x="4537646" y="1679321"/>
                  </a:lnTo>
                  <a:lnTo>
                    <a:pt x="4520374" y="1681391"/>
                  </a:lnTo>
                  <a:lnTo>
                    <a:pt x="4539056" y="1556753"/>
                  </a:lnTo>
                  <a:lnTo>
                    <a:pt x="4724044" y="1556753"/>
                  </a:lnTo>
                  <a:lnTo>
                    <a:pt x="4724044" y="1501546"/>
                  </a:lnTo>
                  <a:lnTo>
                    <a:pt x="4492129" y="1501546"/>
                  </a:lnTo>
                  <a:lnTo>
                    <a:pt x="4460760" y="1734388"/>
                  </a:lnTo>
                  <a:lnTo>
                    <a:pt x="4474870" y="1732610"/>
                  </a:lnTo>
                  <a:lnTo>
                    <a:pt x="4490618" y="1730921"/>
                  </a:lnTo>
                  <a:lnTo>
                    <a:pt x="4508220" y="1729651"/>
                  </a:lnTo>
                  <a:lnTo>
                    <a:pt x="4527867" y="1729143"/>
                  </a:lnTo>
                  <a:lnTo>
                    <a:pt x="4590453" y="1737118"/>
                  </a:lnTo>
                  <a:lnTo>
                    <a:pt x="4633671" y="1759369"/>
                  </a:lnTo>
                  <a:lnTo>
                    <a:pt x="4658868" y="1793341"/>
                  </a:lnTo>
                  <a:lnTo>
                    <a:pt x="4667364" y="1836534"/>
                  </a:lnTo>
                  <a:lnTo>
                    <a:pt x="4658106" y="1880387"/>
                  </a:lnTo>
                  <a:lnTo>
                    <a:pt x="4633112" y="1913534"/>
                  </a:lnTo>
                  <a:lnTo>
                    <a:pt x="4596511" y="1934489"/>
                  </a:lnTo>
                  <a:lnTo>
                    <a:pt x="4552467" y="1941804"/>
                  </a:lnTo>
                  <a:lnTo>
                    <a:pt x="4520527" y="1939290"/>
                  </a:lnTo>
                  <a:lnTo>
                    <a:pt x="4491660" y="1932851"/>
                  </a:lnTo>
                  <a:lnTo>
                    <a:pt x="4467288" y="1924177"/>
                  </a:lnTo>
                  <a:lnTo>
                    <a:pt x="4448797" y="1914944"/>
                  </a:lnTo>
                  <a:lnTo>
                    <a:pt x="4432325" y="1964969"/>
                  </a:lnTo>
                  <a:lnTo>
                    <a:pt x="4453534" y="1975878"/>
                  </a:lnTo>
                  <a:lnTo>
                    <a:pt x="4481576" y="1985429"/>
                  </a:lnTo>
                  <a:lnTo>
                    <a:pt x="4515218" y="1992185"/>
                  </a:lnTo>
                  <a:lnTo>
                    <a:pt x="4553229" y="1994750"/>
                  </a:lnTo>
                  <a:lnTo>
                    <a:pt x="4603115" y="1989061"/>
                  </a:lnTo>
                  <a:lnTo>
                    <a:pt x="4646765" y="1972868"/>
                  </a:lnTo>
                  <a:lnTo>
                    <a:pt x="4682922" y="1947481"/>
                  </a:lnTo>
                  <a:lnTo>
                    <a:pt x="4710315" y="1914182"/>
                  </a:lnTo>
                  <a:lnTo>
                    <a:pt x="4727676" y="1874304"/>
                  </a:lnTo>
                  <a:lnTo>
                    <a:pt x="4733747" y="1829130"/>
                  </a:lnTo>
                  <a:close/>
                </a:path>
                <a:path w="4758054" h="10208260">
                  <a:moveTo>
                    <a:pt x="4733747" y="1082522"/>
                  </a:moveTo>
                  <a:lnTo>
                    <a:pt x="4728248" y="1040282"/>
                  </a:lnTo>
                  <a:lnTo>
                    <a:pt x="4691253" y="977874"/>
                  </a:lnTo>
                  <a:lnTo>
                    <a:pt x="4640707" y="946251"/>
                  </a:lnTo>
                  <a:lnTo>
                    <a:pt x="4587811" y="933348"/>
                  </a:lnTo>
                  <a:lnTo>
                    <a:pt x="4559998" y="931799"/>
                  </a:lnTo>
                  <a:lnTo>
                    <a:pt x="4547806" y="932040"/>
                  </a:lnTo>
                  <a:lnTo>
                    <a:pt x="4537646" y="932700"/>
                  </a:lnTo>
                  <a:lnTo>
                    <a:pt x="4520374" y="934720"/>
                  </a:lnTo>
                  <a:lnTo>
                    <a:pt x="4539056" y="810133"/>
                  </a:lnTo>
                  <a:lnTo>
                    <a:pt x="4724044" y="810133"/>
                  </a:lnTo>
                  <a:lnTo>
                    <a:pt x="4724044" y="754875"/>
                  </a:lnTo>
                  <a:lnTo>
                    <a:pt x="4492129" y="754875"/>
                  </a:lnTo>
                  <a:lnTo>
                    <a:pt x="4460760" y="987717"/>
                  </a:lnTo>
                  <a:lnTo>
                    <a:pt x="4474870" y="985951"/>
                  </a:lnTo>
                  <a:lnTo>
                    <a:pt x="4490618" y="984250"/>
                  </a:lnTo>
                  <a:lnTo>
                    <a:pt x="4508220" y="982980"/>
                  </a:lnTo>
                  <a:lnTo>
                    <a:pt x="4527867" y="982484"/>
                  </a:lnTo>
                  <a:lnTo>
                    <a:pt x="4590453" y="990460"/>
                  </a:lnTo>
                  <a:lnTo>
                    <a:pt x="4633671" y="1012710"/>
                  </a:lnTo>
                  <a:lnTo>
                    <a:pt x="4658868" y="1046695"/>
                  </a:lnTo>
                  <a:lnTo>
                    <a:pt x="4667364" y="1089914"/>
                  </a:lnTo>
                  <a:lnTo>
                    <a:pt x="4658106" y="1133767"/>
                  </a:lnTo>
                  <a:lnTo>
                    <a:pt x="4633112" y="1166914"/>
                  </a:lnTo>
                  <a:lnTo>
                    <a:pt x="4596511" y="1187881"/>
                  </a:lnTo>
                  <a:lnTo>
                    <a:pt x="4552467" y="1195197"/>
                  </a:lnTo>
                  <a:lnTo>
                    <a:pt x="4520527" y="1192657"/>
                  </a:lnTo>
                  <a:lnTo>
                    <a:pt x="4491660" y="1186205"/>
                  </a:lnTo>
                  <a:lnTo>
                    <a:pt x="4467288" y="1177518"/>
                  </a:lnTo>
                  <a:lnTo>
                    <a:pt x="4448797" y="1168285"/>
                  </a:lnTo>
                  <a:lnTo>
                    <a:pt x="4432325" y="1218298"/>
                  </a:lnTo>
                  <a:lnTo>
                    <a:pt x="4453534" y="1229245"/>
                  </a:lnTo>
                  <a:lnTo>
                    <a:pt x="4481576" y="1238808"/>
                  </a:lnTo>
                  <a:lnTo>
                    <a:pt x="4515218" y="1245577"/>
                  </a:lnTo>
                  <a:lnTo>
                    <a:pt x="4553229" y="1248143"/>
                  </a:lnTo>
                  <a:lnTo>
                    <a:pt x="4603115" y="1242453"/>
                  </a:lnTo>
                  <a:lnTo>
                    <a:pt x="4646765" y="1226248"/>
                  </a:lnTo>
                  <a:lnTo>
                    <a:pt x="4682922" y="1200848"/>
                  </a:lnTo>
                  <a:lnTo>
                    <a:pt x="4710315" y="1167549"/>
                  </a:lnTo>
                  <a:lnTo>
                    <a:pt x="4727676" y="1127671"/>
                  </a:lnTo>
                  <a:lnTo>
                    <a:pt x="4733747" y="1082522"/>
                  </a:lnTo>
                  <a:close/>
                </a:path>
                <a:path w="4758054" h="10208260">
                  <a:moveTo>
                    <a:pt x="4735233" y="9315564"/>
                  </a:moveTo>
                  <a:lnTo>
                    <a:pt x="4726724" y="9269133"/>
                  </a:lnTo>
                  <a:lnTo>
                    <a:pt x="4703534" y="9232278"/>
                  </a:lnTo>
                  <a:lnTo>
                    <a:pt x="4669129" y="9205912"/>
                  </a:lnTo>
                  <a:lnTo>
                    <a:pt x="4627016" y="9190926"/>
                  </a:lnTo>
                  <a:lnTo>
                    <a:pt x="4627016" y="9189491"/>
                  </a:lnTo>
                  <a:lnTo>
                    <a:pt x="4666221" y="9169552"/>
                  </a:lnTo>
                  <a:lnTo>
                    <a:pt x="4694237" y="9143035"/>
                  </a:lnTo>
                  <a:lnTo>
                    <a:pt x="4711039" y="9111209"/>
                  </a:lnTo>
                  <a:lnTo>
                    <a:pt x="4716640" y="9075331"/>
                  </a:lnTo>
                  <a:lnTo>
                    <a:pt x="4708385" y="9032354"/>
                  </a:lnTo>
                  <a:lnTo>
                    <a:pt x="4683061" y="8995359"/>
                  </a:lnTo>
                  <a:lnTo>
                    <a:pt x="4639818" y="8969413"/>
                  </a:lnTo>
                  <a:lnTo>
                    <a:pt x="4577829" y="8959634"/>
                  </a:lnTo>
                  <a:lnTo>
                    <a:pt x="4539526" y="8962834"/>
                  </a:lnTo>
                  <a:lnTo>
                    <a:pt x="4504334" y="8971280"/>
                  </a:lnTo>
                  <a:lnTo>
                    <a:pt x="4474172" y="8983231"/>
                  </a:lnTo>
                  <a:lnTo>
                    <a:pt x="4451007" y="8996921"/>
                  </a:lnTo>
                  <a:lnTo>
                    <a:pt x="4468114" y="9044673"/>
                  </a:lnTo>
                  <a:lnTo>
                    <a:pt x="4486643" y="9033370"/>
                  </a:lnTo>
                  <a:lnTo>
                    <a:pt x="4509909" y="9023045"/>
                  </a:lnTo>
                  <a:lnTo>
                    <a:pt x="4536529" y="9015501"/>
                  </a:lnTo>
                  <a:lnTo>
                    <a:pt x="4565142" y="9012580"/>
                  </a:lnTo>
                  <a:lnTo>
                    <a:pt x="4603915" y="9018549"/>
                  </a:lnTo>
                  <a:lnTo>
                    <a:pt x="4630344" y="9034615"/>
                  </a:lnTo>
                  <a:lnTo>
                    <a:pt x="4645457" y="9057945"/>
                  </a:lnTo>
                  <a:lnTo>
                    <a:pt x="4650257" y="9085758"/>
                  </a:lnTo>
                  <a:lnTo>
                    <a:pt x="4640059" y="9122804"/>
                  </a:lnTo>
                  <a:lnTo>
                    <a:pt x="4614037" y="9148343"/>
                  </a:lnTo>
                  <a:lnTo>
                    <a:pt x="4579074" y="9163113"/>
                  </a:lnTo>
                  <a:lnTo>
                    <a:pt x="4542040" y="9167863"/>
                  </a:lnTo>
                  <a:lnTo>
                    <a:pt x="4505528" y="9167863"/>
                  </a:lnTo>
                  <a:lnTo>
                    <a:pt x="4505528" y="9217076"/>
                  </a:lnTo>
                  <a:lnTo>
                    <a:pt x="4542040" y="9217076"/>
                  </a:lnTo>
                  <a:lnTo>
                    <a:pt x="4588281" y="9222676"/>
                  </a:lnTo>
                  <a:lnTo>
                    <a:pt x="4628210" y="9240114"/>
                  </a:lnTo>
                  <a:lnTo>
                    <a:pt x="4656379" y="9270276"/>
                  </a:lnTo>
                  <a:lnTo>
                    <a:pt x="4667364" y="9314078"/>
                  </a:lnTo>
                  <a:lnTo>
                    <a:pt x="4662386" y="9345778"/>
                  </a:lnTo>
                  <a:lnTo>
                    <a:pt x="4644402" y="9376207"/>
                  </a:lnTo>
                  <a:lnTo>
                    <a:pt x="4610481" y="9399079"/>
                  </a:lnTo>
                  <a:lnTo>
                    <a:pt x="4557649" y="9408109"/>
                  </a:lnTo>
                  <a:lnTo>
                    <a:pt x="4524299" y="9404998"/>
                  </a:lnTo>
                  <a:lnTo>
                    <a:pt x="4493882" y="9397276"/>
                  </a:lnTo>
                  <a:lnTo>
                    <a:pt x="4468507" y="9387332"/>
                  </a:lnTo>
                  <a:lnTo>
                    <a:pt x="4450296" y="9377553"/>
                  </a:lnTo>
                  <a:lnTo>
                    <a:pt x="4432325" y="9428289"/>
                  </a:lnTo>
                  <a:lnTo>
                    <a:pt x="4454449" y="9439999"/>
                  </a:lnTo>
                  <a:lnTo>
                    <a:pt x="4483925" y="9450553"/>
                  </a:lnTo>
                  <a:lnTo>
                    <a:pt x="4519117" y="9458173"/>
                  </a:lnTo>
                  <a:lnTo>
                    <a:pt x="4558373" y="9461106"/>
                  </a:lnTo>
                  <a:lnTo>
                    <a:pt x="4611916" y="9455709"/>
                  </a:lnTo>
                  <a:lnTo>
                    <a:pt x="4655998" y="9440621"/>
                  </a:lnTo>
                  <a:lnTo>
                    <a:pt x="4690478" y="9417431"/>
                  </a:lnTo>
                  <a:lnTo>
                    <a:pt x="4715268" y="9387789"/>
                  </a:lnTo>
                  <a:lnTo>
                    <a:pt x="4730229" y="9353296"/>
                  </a:lnTo>
                  <a:lnTo>
                    <a:pt x="4735233" y="9315564"/>
                  </a:lnTo>
                  <a:close/>
                </a:path>
                <a:path w="4758054" h="10208260">
                  <a:moveTo>
                    <a:pt x="4735233" y="4089158"/>
                  </a:moveTo>
                  <a:lnTo>
                    <a:pt x="4726724" y="4042727"/>
                  </a:lnTo>
                  <a:lnTo>
                    <a:pt x="4703534" y="4005872"/>
                  </a:lnTo>
                  <a:lnTo>
                    <a:pt x="4669129" y="3979507"/>
                  </a:lnTo>
                  <a:lnTo>
                    <a:pt x="4627016" y="3964521"/>
                  </a:lnTo>
                  <a:lnTo>
                    <a:pt x="4627016" y="3963085"/>
                  </a:lnTo>
                  <a:lnTo>
                    <a:pt x="4666221" y="3943134"/>
                  </a:lnTo>
                  <a:lnTo>
                    <a:pt x="4694237" y="3916616"/>
                  </a:lnTo>
                  <a:lnTo>
                    <a:pt x="4711039" y="3884790"/>
                  </a:lnTo>
                  <a:lnTo>
                    <a:pt x="4716640" y="3848925"/>
                  </a:lnTo>
                  <a:lnTo>
                    <a:pt x="4708385" y="3805948"/>
                  </a:lnTo>
                  <a:lnTo>
                    <a:pt x="4683061" y="3768953"/>
                  </a:lnTo>
                  <a:lnTo>
                    <a:pt x="4639818" y="3743007"/>
                  </a:lnTo>
                  <a:lnTo>
                    <a:pt x="4577829" y="3733228"/>
                  </a:lnTo>
                  <a:lnTo>
                    <a:pt x="4539526" y="3736429"/>
                  </a:lnTo>
                  <a:lnTo>
                    <a:pt x="4504334" y="3744874"/>
                  </a:lnTo>
                  <a:lnTo>
                    <a:pt x="4474172" y="3756812"/>
                  </a:lnTo>
                  <a:lnTo>
                    <a:pt x="4451007" y="3770503"/>
                  </a:lnTo>
                  <a:lnTo>
                    <a:pt x="4468114" y="3818267"/>
                  </a:lnTo>
                  <a:lnTo>
                    <a:pt x="4486643" y="3806964"/>
                  </a:lnTo>
                  <a:lnTo>
                    <a:pt x="4509909" y="3796639"/>
                  </a:lnTo>
                  <a:lnTo>
                    <a:pt x="4536529" y="3789095"/>
                  </a:lnTo>
                  <a:lnTo>
                    <a:pt x="4565142" y="3786174"/>
                  </a:lnTo>
                  <a:lnTo>
                    <a:pt x="4603915" y="3792143"/>
                  </a:lnTo>
                  <a:lnTo>
                    <a:pt x="4630344" y="3808196"/>
                  </a:lnTo>
                  <a:lnTo>
                    <a:pt x="4645457" y="3831539"/>
                  </a:lnTo>
                  <a:lnTo>
                    <a:pt x="4650257" y="3859352"/>
                  </a:lnTo>
                  <a:lnTo>
                    <a:pt x="4640059" y="3896398"/>
                  </a:lnTo>
                  <a:lnTo>
                    <a:pt x="4614037" y="3921912"/>
                  </a:lnTo>
                  <a:lnTo>
                    <a:pt x="4579074" y="3936669"/>
                  </a:lnTo>
                  <a:lnTo>
                    <a:pt x="4542040" y="3941419"/>
                  </a:lnTo>
                  <a:lnTo>
                    <a:pt x="4505528" y="3941419"/>
                  </a:lnTo>
                  <a:lnTo>
                    <a:pt x="4505528" y="3990670"/>
                  </a:lnTo>
                  <a:lnTo>
                    <a:pt x="4542040" y="3990670"/>
                  </a:lnTo>
                  <a:lnTo>
                    <a:pt x="4588281" y="3996271"/>
                  </a:lnTo>
                  <a:lnTo>
                    <a:pt x="4628210" y="4013695"/>
                  </a:lnTo>
                  <a:lnTo>
                    <a:pt x="4656379" y="4043857"/>
                  </a:lnTo>
                  <a:lnTo>
                    <a:pt x="4667364" y="4087672"/>
                  </a:lnTo>
                  <a:lnTo>
                    <a:pt x="4662386" y="4119372"/>
                  </a:lnTo>
                  <a:lnTo>
                    <a:pt x="4644402" y="4149801"/>
                  </a:lnTo>
                  <a:lnTo>
                    <a:pt x="4610481" y="4172674"/>
                  </a:lnTo>
                  <a:lnTo>
                    <a:pt x="4557649" y="4181703"/>
                  </a:lnTo>
                  <a:lnTo>
                    <a:pt x="4524299" y="4178592"/>
                  </a:lnTo>
                  <a:lnTo>
                    <a:pt x="4493882" y="4170870"/>
                  </a:lnTo>
                  <a:lnTo>
                    <a:pt x="4468507" y="4160926"/>
                  </a:lnTo>
                  <a:lnTo>
                    <a:pt x="4450296" y="4151147"/>
                  </a:lnTo>
                  <a:lnTo>
                    <a:pt x="4432325" y="4201833"/>
                  </a:lnTo>
                  <a:lnTo>
                    <a:pt x="4454449" y="4213593"/>
                  </a:lnTo>
                  <a:lnTo>
                    <a:pt x="4483925" y="4224134"/>
                  </a:lnTo>
                  <a:lnTo>
                    <a:pt x="4519117" y="4231729"/>
                  </a:lnTo>
                  <a:lnTo>
                    <a:pt x="4558373" y="4234650"/>
                  </a:lnTo>
                  <a:lnTo>
                    <a:pt x="4611916" y="4229265"/>
                  </a:lnTo>
                  <a:lnTo>
                    <a:pt x="4655998" y="4214177"/>
                  </a:lnTo>
                  <a:lnTo>
                    <a:pt x="4690478" y="4191000"/>
                  </a:lnTo>
                  <a:lnTo>
                    <a:pt x="4715268" y="4161371"/>
                  </a:lnTo>
                  <a:lnTo>
                    <a:pt x="4730229" y="4126877"/>
                  </a:lnTo>
                  <a:lnTo>
                    <a:pt x="4735233" y="4089158"/>
                  </a:lnTo>
                  <a:close/>
                </a:path>
                <a:path w="4758054" h="10208260">
                  <a:moveTo>
                    <a:pt x="4744212" y="7905128"/>
                  </a:moveTo>
                  <a:lnTo>
                    <a:pt x="4526280" y="7905128"/>
                  </a:lnTo>
                  <a:lnTo>
                    <a:pt x="4526280" y="7903629"/>
                  </a:lnTo>
                  <a:lnTo>
                    <a:pt x="4565142" y="7867790"/>
                  </a:lnTo>
                  <a:lnTo>
                    <a:pt x="4613008" y="7820520"/>
                  </a:lnTo>
                  <a:lnTo>
                    <a:pt x="4653902" y="7776400"/>
                  </a:lnTo>
                  <a:lnTo>
                    <a:pt x="4687036" y="7734224"/>
                  </a:lnTo>
                  <a:lnTo>
                    <a:pt x="4711649" y="7692809"/>
                  </a:lnTo>
                  <a:lnTo>
                    <a:pt x="4726978" y="7650924"/>
                  </a:lnTo>
                  <a:lnTo>
                    <a:pt x="4732261" y="7607376"/>
                  </a:lnTo>
                  <a:lnTo>
                    <a:pt x="4726851" y="7566063"/>
                  </a:lnTo>
                  <a:lnTo>
                    <a:pt x="4710087" y="7527760"/>
                  </a:lnTo>
                  <a:lnTo>
                    <a:pt x="4681182" y="7496010"/>
                  </a:lnTo>
                  <a:lnTo>
                    <a:pt x="4639361" y="7474356"/>
                  </a:lnTo>
                  <a:lnTo>
                    <a:pt x="4583823" y="7466355"/>
                  </a:lnTo>
                  <a:lnTo>
                    <a:pt x="4543488" y="7470064"/>
                  </a:lnTo>
                  <a:lnTo>
                    <a:pt x="4506773" y="7480351"/>
                  </a:lnTo>
                  <a:lnTo>
                    <a:pt x="4474248" y="7495959"/>
                  </a:lnTo>
                  <a:lnTo>
                    <a:pt x="4446498" y="7515644"/>
                  </a:lnTo>
                  <a:lnTo>
                    <a:pt x="4467390" y="7561872"/>
                  </a:lnTo>
                  <a:lnTo>
                    <a:pt x="4486732" y="7547597"/>
                  </a:lnTo>
                  <a:lnTo>
                    <a:pt x="4510748" y="7534389"/>
                  </a:lnTo>
                  <a:lnTo>
                    <a:pt x="4538853" y="7524661"/>
                  </a:lnTo>
                  <a:lnTo>
                    <a:pt x="4570425" y="7520889"/>
                  </a:lnTo>
                  <a:lnTo>
                    <a:pt x="4615967" y="7528763"/>
                  </a:lnTo>
                  <a:lnTo>
                    <a:pt x="4645634" y="7549782"/>
                  </a:lnTo>
                  <a:lnTo>
                    <a:pt x="4661738" y="7580033"/>
                  </a:lnTo>
                  <a:lnTo>
                    <a:pt x="4666589" y="7615593"/>
                  </a:lnTo>
                  <a:lnTo>
                    <a:pt x="4661573" y="7651610"/>
                  </a:lnTo>
                  <a:lnTo>
                    <a:pt x="4646993" y="7687704"/>
                  </a:lnTo>
                  <a:lnTo>
                    <a:pt x="4622508" y="7725702"/>
                  </a:lnTo>
                  <a:lnTo>
                    <a:pt x="4587760" y="7767421"/>
                  </a:lnTo>
                  <a:lnTo>
                    <a:pt x="4542396" y="7814691"/>
                  </a:lnTo>
                  <a:lnTo>
                    <a:pt x="4434535" y="7919352"/>
                  </a:lnTo>
                  <a:lnTo>
                    <a:pt x="4434535" y="7959611"/>
                  </a:lnTo>
                  <a:lnTo>
                    <a:pt x="4744212" y="7959611"/>
                  </a:lnTo>
                  <a:lnTo>
                    <a:pt x="4744212" y="7905128"/>
                  </a:lnTo>
                  <a:close/>
                </a:path>
                <a:path w="4758054" h="10208260">
                  <a:moveTo>
                    <a:pt x="4749495" y="5234673"/>
                  </a:moveTo>
                  <a:lnTo>
                    <a:pt x="4443514" y="5234673"/>
                  </a:lnTo>
                  <a:lnTo>
                    <a:pt x="4443514" y="5289156"/>
                  </a:lnTo>
                  <a:lnTo>
                    <a:pt x="4680763" y="5289156"/>
                  </a:lnTo>
                  <a:lnTo>
                    <a:pt x="4680763" y="5290642"/>
                  </a:lnTo>
                  <a:lnTo>
                    <a:pt x="4470324" y="5719711"/>
                  </a:lnTo>
                  <a:lnTo>
                    <a:pt x="4538345" y="5719711"/>
                  </a:lnTo>
                  <a:lnTo>
                    <a:pt x="4749495" y="5277917"/>
                  </a:lnTo>
                  <a:lnTo>
                    <a:pt x="4749495" y="5234673"/>
                  </a:lnTo>
                  <a:close/>
                </a:path>
                <a:path w="4758054" h="10208260">
                  <a:moveTo>
                    <a:pt x="4749495" y="4488053"/>
                  </a:moveTo>
                  <a:lnTo>
                    <a:pt x="4443514" y="4488053"/>
                  </a:lnTo>
                  <a:lnTo>
                    <a:pt x="4443514" y="4542536"/>
                  </a:lnTo>
                  <a:lnTo>
                    <a:pt x="4680763" y="4542536"/>
                  </a:lnTo>
                  <a:lnTo>
                    <a:pt x="4680763" y="4543984"/>
                  </a:lnTo>
                  <a:lnTo>
                    <a:pt x="4470324" y="4973104"/>
                  </a:lnTo>
                  <a:lnTo>
                    <a:pt x="4538345" y="4973104"/>
                  </a:lnTo>
                  <a:lnTo>
                    <a:pt x="4749495" y="4531296"/>
                  </a:lnTo>
                  <a:lnTo>
                    <a:pt x="4749495" y="4488053"/>
                  </a:lnTo>
                  <a:close/>
                </a:path>
                <a:path w="4758054" h="10208260">
                  <a:moveTo>
                    <a:pt x="4756124" y="2600401"/>
                  </a:moveTo>
                  <a:lnTo>
                    <a:pt x="4749355" y="2559304"/>
                  </a:lnTo>
                  <a:lnTo>
                    <a:pt x="4729937" y="2524569"/>
                  </a:lnTo>
                  <a:lnTo>
                    <a:pt x="4699165" y="2496413"/>
                  </a:lnTo>
                  <a:lnTo>
                    <a:pt x="4689703" y="2491460"/>
                  </a:lnTo>
                  <a:lnTo>
                    <a:pt x="4689703" y="2607081"/>
                  </a:lnTo>
                  <a:lnTo>
                    <a:pt x="4682845" y="2641689"/>
                  </a:lnTo>
                  <a:lnTo>
                    <a:pt x="4663338" y="2669108"/>
                  </a:lnTo>
                  <a:lnTo>
                    <a:pt x="4632795" y="2687155"/>
                  </a:lnTo>
                  <a:lnTo>
                    <a:pt x="4592815" y="2693657"/>
                  </a:lnTo>
                  <a:lnTo>
                    <a:pt x="4551197" y="2686126"/>
                  </a:lnTo>
                  <a:lnTo>
                    <a:pt x="4520235" y="2665857"/>
                  </a:lnTo>
                  <a:lnTo>
                    <a:pt x="4501299" y="2636355"/>
                  </a:lnTo>
                  <a:lnTo>
                    <a:pt x="4495774" y="2601125"/>
                  </a:lnTo>
                  <a:lnTo>
                    <a:pt x="4495901" y="2600401"/>
                  </a:lnTo>
                  <a:lnTo>
                    <a:pt x="4501451" y="2568283"/>
                  </a:lnTo>
                  <a:lnTo>
                    <a:pt x="4518114" y="2539962"/>
                  </a:lnTo>
                  <a:lnTo>
                    <a:pt x="4545431" y="2517203"/>
                  </a:lnTo>
                  <a:lnTo>
                    <a:pt x="4582960" y="2501176"/>
                  </a:lnTo>
                  <a:lnTo>
                    <a:pt x="4627092" y="2517203"/>
                  </a:lnTo>
                  <a:lnTo>
                    <a:pt x="4660951" y="2539009"/>
                  </a:lnTo>
                  <a:lnTo>
                    <a:pt x="4682248" y="2568283"/>
                  </a:lnTo>
                  <a:lnTo>
                    <a:pt x="4689703" y="2607081"/>
                  </a:lnTo>
                  <a:lnTo>
                    <a:pt x="4689703" y="2491460"/>
                  </a:lnTo>
                  <a:lnTo>
                    <a:pt x="4658372" y="2475039"/>
                  </a:lnTo>
                  <a:lnTo>
                    <a:pt x="4658372" y="2472779"/>
                  </a:lnTo>
                  <a:lnTo>
                    <a:pt x="4687735" y="2454135"/>
                  </a:lnTo>
                  <a:lnTo>
                    <a:pt x="4696053" y="2448852"/>
                  </a:lnTo>
                  <a:lnTo>
                    <a:pt x="4720679" y="2420823"/>
                  </a:lnTo>
                  <a:lnTo>
                    <a:pt x="4734103" y="2390406"/>
                  </a:lnTo>
                  <a:lnTo>
                    <a:pt x="4738167" y="2359342"/>
                  </a:lnTo>
                  <a:lnTo>
                    <a:pt x="4732528" y="2323719"/>
                  </a:lnTo>
                  <a:lnTo>
                    <a:pt x="4715611" y="2291207"/>
                  </a:lnTo>
                  <a:lnTo>
                    <a:pt x="4711154" y="2286978"/>
                  </a:lnTo>
                  <a:lnTo>
                    <a:pt x="4687430" y="2264562"/>
                  </a:lnTo>
                  <a:lnTo>
                    <a:pt x="4675581" y="2259165"/>
                  </a:lnTo>
                  <a:lnTo>
                    <a:pt x="4675581" y="2366073"/>
                  </a:lnTo>
                  <a:lnTo>
                    <a:pt x="4669904" y="2396401"/>
                  </a:lnTo>
                  <a:lnTo>
                    <a:pt x="4654296" y="2421280"/>
                  </a:lnTo>
                  <a:lnTo>
                    <a:pt x="4630852" y="2440571"/>
                  </a:lnTo>
                  <a:lnTo>
                    <a:pt x="4601654" y="2454135"/>
                  </a:lnTo>
                  <a:lnTo>
                    <a:pt x="4563465" y="2440571"/>
                  </a:lnTo>
                  <a:lnTo>
                    <a:pt x="4534446" y="2421940"/>
                  </a:lnTo>
                  <a:lnTo>
                    <a:pt x="4515764" y="2396921"/>
                  </a:lnTo>
                  <a:lnTo>
                    <a:pt x="4515663" y="2396401"/>
                  </a:lnTo>
                  <a:lnTo>
                    <a:pt x="4509186" y="2364575"/>
                  </a:lnTo>
                  <a:lnTo>
                    <a:pt x="4514697" y="2334818"/>
                  </a:lnTo>
                  <a:lnTo>
                    <a:pt x="4530915" y="2310104"/>
                  </a:lnTo>
                  <a:lnTo>
                    <a:pt x="4557331" y="2293226"/>
                  </a:lnTo>
                  <a:lnTo>
                    <a:pt x="4593437" y="2286978"/>
                  </a:lnTo>
                  <a:lnTo>
                    <a:pt x="4631169" y="2293886"/>
                  </a:lnTo>
                  <a:lnTo>
                    <a:pt x="4656645" y="2311971"/>
                  </a:lnTo>
                  <a:lnTo>
                    <a:pt x="4671047" y="2337333"/>
                  </a:lnTo>
                  <a:lnTo>
                    <a:pt x="4675581" y="2366073"/>
                  </a:lnTo>
                  <a:lnTo>
                    <a:pt x="4675581" y="2259165"/>
                  </a:lnTo>
                  <a:lnTo>
                    <a:pt x="4647971" y="2246553"/>
                  </a:lnTo>
                  <a:lnTo>
                    <a:pt x="4597235" y="2239949"/>
                  </a:lnTo>
                  <a:lnTo>
                    <a:pt x="4548962" y="2245995"/>
                  </a:lnTo>
                  <a:lnTo>
                    <a:pt x="4507674" y="2263267"/>
                  </a:lnTo>
                  <a:lnTo>
                    <a:pt x="4475518" y="2290419"/>
                  </a:lnTo>
                  <a:lnTo>
                    <a:pt x="4454652" y="2326119"/>
                  </a:lnTo>
                  <a:lnTo>
                    <a:pt x="4447222" y="2369045"/>
                  </a:lnTo>
                  <a:lnTo>
                    <a:pt x="4451667" y="2400135"/>
                  </a:lnTo>
                  <a:lnTo>
                    <a:pt x="4465485" y="2429675"/>
                  </a:lnTo>
                  <a:lnTo>
                    <a:pt x="4489386" y="2456154"/>
                  </a:lnTo>
                  <a:lnTo>
                    <a:pt x="4524070" y="2478024"/>
                  </a:lnTo>
                  <a:lnTo>
                    <a:pt x="4524794" y="2480284"/>
                  </a:lnTo>
                  <a:lnTo>
                    <a:pt x="4484624" y="2502649"/>
                  </a:lnTo>
                  <a:lnTo>
                    <a:pt x="4454385" y="2531745"/>
                  </a:lnTo>
                  <a:lnTo>
                    <a:pt x="4435310" y="2567571"/>
                  </a:lnTo>
                  <a:lnTo>
                    <a:pt x="4428680" y="2610104"/>
                  </a:lnTo>
                  <a:lnTo>
                    <a:pt x="4435843" y="2650972"/>
                  </a:lnTo>
                  <a:lnTo>
                    <a:pt x="4456671" y="2686939"/>
                  </a:lnTo>
                  <a:lnTo>
                    <a:pt x="4490186" y="2715603"/>
                  </a:lnTo>
                  <a:lnTo>
                    <a:pt x="4535360" y="2734564"/>
                  </a:lnTo>
                  <a:lnTo>
                    <a:pt x="4591228" y="2741422"/>
                  </a:lnTo>
                  <a:lnTo>
                    <a:pt x="4643933" y="2734843"/>
                  </a:lnTo>
                  <a:lnTo>
                    <a:pt x="4689284" y="2716060"/>
                  </a:lnTo>
                  <a:lnTo>
                    <a:pt x="4716132" y="2693657"/>
                  </a:lnTo>
                  <a:lnTo>
                    <a:pt x="4724755" y="2686469"/>
                  </a:lnTo>
                  <a:lnTo>
                    <a:pt x="4747869" y="2647442"/>
                  </a:lnTo>
                  <a:lnTo>
                    <a:pt x="4756124" y="2600401"/>
                  </a:lnTo>
                  <a:close/>
                </a:path>
                <a:path w="4758054" h="10208260">
                  <a:moveTo>
                    <a:pt x="4756124" y="360553"/>
                  </a:moveTo>
                  <a:lnTo>
                    <a:pt x="4749355" y="319405"/>
                  </a:lnTo>
                  <a:lnTo>
                    <a:pt x="4729937" y="284670"/>
                  </a:lnTo>
                  <a:lnTo>
                    <a:pt x="4699165" y="256514"/>
                  </a:lnTo>
                  <a:lnTo>
                    <a:pt x="4689703" y="251548"/>
                  </a:lnTo>
                  <a:lnTo>
                    <a:pt x="4689703" y="367182"/>
                  </a:lnTo>
                  <a:lnTo>
                    <a:pt x="4682845" y="401777"/>
                  </a:lnTo>
                  <a:lnTo>
                    <a:pt x="4663338" y="429196"/>
                  </a:lnTo>
                  <a:lnTo>
                    <a:pt x="4632795" y="447255"/>
                  </a:lnTo>
                  <a:lnTo>
                    <a:pt x="4592815" y="453771"/>
                  </a:lnTo>
                  <a:lnTo>
                    <a:pt x="4551197" y="446227"/>
                  </a:lnTo>
                  <a:lnTo>
                    <a:pt x="4520235" y="425970"/>
                  </a:lnTo>
                  <a:lnTo>
                    <a:pt x="4501299" y="396481"/>
                  </a:lnTo>
                  <a:lnTo>
                    <a:pt x="4495774" y="361276"/>
                  </a:lnTo>
                  <a:lnTo>
                    <a:pt x="4495901" y="360553"/>
                  </a:lnTo>
                  <a:lnTo>
                    <a:pt x="4501451" y="328409"/>
                  </a:lnTo>
                  <a:lnTo>
                    <a:pt x="4518114" y="300075"/>
                  </a:lnTo>
                  <a:lnTo>
                    <a:pt x="4545431" y="277304"/>
                  </a:lnTo>
                  <a:lnTo>
                    <a:pt x="4582960" y="261289"/>
                  </a:lnTo>
                  <a:lnTo>
                    <a:pt x="4627346" y="277431"/>
                  </a:lnTo>
                  <a:lnTo>
                    <a:pt x="4660951" y="299148"/>
                  </a:lnTo>
                  <a:lnTo>
                    <a:pt x="4682248" y="328409"/>
                  </a:lnTo>
                  <a:lnTo>
                    <a:pt x="4689703" y="367182"/>
                  </a:lnTo>
                  <a:lnTo>
                    <a:pt x="4689703" y="251548"/>
                  </a:lnTo>
                  <a:lnTo>
                    <a:pt x="4658372" y="235102"/>
                  </a:lnTo>
                  <a:lnTo>
                    <a:pt x="4658372" y="232841"/>
                  </a:lnTo>
                  <a:lnTo>
                    <a:pt x="4687659" y="214299"/>
                  </a:lnTo>
                  <a:lnTo>
                    <a:pt x="4696053" y="208978"/>
                  </a:lnTo>
                  <a:lnTo>
                    <a:pt x="4720679" y="180949"/>
                  </a:lnTo>
                  <a:lnTo>
                    <a:pt x="4734103" y="150520"/>
                  </a:lnTo>
                  <a:lnTo>
                    <a:pt x="4738167" y="119443"/>
                  </a:lnTo>
                  <a:lnTo>
                    <a:pt x="4732528" y="83832"/>
                  </a:lnTo>
                  <a:lnTo>
                    <a:pt x="4715611" y="51308"/>
                  </a:lnTo>
                  <a:lnTo>
                    <a:pt x="4711204" y="47129"/>
                  </a:lnTo>
                  <a:lnTo>
                    <a:pt x="4687430" y="24650"/>
                  </a:lnTo>
                  <a:lnTo>
                    <a:pt x="4675581" y="19240"/>
                  </a:lnTo>
                  <a:lnTo>
                    <a:pt x="4675581" y="126225"/>
                  </a:lnTo>
                  <a:lnTo>
                    <a:pt x="4669904" y="156502"/>
                  </a:lnTo>
                  <a:lnTo>
                    <a:pt x="4654296" y="181381"/>
                  </a:lnTo>
                  <a:lnTo>
                    <a:pt x="4630852" y="200685"/>
                  </a:lnTo>
                  <a:lnTo>
                    <a:pt x="4601654" y="214299"/>
                  </a:lnTo>
                  <a:lnTo>
                    <a:pt x="4563326" y="200685"/>
                  </a:lnTo>
                  <a:lnTo>
                    <a:pt x="4563453" y="200685"/>
                  </a:lnTo>
                  <a:lnTo>
                    <a:pt x="4534446" y="182054"/>
                  </a:lnTo>
                  <a:lnTo>
                    <a:pt x="4515764" y="157035"/>
                  </a:lnTo>
                  <a:lnTo>
                    <a:pt x="4515663" y="156502"/>
                  </a:lnTo>
                  <a:lnTo>
                    <a:pt x="4509186" y="124637"/>
                  </a:lnTo>
                  <a:lnTo>
                    <a:pt x="4514697" y="94932"/>
                  </a:lnTo>
                  <a:lnTo>
                    <a:pt x="4530915" y="70243"/>
                  </a:lnTo>
                  <a:lnTo>
                    <a:pt x="4557331" y="53378"/>
                  </a:lnTo>
                  <a:lnTo>
                    <a:pt x="4593437" y="47129"/>
                  </a:lnTo>
                  <a:lnTo>
                    <a:pt x="4631169" y="54025"/>
                  </a:lnTo>
                  <a:lnTo>
                    <a:pt x="4656645" y="72097"/>
                  </a:lnTo>
                  <a:lnTo>
                    <a:pt x="4671047" y="97472"/>
                  </a:lnTo>
                  <a:lnTo>
                    <a:pt x="4675581" y="126225"/>
                  </a:lnTo>
                  <a:lnTo>
                    <a:pt x="4675581" y="19240"/>
                  </a:lnTo>
                  <a:lnTo>
                    <a:pt x="4647971" y="6629"/>
                  </a:lnTo>
                  <a:lnTo>
                    <a:pt x="4597235" y="0"/>
                  </a:lnTo>
                  <a:lnTo>
                    <a:pt x="4548962" y="6057"/>
                  </a:lnTo>
                  <a:lnTo>
                    <a:pt x="4507674" y="23317"/>
                  </a:lnTo>
                  <a:lnTo>
                    <a:pt x="4475518" y="50482"/>
                  </a:lnTo>
                  <a:lnTo>
                    <a:pt x="4454652" y="86194"/>
                  </a:lnTo>
                  <a:lnTo>
                    <a:pt x="4447222" y="129159"/>
                  </a:lnTo>
                  <a:lnTo>
                    <a:pt x="4451667" y="160261"/>
                  </a:lnTo>
                  <a:lnTo>
                    <a:pt x="4465485" y="189814"/>
                  </a:lnTo>
                  <a:lnTo>
                    <a:pt x="4489386" y="216281"/>
                  </a:lnTo>
                  <a:lnTo>
                    <a:pt x="4524070" y="238175"/>
                  </a:lnTo>
                  <a:lnTo>
                    <a:pt x="4524794" y="240385"/>
                  </a:lnTo>
                  <a:lnTo>
                    <a:pt x="4484624" y="262750"/>
                  </a:lnTo>
                  <a:lnTo>
                    <a:pt x="4454385" y="291846"/>
                  </a:lnTo>
                  <a:lnTo>
                    <a:pt x="4435310" y="327685"/>
                  </a:lnTo>
                  <a:lnTo>
                    <a:pt x="4428680" y="370255"/>
                  </a:lnTo>
                  <a:lnTo>
                    <a:pt x="4435843" y="411124"/>
                  </a:lnTo>
                  <a:lnTo>
                    <a:pt x="4456671" y="447065"/>
                  </a:lnTo>
                  <a:lnTo>
                    <a:pt x="4490186" y="475703"/>
                  </a:lnTo>
                  <a:lnTo>
                    <a:pt x="4535360" y="494626"/>
                  </a:lnTo>
                  <a:lnTo>
                    <a:pt x="4591228" y="501472"/>
                  </a:lnTo>
                  <a:lnTo>
                    <a:pt x="4643933" y="494906"/>
                  </a:lnTo>
                  <a:lnTo>
                    <a:pt x="4689284" y="476123"/>
                  </a:lnTo>
                  <a:lnTo>
                    <a:pt x="4716094" y="453771"/>
                  </a:lnTo>
                  <a:lnTo>
                    <a:pt x="4724755" y="446544"/>
                  </a:lnTo>
                  <a:lnTo>
                    <a:pt x="4747869" y="407555"/>
                  </a:lnTo>
                  <a:lnTo>
                    <a:pt x="4756124" y="360553"/>
                  </a:lnTo>
                  <a:close/>
                </a:path>
                <a:path w="4758054" h="10208260">
                  <a:moveTo>
                    <a:pt x="4757623" y="9910686"/>
                  </a:moveTo>
                  <a:lnTo>
                    <a:pt x="4752632" y="9852546"/>
                  </a:lnTo>
                  <a:lnTo>
                    <a:pt x="4738090" y="9802647"/>
                  </a:lnTo>
                  <a:lnTo>
                    <a:pt x="4714633" y="9762045"/>
                  </a:lnTo>
                  <a:lnTo>
                    <a:pt x="4691189" y="9739655"/>
                  </a:lnTo>
                  <a:lnTo>
                    <a:pt x="4691189" y="9902469"/>
                  </a:lnTo>
                  <a:lnTo>
                    <a:pt x="4691189" y="9912896"/>
                  </a:lnTo>
                  <a:lnTo>
                    <a:pt x="4669294" y="9946615"/>
                  </a:lnTo>
                  <a:lnTo>
                    <a:pt x="4620831" y="9973297"/>
                  </a:lnTo>
                  <a:lnTo>
                    <a:pt x="4589742" y="9977145"/>
                  </a:lnTo>
                  <a:lnTo>
                    <a:pt x="4551261" y="9969538"/>
                  </a:lnTo>
                  <a:lnTo>
                    <a:pt x="4521886" y="9948304"/>
                  </a:lnTo>
                  <a:lnTo>
                    <a:pt x="4503140" y="9915741"/>
                  </a:lnTo>
                  <a:lnTo>
                    <a:pt x="4496549" y="9874174"/>
                  </a:lnTo>
                  <a:lnTo>
                    <a:pt x="4503585" y="9826739"/>
                  </a:lnTo>
                  <a:lnTo>
                    <a:pt x="4523257" y="9789414"/>
                  </a:lnTo>
                  <a:lnTo>
                    <a:pt x="4553432" y="9764979"/>
                  </a:lnTo>
                  <a:lnTo>
                    <a:pt x="4591951" y="9756216"/>
                  </a:lnTo>
                  <a:lnTo>
                    <a:pt x="4636452" y="9767430"/>
                  </a:lnTo>
                  <a:lnTo>
                    <a:pt x="4667339" y="9798304"/>
                  </a:lnTo>
                  <a:lnTo>
                    <a:pt x="4685347" y="9844697"/>
                  </a:lnTo>
                  <a:lnTo>
                    <a:pt x="4691189" y="9902469"/>
                  </a:lnTo>
                  <a:lnTo>
                    <a:pt x="4691189" y="9739655"/>
                  </a:lnTo>
                  <a:lnTo>
                    <a:pt x="4682922" y="9731756"/>
                  </a:lnTo>
                  <a:lnTo>
                    <a:pt x="4643564" y="9712833"/>
                  </a:lnTo>
                  <a:lnTo>
                    <a:pt x="4597235" y="9706292"/>
                  </a:lnTo>
                  <a:lnTo>
                    <a:pt x="4550499" y="9712681"/>
                  </a:lnTo>
                  <a:lnTo>
                    <a:pt x="4510189" y="9730575"/>
                  </a:lnTo>
                  <a:lnTo>
                    <a:pt x="4477207" y="9758032"/>
                  </a:lnTo>
                  <a:lnTo>
                    <a:pt x="4452493" y="9793135"/>
                  </a:lnTo>
                  <a:lnTo>
                    <a:pt x="4436986" y="9833966"/>
                  </a:lnTo>
                  <a:lnTo>
                    <a:pt x="4431601" y="9878593"/>
                  </a:lnTo>
                  <a:lnTo>
                    <a:pt x="4438129" y="9925888"/>
                  </a:lnTo>
                  <a:lnTo>
                    <a:pt x="4456887" y="9966731"/>
                  </a:lnTo>
                  <a:lnTo>
                    <a:pt x="4486719" y="9998773"/>
                  </a:lnTo>
                  <a:lnTo>
                    <a:pt x="4526432" y="10019716"/>
                  </a:lnTo>
                  <a:lnTo>
                    <a:pt x="4574845" y="10027209"/>
                  </a:lnTo>
                  <a:lnTo>
                    <a:pt x="4609795" y="10023602"/>
                  </a:lnTo>
                  <a:lnTo>
                    <a:pt x="4609490" y="10023602"/>
                  </a:lnTo>
                  <a:lnTo>
                    <a:pt x="4640034" y="10013378"/>
                  </a:lnTo>
                  <a:lnTo>
                    <a:pt x="4666653" y="9996945"/>
                  </a:lnTo>
                  <a:lnTo>
                    <a:pt x="4686732" y="9977145"/>
                  </a:lnTo>
                  <a:lnTo>
                    <a:pt x="4688979" y="9974936"/>
                  </a:lnTo>
                  <a:lnTo>
                    <a:pt x="4691189" y="9974936"/>
                  </a:lnTo>
                  <a:lnTo>
                    <a:pt x="4681880" y="10015233"/>
                  </a:lnTo>
                  <a:lnTo>
                    <a:pt x="4649317" y="10079609"/>
                  </a:lnTo>
                  <a:lnTo>
                    <a:pt x="4604880" y="10121595"/>
                  </a:lnTo>
                  <a:lnTo>
                    <a:pt x="4553610" y="10145116"/>
                  </a:lnTo>
                  <a:lnTo>
                    <a:pt x="4509846" y="10152532"/>
                  </a:lnTo>
                  <a:lnTo>
                    <a:pt x="4483747" y="10153853"/>
                  </a:lnTo>
                  <a:lnTo>
                    <a:pt x="4472673" y="10153282"/>
                  </a:lnTo>
                  <a:lnTo>
                    <a:pt x="4472673" y="10207003"/>
                  </a:lnTo>
                  <a:lnTo>
                    <a:pt x="4515739" y="10205504"/>
                  </a:lnTo>
                  <a:lnTo>
                    <a:pt x="4571885" y="10195725"/>
                  </a:lnTo>
                  <a:lnTo>
                    <a:pt x="4609160" y="10182276"/>
                  </a:lnTo>
                  <a:lnTo>
                    <a:pt x="4643628" y="10163086"/>
                  </a:lnTo>
                  <a:lnTo>
                    <a:pt x="4674082" y="10138385"/>
                  </a:lnTo>
                  <a:lnTo>
                    <a:pt x="4701108" y="10107155"/>
                  </a:lnTo>
                  <a:lnTo>
                    <a:pt x="4724120" y="10068954"/>
                  </a:lnTo>
                  <a:lnTo>
                    <a:pt x="4741964" y="10023602"/>
                  </a:lnTo>
                  <a:lnTo>
                    <a:pt x="4752632" y="9974936"/>
                  </a:lnTo>
                  <a:lnTo>
                    <a:pt x="4753521" y="9970910"/>
                  </a:lnTo>
                  <a:lnTo>
                    <a:pt x="4753610" y="9969538"/>
                  </a:lnTo>
                  <a:lnTo>
                    <a:pt x="4757623" y="9910686"/>
                  </a:lnTo>
                  <a:close/>
                </a:path>
                <a:path w="4758054" h="10208260">
                  <a:moveTo>
                    <a:pt x="4757623" y="6177559"/>
                  </a:moveTo>
                  <a:lnTo>
                    <a:pt x="4752632" y="6119406"/>
                  </a:lnTo>
                  <a:lnTo>
                    <a:pt x="4738090" y="6069508"/>
                  </a:lnTo>
                  <a:lnTo>
                    <a:pt x="4714633" y="6028893"/>
                  </a:lnTo>
                  <a:lnTo>
                    <a:pt x="4691189" y="6006490"/>
                  </a:lnTo>
                  <a:lnTo>
                    <a:pt x="4691189" y="6169342"/>
                  </a:lnTo>
                  <a:lnTo>
                    <a:pt x="4691189" y="6179820"/>
                  </a:lnTo>
                  <a:lnTo>
                    <a:pt x="4669294" y="6213437"/>
                  </a:lnTo>
                  <a:lnTo>
                    <a:pt x="4620831" y="6240132"/>
                  </a:lnTo>
                  <a:lnTo>
                    <a:pt x="4589742" y="6243967"/>
                  </a:lnTo>
                  <a:lnTo>
                    <a:pt x="4551261" y="6236373"/>
                  </a:lnTo>
                  <a:lnTo>
                    <a:pt x="4521886" y="6215151"/>
                  </a:lnTo>
                  <a:lnTo>
                    <a:pt x="4503140" y="6182588"/>
                  </a:lnTo>
                  <a:lnTo>
                    <a:pt x="4496549" y="6140996"/>
                  </a:lnTo>
                  <a:lnTo>
                    <a:pt x="4503585" y="6093612"/>
                  </a:lnTo>
                  <a:lnTo>
                    <a:pt x="4523257" y="6056300"/>
                  </a:lnTo>
                  <a:lnTo>
                    <a:pt x="4553432" y="6031852"/>
                  </a:lnTo>
                  <a:lnTo>
                    <a:pt x="4591951" y="6023089"/>
                  </a:lnTo>
                  <a:lnTo>
                    <a:pt x="4636452" y="6034303"/>
                  </a:lnTo>
                  <a:lnTo>
                    <a:pt x="4667339" y="6065177"/>
                  </a:lnTo>
                  <a:lnTo>
                    <a:pt x="4685347" y="6111570"/>
                  </a:lnTo>
                  <a:lnTo>
                    <a:pt x="4691189" y="6169342"/>
                  </a:lnTo>
                  <a:lnTo>
                    <a:pt x="4691189" y="6006490"/>
                  </a:lnTo>
                  <a:lnTo>
                    <a:pt x="4682922" y="5998591"/>
                  </a:lnTo>
                  <a:lnTo>
                    <a:pt x="4643564" y="5979655"/>
                  </a:lnTo>
                  <a:lnTo>
                    <a:pt x="4597235" y="5973115"/>
                  </a:lnTo>
                  <a:lnTo>
                    <a:pt x="4550499" y="5979515"/>
                  </a:lnTo>
                  <a:lnTo>
                    <a:pt x="4510189" y="5997410"/>
                  </a:lnTo>
                  <a:lnTo>
                    <a:pt x="4477207" y="6024880"/>
                  </a:lnTo>
                  <a:lnTo>
                    <a:pt x="4452493" y="6059995"/>
                  </a:lnTo>
                  <a:lnTo>
                    <a:pt x="4436986" y="6100838"/>
                  </a:lnTo>
                  <a:lnTo>
                    <a:pt x="4431601" y="6145466"/>
                  </a:lnTo>
                  <a:lnTo>
                    <a:pt x="4438129" y="6192723"/>
                  </a:lnTo>
                  <a:lnTo>
                    <a:pt x="4456887" y="6233528"/>
                  </a:lnTo>
                  <a:lnTo>
                    <a:pt x="4486719" y="6265557"/>
                  </a:lnTo>
                  <a:lnTo>
                    <a:pt x="4526432" y="6286487"/>
                  </a:lnTo>
                  <a:lnTo>
                    <a:pt x="4574845" y="6293980"/>
                  </a:lnTo>
                  <a:lnTo>
                    <a:pt x="4609363" y="6290437"/>
                  </a:lnTo>
                  <a:lnTo>
                    <a:pt x="4640034" y="6280188"/>
                  </a:lnTo>
                  <a:lnTo>
                    <a:pt x="4666653" y="6263754"/>
                  </a:lnTo>
                  <a:lnTo>
                    <a:pt x="4686693" y="6243967"/>
                  </a:lnTo>
                  <a:lnTo>
                    <a:pt x="4688979" y="6241707"/>
                  </a:lnTo>
                  <a:lnTo>
                    <a:pt x="4691189" y="6241707"/>
                  </a:lnTo>
                  <a:lnTo>
                    <a:pt x="4681880" y="6282055"/>
                  </a:lnTo>
                  <a:lnTo>
                    <a:pt x="4649317" y="6346482"/>
                  </a:lnTo>
                  <a:lnTo>
                    <a:pt x="4604880" y="6388481"/>
                  </a:lnTo>
                  <a:lnTo>
                    <a:pt x="4553610" y="6411989"/>
                  </a:lnTo>
                  <a:lnTo>
                    <a:pt x="4509846" y="6419367"/>
                  </a:lnTo>
                  <a:lnTo>
                    <a:pt x="4483747" y="6420701"/>
                  </a:lnTo>
                  <a:lnTo>
                    <a:pt x="4472673" y="6420104"/>
                  </a:lnTo>
                  <a:lnTo>
                    <a:pt x="4472673" y="6473825"/>
                  </a:lnTo>
                  <a:lnTo>
                    <a:pt x="4515739" y="6472352"/>
                  </a:lnTo>
                  <a:lnTo>
                    <a:pt x="4571885" y="6462560"/>
                  </a:lnTo>
                  <a:lnTo>
                    <a:pt x="4609160" y="6449098"/>
                  </a:lnTo>
                  <a:lnTo>
                    <a:pt x="4643628" y="6429896"/>
                  </a:lnTo>
                  <a:lnTo>
                    <a:pt x="4674082" y="6405169"/>
                  </a:lnTo>
                  <a:lnTo>
                    <a:pt x="4701108" y="6373952"/>
                  </a:lnTo>
                  <a:lnTo>
                    <a:pt x="4724120" y="6335776"/>
                  </a:lnTo>
                  <a:lnTo>
                    <a:pt x="4741964" y="6290437"/>
                  </a:lnTo>
                  <a:lnTo>
                    <a:pt x="4752645" y="6241707"/>
                  </a:lnTo>
                  <a:lnTo>
                    <a:pt x="4753521" y="6237770"/>
                  </a:lnTo>
                  <a:lnTo>
                    <a:pt x="4753610" y="6236373"/>
                  </a:lnTo>
                  <a:lnTo>
                    <a:pt x="4757623" y="6177559"/>
                  </a:lnTo>
                  <a:close/>
                </a:path>
                <a:path w="4758054" h="10208260">
                  <a:moveTo>
                    <a:pt x="4757623" y="3191052"/>
                  </a:moveTo>
                  <a:lnTo>
                    <a:pt x="4752632" y="3132874"/>
                  </a:lnTo>
                  <a:lnTo>
                    <a:pt x="4738090" y="3082963"/>
                  </a:lnTo>
                  <a:lnTo>
                    <a:pt x="4714633" y="3042335"/>
                  </a:lnTo>
                  <a:lnTo>
                    <a:pt x="4691189" y="3019945"/>
                  </a:lnTo>
                  <a:lnTo>
                    <a:pt x="4691189" y="3182836"/>
                  </a:lnTo>
                  <a:lnTo>
                    <a:pt x="4691189" y="3193313"/>
                  </a:lnTo>
                  <a:lnTo>
                    <a:pt x="4669294" y="3226930"/>
                  </a:lnTo>
                  <a:lnTo>
                    <a:pt x="4620831" y="3253625"/>
                  </a:lnTo>
                  <a:lnTo>
                    <a:pt x="4589742" y="3257448"/>
                  </a:lnTo>
                  <a:lnTo>
                    <a:pt x="4551261" y="3249866"/>
                  </a:lnTo>
                  <a:lnTo>
                    <a:pt x="4521886" y="3228632"/>
                  </a:lnTo>
                  <a:lnTo>
                    <a:pt x="4503140" y="3196069"/>
                  </a:lnTo>
                  <a:lnTo>
                    <a:pt x="4496549" y="3154489"/>
                  </a:lnTo>
                  <a:lnTo>
                    <a:pt x="4503585" y="3107093"/>
                  </a:lnTo>
                  <a:lnTo>
                    <a:pt x="4523257" y="3069780"/>
                  </a:lnTo>
                  <a:lnTo>
                    <a:pt x="4553432" y="3045345"/>
                  </a:lnTo>
                  <a:lnTo>
                    <a:pt x="4591951" y="3036582"/>
                  </a:lnTo>
                  <a:lnTo>
                    <a:pt x="4636452" y="3047784"/>
                  </a:lnTo>
                  <a:lnTo>
                    <a:pt x="4667339" y="3078645"/>
                  </a:lnTo>
                  <a:lnTo>
                    <a:pt x="4685347" y="3125038"/>
                  </a:lnTo>
                  <a:lnTo>
                    <a:pt x="4691189" y="3182836"/>
                  </a:lnTo>
                  <a:lnTo>
                    <a:pt x="4691189" y="3019945"/>
                  </a:lnTo>
                  <a:lnTo>
                    <a:pt x="4682922" y="3012033"/>
                  </a:lnTo>
                  <a:lnTo>
                    <a:pt x="4643564" y="2993098"/>
                  </a:lnTo>
                  <a:lnTo>
                    <a:pt x="4597235" y="2986557"/>
                  </a:lnTo>
                  <a:lnTo>
                    <a:pt x="4550499" y="2992958"/>
                  </a:lnTo>
                  <a:lnTo>
                    <a:pt x="4510189" y="3010852"/>
                  </a:lnTo>
                  <a:lnTo>
                    <a:pt x="4477207" y="3038322"/>
                  </a:lnTo>
                  <a:lnTo>
                    <a:pt x="4452493" y="3073450"/>
                  </a:lnTo>
                  <a:lnTo>
                    <a:pt x="4436986" y="3114306"/>
                  </a:lnTo>
                  <a:lnTo>
                    <a:pt x="4431601" y="3158960"/>
                  </a:lnTo>
                  <a:lnTo>
                    <a:pt x="4438129" y="3206204"/>
                  </a:lnTo>
                  <a:lnTo>
                    <a:pt x="4456887" y="3247021"/>
                  </a:lnTo>
                  <a:lnTo>
                    <a:pt x="4486719" y="3279051"/>
                  </a:lnTo>
                  <a:lnTo>
                    <a:pt x="4526432" y="3299980"/>
                  </a:lnTo>
                  <a:lnTo>
                    <a:pt x="4574845" y="3307473"/>
                  </a:lnTo>
                  <a:lnTo>
                    <a:pt x="4609414" y="3303905"/>
                  </a:lnTo>
                  <a:lnTo>
                    <a:pt x="4640034" y="3293656"/>
                  </a:lnTo>
                  <a:lnTo>
                    <a:pt x="4666653" y="3277222"/>
                  </a:lnTo>
                  <a:lnTo>
                    <a:pt x="4686693" y="3257448"/>
                  </a:lnTo>
                  <a:lnTo>
                    <a:pt x="4688979" y="3255200"/>
                  </a:lnTo>
                  <a:lnTo>
                    <a:pt x="4691189" y="3255200"/>
                  </a:lnTo>
                  <a:lnTo>
                    <a:pt x="4681880" y="3295548"/>
                  </a:lnTo>
                  <a:lnTo>
                    <a:pt x="4649317" y="3359950"/>
                  </a:lnTo>
                  <a:lnTo>
                    <a:pt x="4604880" y="3401949"/>
                  </a:lnTo>
                  <a:lnTo>
                    <a:pt x="4553610" y="3425469"/>
                  </a:lnTo>
                  <a:lnTo>
                    <a:pt x="4509846" y="3432848"/>
                  </a:lnTo>
                  <a:lnTo>
                    <a:pt x="4483747" y="3434169"/>
                  </a:lnTo>
                  <a:lnTo>
                    <a:pt x="4472673" y="3433597"/>
                  </a:lnTo>
                  <a:lnTo>
                    <a:pt x="4472673" y="3487318"/>
                  </a:lnTo>
                  <a:lnTo>
                    <a:pt x="4515739" y="3485832"/>
                  </a:lnTo>
                  <a:lnTo>
                    <a:pt x="4571885" y="3476053"/>
                  </a:lnTo>
                  <a:lnTo>
                    <a:pt x="4609160" y="3462591"/>
                  </a:lnTo>
                  <a:lnTo>
                    <a:pt x="4643628" y="3443389"/>
                  </a:lnTo>
                  <a:lnTo>
                    <a:pt x="4674082" y="3418649"/>
                  </a:lnTo>
                  <a:lnTo>
                    <a:pt x="4701108" y="3387433"/>
                  </a:lnTo>
                  <a:lnTo>
                    <a:pt x="4724120" y="3349244"/>
                  </a:lnTo>
                  <a:lnTo>
                    <a:pt x="4741964" y="3303905"/>
                  </a:lnTo>
                  <a:lnTo>
                    <a:pt x="4752645" y="3255200"/>
                  </a:lnTo>
                  <a:lnTo>
                    <a:pt x="4753521" y="3251238"/>
                  </a:lnTo>
                  <a:lnTo>
                    <a:pt x="4753610" y="3249866"/>
                  </a:lnTo>
                  <a:lnTo>
                    <a:pt x="4757623" y="3191052"/>
                  </a:lnTo>
                  <a:close/>
                </a:path>
              </a:pathLst>
            </a:custGeom>
            <a:solidFill>
              <a:srgbClr val="000000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059897" y="42544"/>
              <a:ext cx="4813935" cy="10208260"/>
            </a:xfrm>
            <a:custGeom>
              <a:avLst/>
              <a:gdLst/>
              <a:ahLst/>
              <a:cxnLst/>
              <a:rect l="l" t="t" r="r" b="b"/>
              <a:pathLst>
                <a:path w="4813935" h="10208260">
                  <a:moveTo>
                    <a:pt x="302869" y="355993"/>
                  </a:moveTo>
                  <a:lnTo>
                    <a:pt x="294360" y="309549"/>
                  </a:lnTo>
                  <a:lnTo>
                    <a:pt x="271170" y="272707"/>
                  </a:lnTo>
                  <a:lnTo>
                    <a:pt x="236778" y="246341"/>
                  </a:lnTo>
                  <a:lnTo>
                    <a:pt x="194691" y="231394"/>
                  </a:lnTo>
                  <a:lnTo>
                    <a:pt x="194691" y="229908"/>
                  </a:lnTo>
                  <a:lnTo>
                    <a:pt x="233870" y="209956"/>
                  </a:lnTo>
                  <a:lnTo>
                    <a:pt x="261848" y="183438"/>
                  </a:lnTo>
                  <a:lnTo>
                    <a:pt x="278638" y="151625"/>
                  </a:lnTo>
                  <a:lnTo>
                    <a:pt x="284226" y="115747"/>
                  </a:lnTo>
                  <a:lnTo>
                    <a:pt x="275971" y="72771"/>
                  </a:lnTo>
                  <a:lnTo>
                    <a:pt x="250647" y="35750"/>
                  </a:lnTo>
                  <a:lnTo>
                    <a:pt x="207429" y="9791"/>
                  </a:lnTo>
                  <a:lnTo>
                    <a:pt x="145453" y="0"/>
                  </a:lnTo>
                  <a:lnTo>
                    <a:pt x="107175" y="3213"/>
                  </a:lnTo>
                  <a:lnTo>
                    <a:pt x="71983" y="11684"/>
                  </a:lnTo>
                  <a:lnTo>
                    <a:pt x="41833" y="23672"/>
                  </a:lnTo>
                  <a:lnTo>
                    <a:pt x="18694" y="37426"/>
                  </a:lnTo>
                  <a:lnTo>
                    <a:pt x="35839" y="85140"/>
                  </a:lnTo>
                  <a:lnTo>
                    <a:pt x="54330" y="73837"/>
                  </a:lnTo>
                  <a:lnTo>
                    <a:pt x="77597" y="63512"/>
                  </a:lnTo>
                  <a:lnTo>
                    <a:pt x="104228" y="55968"/>
                  </a:lnTo>
                  <a:lnTo>
                    <a:pt x="132816" y="53047"/>
                  </a:lnTo>
                  <a:lnTo>
                    <a:pt x="171577" y="59016"/>
                  </a:lnTo>
                  <a:lnTo>
                    <a:pt x="197980" y="75057"/>
                  </a:lnTo>
                  <a:lnTo>
                    <a:pt x="213055" y="98386"/>
                  </a:lnTo>
                  <a:lnTo>
                    <a:pt x="217843" y="126225"/>
                  </a:lnTo>
                  <a:lnTo>
                    <a:pt x="207657" y="163258"/>
                  </a:lnTo>
                  <a:lnTo>
                    <a:pt x="181660" y="188760"/>
                  </a:lnTo>
                  <a:lnTo>
                    <a:pt x="146710" y="203504"/>
                  </a:lnTo>
                  <a:lnTo>
                    <a:pt x="109664" y="208241"/>
                  </a:lnTo>
                  <a:lnTo>
                    <a:pt x="73113" y="208241"/>
                  </a:lnTo>
                  <a:lnTo>
                    <a:pt x="73113" y="257441"/>
                  </a:lnTo>
                  <a:lnTo>
                    <a:pt x="109664" y="257441"/>
                  </a:lnTo>
                  <a:lnTo>
                    <a:pt x="155892" y="263055"/>
                  </a:lnTo>
                  <a:lnTo>
                    <a:pt x="195821" y="280504"/>
                  </a:lnTo>
                  <a:lnTo>
                    <a:pt x="224002" y="310692"/>
                  </a:lnTo>
                  <a:lnTo>
                    <a:pt x="234988" y="354495"/>
                  </a:lnTo>
                  <a:lnTo>
                    <a:pt x="230009" y="386207"/>
                  </a:lnTo>
                  <a:lnTo>
                    <a:pt x="212039" y="416623"/>
                  </a:lnTo>
                  <a:lnTo>
                    <a:pt x="178130" y="439470"/>
                  </a:lnTo>
                  <a:lnTo>
                    <a:pt x="125323" y="448475"/>
                  </a:lnTo>
                  <a:lnTo>
                    <a:pt x="91973" y="445389"/>
                  </a:lnTo>
                  <a:lnTo>
                    <a:pt x="61556" y="437705"/>
                  </a:lnTo>
                  <a:lnTo>
                    <a:pt x="36169" y="427786"/>
                  </a:lnTo>
                  <a:lnTo>
                    <a:pt x="17919" y="417969"/>
                  </a:lnTo>
                  <a:lnTo>
                    <a:pt x="0" y="468655"/>
                  </a:lnTo>
                  <a:lnTo>
                    <a:pt x="22123" y="480441"/>
                  </a:lnTo>
                  <a:lnTo>
                    <a:pt x="51574" y="490982"/>
                  </a:lnTo>
                  <a:lnTo>
                    <a:pt x="86766" y="498563"/>
                  </a:lnTo>
                  <a:lnTo>
                    <a:pt x="126098" y="501472"/>
                  </a:lnTo>
                  <a:lnTo>
                    <a:pt x="179590" y="496087"/>
                  </a:lnTo>
                  <a:lnTo>
                    <a:pt x="223634" y="480999"/>
                  </a:lnTo>
                  <a:lnTo>
                    <a:pt x="258114" y="457835"/>
                  </a:lnTo>
                  <a:lnTo>
                    <a:pt x="282892" y="428193"/>
                  </a:lnTo>
                  <a:lnTo>
                    <a:pt x="297853" y="393712"/>
                  </a:lnTo>
                  <a:lnTo>
                    <a:pt x="302869" y="355993"/>
                  </a:lnTo>
                  <a:close/>
                </a:path>
                <a:path w="4813935" h="10208260">
                  <a:moveTo>
                    <a:pt x="1103896" y="8221180"/>
                  </a:moveTo>
                  <a:lnTo>
                    <a:pt x="1047889" y="8221180"/>
                  </a:lnTo>
                  <a:lnTo>
                    <a:pt x="941971" y="8277923"/>
                  </a:lnTo>
                  <a:lnTo>
                    <a:pt x="954646" y="8327898"/>
                  </a:lnTo>
                  <a:lnTo>
                    <a:pt x="1038948" y="8282394"/>
                  </a:lnTo>
                  <a:lnTo>
                    <a:pt x="1040447" y="8282394"/>
                  </a:lnTo>
                  <a:lnTo>
                    <a:pt x="1040447" y="8706231"/>
                  </a:lnTo>
                  <a:lnTo>
                    <a:pt x="1103896" y="8706231"/>
                  </a:lnTo>
                  <a:lnTo>
                    <a:pt x="1103896" y="8221180"/>
                  </a:lnTo>
                  <a:close/>
                </a:path>
                <a:path w="4813935" h="10208260">
                  <a:moveTo>
                    <a:pt x="1103896" y="6727952"/>
                  </a:moveTo>
                  <a:lnTo>
                    <a:pt x="1047889" y="6727952"/>
                  </a:lnTo>
                  <a:lnTo>
                    <a:pt x="941971" y="6784695"/>
                  </a:lnTo>
                  <a:lnTo>
                    <a:pt x="954646" y="6834619"/>
                  </a:lnTo>
                  <a:lnTo>
                    <a:pt x="1038948" y="6789115"/>
                  </a:lnTo>
                  <a:lnTo>
                    <a:pt x="1040447" y="6789115"/>
                  </a:lnTo>
                  <a:lnTo>
                    <a:pt x="1040447" y="7212990"/>
                  </a:lnTo>
                  <a:lnTo>
                    <a:pt x="1103896" y="7212990"/>
                  </a:lnTo>
                  <a:lnTo>
                    <a:pt x="1103896" y="6727952"/>
                  </a:lnTo>
                  <a:close/>
                </a:path>
                <a:path w="4813935" h="10208260">
                  <a:moveTo>
                    <a:pt x="1197127" y="7802207"/>
                  </a:moveTo>
                  <a:lnTo>
                    <a:pt x="1191641" y="7759941"/>
                  </a:lnTo>
                  <a:lnTo>
                    <a:pt x="1154620" y="7697559"/>
                  </a:lnTo>
                  <a:lnTo>
                    <a:pt x="1104061" y="7665923"/>
                  </a:lnTo>
                  <a:lnTo>
                    <a:pt x="1051140" y="7652994"/>
                  </a:lnTo>
                  <a:lnTo>
                    <a:pt x="1023289" y="7651432"/>
                  </a:lnTo>
                  <a:lnTo>
                    <a:pt x="1011123" y="7651686"/>
                  </a:lnTo>
                  <a:lnTo>
                    <a:pt x="1000988" y="7652347"/>
                  </a:lnTo>
                  <a:lnTo>
                    <a:pt x="983754" y="7654404"/>
                  </a:lnTo>
                  <a:lnTo>
                    <a:pt x="1002398" y="7529817"/>
                  </a:lnTo>
                  <a:lnTo>
                    <a:pt x="1187424" y="7529817"/>
                  </a:lnTo>
                  <a:lnTo>
                    <a:pt x="1187424" y="7474572"/>
                  </a:lnTo>
                  <a:lnTo>
                    <a:pt x="955421" y="7474572"/>
                  </a:lnTo>
                  <a:lnTo>
                    <a:pt x="924052" y="7707401"/>
                  </a:lnTo>
                  <a:lnTo>
                    <a:pt x="938225" y="7705636"/>
                  </a:lnTo>
                  <a:lnTo>
                    <a:pt x="954011" y="7703947"/>
                  </a:lnTo>
                  <a:lnTo>
                    <a:pt x="971600" y="7702664"/>
                  </a:lnTo>
                  <a:lnTo>
                    <a:pt x="991209" y="7702169"/>
                  </a:lnTo>
                  <a:lnTo>
                    <a:pt x="1053820" y="7710144"/>
                  </a:lnTo>
                  <a:lnTo>
                    <a:pt x="1097051" y="7732395"/>
                  </a:lnTo>
                  <a:lnTo>
                    <a:pt x="1122235" y="7766380"/>
                  </a:lnTo>
                  <a:lnTo>
                    <a:pt x="1130693" y="7809598"/>
                  </a:lnTo>
                  <a:lnTo>
                    <a:pt x="1121460" y="7853451"/>
                  </a:lnTo>
                  <a:lnTo>
                    <a:pt x="1096479" y="7886573"/>
                  </a:lnTo>
                  <a:lnTo>
                    <a:pt x="1059891" y="7907528"/>
                  </a:lnTo>
                  <a:lnTo>
                    <a:pt x="1015796" y="7914830"/>
                  </a:lnTo>
                  <a:lnTo>
                    <a:pt x="983869" y="7912303"/>
                  </a:lnTo>
                  <a:lnTo>
                    <a:pt x="955014" y="7905864"/>
                  </a:lnTo>
                  <a:lnTo>
                    <a:pt x="930643" y="7897190"/>
                  </a:lnTo>
                  <a:lnTo>
                    <a:pt x="912139" y="7887970"/>
                  </a:lnTo>
                  <a:lnTo>
                    <a:pt x="895718" y="7937982"/>
                  </a:lnTo>
                  <a:lnTo>
                    <a:pt x="916914" y="7948930"/>
                  </a:lnTo>
                  <a:lnTo>
                    <a:pt x="944968" y="7958493"/>
                  </a:lnTo>
                  <a:lnTo>
                    <a:pt x="978611" y="7965262"/>
                  </a:lnTo>
                  <a:lnTo>
                    <a:pt x="1016571" y="7967827"/>
                  </a:lnTo>
                  <a:lnTo>
                    <a:pt x="1066469" y="7962138"/>
                  </a:lnTo>
                  <a:lnTo>
                    <a:pt x="1110132" y="7945933"/>
                  </a:lnTo>
                  <a:lnTo>
                    <a:pt x="1146302" y="7920533"/>
                  </a:lnTo>
                  <a:lnTo>
                    <a:pt x="1173695" y="7887233"/>
                  </a:lnTo>
                  <a:lnTo>
                    <a:pt x="1191056" y="7847355"/>
                  </a:lnTo>
                  <a:lnTo>
                    <a:pt x="1197127" y="7802207"/>
                  </a:lnTo>
                  <a:close/>
                </a:path>
                <a:path w="4813935" h="10208260">
                  <a:moveTo>
                    <a:pt x="1198626" y="4835779"/>
                  </a:moveTo>
                  <a:lnTo>
                    <a:pt x="1190104" y="4789348"/>
                  </a:lnTo>
                  <a:lnTo>
                    <a:pt x="1166901" y="4752505"/>
                  </a:lnTo>
                  <a:lnTo>
                    <a:pt x="1132497" y="4726140"/>
                  </a:lnTo>
                  <a:lnTo>
                    <a:pt x="1090396" y="4711141"/>
                  </a:lnTo>
                  <a:lnTo>
                    <a:pt x="1090396" y="4709706"/>
                  </a:lnTo>
                  <a:lnTo>
                    <a:pt x="1129576" y="4689780"/>
                  </a:lnTo>
                  <a:lnTo>
                    <a:pt x="1157554" y="4663262"/>
                  </a:lnTo>
                  <a:lnTo>
                    <a:pt x="1174343" y="4631436"/>
                  </a:lnTo>
                  <a:lnTo>
                    <a:pt x="1179931" y="4595533"/>
                  </a:lnTo>
                  <a:lnTo>
                    <a:pt x="1171676" y="4552569"/>
                  </a:lnTo>
                  <a:lnTo>
                    <a:pt x="1146352" y="4515561"/>
                  </a:lnTo>
                  <a:lnTo>
                    <a:pt x="1103134" y="4489615"/>
                  </a:lnTo>
                  <a:lnTo>
                    <a:pt x="1041158" y="4479836"/>
                  </a:lnTo>
                  <a:lnTo>
                    <a:pt x="1002880" y="4483049"/>
                  </a:lnTo>
                  <a:lnTo>
                    <a:pt x="967689" y="4491494"/>
                  </a:lnTo>
                  <a:lnTo>
                    <a:pt x="937539" y="4503458"/>
                  </a:lnTo>
                  <a:lnTo>
                    <a:pt x="914400" y="4517174"/>
                  </a:lnTo>
                  <a:lnTo>
                    <a:pt x="931545" y="4564926"/>
                  </a:lnTo>
                  <a:lnTo>
                    <a:pt x="950036" y="4553636"/>
                  </a:lnTo>
                  <a:lnTo>
                    <a:pt x="973302" y="4543298"/>
                  </a:lnTo>
                  <a:lnTo>
                    <a:pt x="999934" y="4535754"/>
                  </a:lnTo>
                  <a:lnTo>
                    <a:pt x="1028534" y="4532833"/>
                  </a:lnTo>
                  <a:lnTo>
                    <a:pt x="1067282" y="4538802"/>
                  </a:lnTo>
                  <a:lnTo>
                    <a:pt x="1093685" y="4554842"/>
                  </a:lnTo>
                  <a:lnTo>
                    <a:pt x="1108760" y="4578159"/>
                  </a:lnTo>
                  <a:lnTo>
                    <a:pt x="1113548" y="4605960"/>
                  </a:lnTo>
                  <a:lnTo>
                    <a:pt x="1103363" y="4643018"/>
                  </a:lnTo>
                  <a:lnTo>
                    <a:pt x="1077366" y="4668558"/>
                  </a:lnTo>
                  <a:lnTo>
                    <a:pt x="1042416" y="4683328"/>
                  </a:lnTo>
                  <a:lnTo>
                    <a:pt x="1005370" y="4688078"/>
                  </a:lnTo>
                  <a:lnTo>
                    <a:pt x="968819" y="4688078"/>
                  </a:lnTo>
                  <a:lnTo>
                    <a:pt x="968819" y="4737278"/>
                  </a:lnTo>
                  <a:lnTo>
                    <a:pt x="1005370" y="4737278"/>
                  </a:lnTo>
                  <a:lnTo>
                    <a:pt x="1051610" y="4742891"/>
                  </a:lnTo>
                  <a:lnTo>
                    <a:pt x="1091539" y="4760328"/>
                  </a:lnTo>
                  <a:lnTo>
                    <a:pt x="1119733" y="4790503"/>
                  </a:lnTo>
                  <a:lnTo>
                    <a:pt x="1130693" y="4834331"/>
                  </a:lnTo>
                  <a:lnTo>
                    <a:pt x="1125740" y="4866005"/>
                  </a:lnTo>
                  <a:lnTo>
                    <a:pt x="1107770" y="4896421"/>
                  </a:lnTo>
                  <a:lnTo>
                    <a:pt x="1073848" y="4919294"/>
                  </a:lnTo>
                  <a:lnTo>
                    <a:pt x="1021029" y="4928324"/>
                  </a:lnTo>
                  <a:lnTo>
                    <a:pt x="987679" y="4925225"/>
                  </a:lnTo>
                  <a:lnTo>
                    <a:pt x="957262" y="4917503"/>
                  </a:lnTo>
                  <a:lnTo>
                    <a:pt x="931875" y="4907559"/>
                  </a:lnTo>
                  <a:lnTo>
                    <a:pt x="913625" y="4897755"/>
                  </a:lnTo>
                  <a:lnTo>
                    <a:pt x="895718" y="4948504"/>
                  </a:lnTo>
                  <a:lnTo>
                    <a:pt x="917829" y="4960239"/>
                  </a:lnTo>
                  <a:lnTo>
                    <a:pt x="947280" y="4970780"/>
                  </a:lnTo>
                  <a:lnTo>
                    <a:pt x="982484" y="4978387"/>
                  </a:lnTo>
                  <a:lnTo>
                    <a:pt x="1021803" y="4981321"/>
                  </a:lnTo>
                  <a:lnTo>
                    <a:pt x="1075296" y="4975923"/>
                  </a:lnTo>
                  <a:lnTo>
                    <a:pt x="1119352" y="4960823"/>
                  </a:lnTo>
                  <a:lnTo>
                    <a:pt x="1153845" y="4937645"/>
                  </a:lnTo>
                  <a:lnTo>
                    <a:pt x="1178636" y="4908004"/>
                  </a:lnTo>
                  <a:lnTo>
                    <a:pt x="1193596" y="4873498"/>
                  </a:lnTo>
                  <a:lnTo>
                    <a:pt x="1198626" y="4835779"/>
                  </a:lnTo>
                  <a:close/>
                </a:path>
                <a:path w="4813935" h="10208260">
                  <a:moveTo>
                    <a:pt x="1198626" y="1849272"/>
                  </a:moveTo>
                  <a:lnTo>
                    <a:pt x="1190104" y="1802828"/>
                  </a:lnTo>
                  <a:lnTo>
                    <a:pt x="1166901" y="1765973"/>
                  </a:lnTo>
                  <a:lnTo>
                    <a:pt x="1132497" y="1739607"/>
                  </a:lnTo>
                  <a:lnTo>
                    <a:pt x="1090396" y="1724634"/>
                  </a:lnTo>
                  <a:lnTo>
                    <a:pt x="1090396" y="1723186"/>
                  </a:lnTo>
                  <a:lnTo>
                    <a:pt x="1129576" y="1703260"/>
                  </a:lnTo>
                  <a:lnTo>
                    <a:pt x="1157554" y="1676742"/>
                  </a:lnTo>
                  <a:lnTo>
                    <a:pt x="1174343" y="1644904"/>
                  </a:lnTo>
                  <a:lnTo>
                    <a:pt x="1179931" y="1609026"/>
                  </a:lnTo>
                  <a:lnTo>
                    <a:pt x="1171676" y="1566062"/>
                  </a:lnTo>
                  <a:lnTo>
                    <a:pt x="1146352" y="1529054"/>
                  </a:lnTo>
                  <a:lnTo>
                    <a:pt x="1103134" y="1503108"/>
                  </a:lnTo>
                  <a:lnTo>
                    <a:pt x="1041158" y="1493329"/>
                  </a:lnTo>
                  <a:lnTo>
                    <a:pt x="1002880" y="1496529"/>
                  </a:lnTo>
                  <a:lnTo>
                    <a:pt x="967689" y="1504975"/>
                  </a:lnTo>
                  <a:lnTo>
                    <a:pt x="937539" y="1516926"/>
                  </a:lnTo>
                  <a:lnTo>
                    <a:pt x="914400" y="1530616"/>
                  </a:lnTo>
                  <a:lnTo>
                    <a:pt x="931545" y="1578368"/>
                  </a:lnTo>
                  <a:lnTo>
                    <a:pt x="950036" y="1567078"/>
                  </a:lnTo>
                  <a:lnTo>
                    <a:pt x="973302" y="1556740"/>
                  </a:lnTo>
                  <a:lnTo>
                    <a:pt x="999934" y="1549196"/>
                  </a:lnTo>
                  <a:lnTo>
                    <a:pt x="1028534" y="1546275"/>
                  </a:lnTo>
                  <a:lnTo>
                    <a:pt x="1067282" y="1552257"/>
                  </a:lnTo>
                  <a:lnTo>
                    <a:pt x="1093685" y="1568310"/>
                  </a:lnTo>
                  <a:lnTo>
                    <a:pt x="1108760" y="1591640"/>
                  </a:lnTo>
                  <a:lnTo>
                    <a:pt x="1113548" y="1619453"/>
                  </a:lnTo>
                  <a:lnTo>
                    <a:pt x="1103363" y="1656511"/>
                  </a:lnTo>
                  <a:lnTo>
                    <a:pt x="1077366" y="1682038"/>
                  </a:lnTo>
                  <a:lnTo>
                    <a:pt x="1042416" y="1696808"/>
                  </a:lnTo>
                  <a:lnTo>
                    <a:pt x="1005370" y="1701571"/>
                  </a:lnTo>
                  <a:lnTo>
                    <a:pt x="968819" y="1701571"/>
                  </a:lnTo>
                  <a:lnTo>
                    <a:pt x="968819" y="1750771"/>
                  </a:lnTo>
                  <a:lnTo>
                    <a:pt x="1005370" y="1750771"/>
                  </a:lnTo>
                  <a:lnTo>
                    <a:pt x="1051610" y="1756384"/>
                  </a:lnTo>
                  <a:lnTo>
                    <a:pt x="1091539" y="1773809"/>
                  </a:lnTo>
                  <a:lnTo>
                    <a:pt x="1119733" y="1803984"/>
                  </a:lnTo>
                  <a:lnTo>
                    <a:pt x="1130693" y="1847773"/>
                  </a:lnTo>
                  <a:lnTo>
                    <a:pt x="1125740" y="1879473"/>
                  </a:lnTo>
                  <a:lnTo>
                    <a:pt x="1107770" y="1909914"/>
                  </a:lnTo>
                  <a:lnTo>
                    <a:pt x="1073848" y="1932787"/>
                  </a:lnTo>
                  <a:lnTo>
                    <a:pt x="1021029" y="1941804"/>
                  </a:lnTo>
                  <a:lnTo>
                    <a:pt x="987679" y="1938705"/>
                  </a:lnTo>
                  <a:lnTo>
                    <a:pt x="957262" y="1930984"/>
                  </a:lnTo>
                  <a:lnTo>
                    <a:pt x="931875" y="1921027"/>
                  </a:lnTo>
                  <a:lnTo>
                    <a:pt x="913625" y="1911248"/>
                  </a:lnTo>
                  <a:lnTo>
                    <a:pt x="895718" y="1961984"/>
                  </a:lnTo>
                  <a:lnTo>
                    <a:pt x="917829" y="1973719"/>
                  </a:lnTo>
                  <a:lnTo>
                    <a:pt x="947280" y="1984248"/>
                  </a:lnTo>
                  <a:lnTo>
                    <a:pt x="982484" y="1991842"/>
                  </a:lnTo>
                  <a:lnTo>
                    <a:pt x="1021803" y="1994750"/>
                  </a:lnTo>
                  <a:lnTo>
                    <a:pt x="1075296" y="1989366"/>
                  </a:lnTo>
                  <a:lnTo>
                    <a:pt x="1119352" y="1974278"/>
                  </a:lnTo>
                  <a:lnTo>
                    <a:pt x="1153845" y="1951113"/>
                  </a:lnTo>
                  <a:lnTo>
                    <a:pt x="1178636" y="1921471"/>
                  </a:lnTo>
                  <a:lnTo>
                    <a:pt x="1193596" y="1886991"/>
                  </a:lnTo>
                  <a:lnTo>
                    <a:pt x="1198626" y="1849272"/>
                  </a:lnTo>
                  <a:close/>
                </a:path>
                <a:path w="4813935" h="10208260">
                  <a:moveTo>
                    <a:pt x="1207554" y="5665228"/>
                  </a:moveTo>
                  <a:lnTo>
                    <a:pt x="989711" y="5665228"/>
                  </a:lnTo>
                  <a:lnTo>
                    <a:pt x="989711" y="5663781"/>
                  </a:lnTo>
                  <a:lnTo>
                    <a:pt x="1028534" y="5627941"/>
                  </a:lnTo>
                  <a:lnTo>
                    <a:pt x="1076388" y="5580672"/>
                  </a:lnTo>
                  <a:lnTo>
                    <a:pt x="1117257" y="5536539"/>
                  </a:lnTo>
                  <a:lnTo>
                    <a:pt x="1150404" y="5494363"/>
                  </a:lnTo>
                  <a:lnTo>
                    <a:pt x="1175016" y="5452923"/>
                  </a:lnTo>
                  <a:lnTo>
                    <a:pt x="1190358" y="5411025"/>
                  </a:lnTo>
                  <a:lnTo>
                    <a:pt x="1195641" y="5367477"/>
                  </a:lnTo>
                  <a:lnTo>
                    <a:pt x="1190231" y="5326164"/>
                  </a:lnTo>
                  <a:lnTo>
                    <a:pt x="1173454" y="5287861"/>
                  </a:lnTo>
                  <a:lnTo>
                    <a:pt x="1144536" y="5256111"/>
                  </a:lnTo>
                  <a:lnTo>
                    <a:pt x="1102702" y="5234457"/>
                  </a:lnTo>
                  <a:lnTo>
                    <a:pt x="1047165" y="5226456"/>
                  </a:lnTo>
                  <a:lnTo>
                    <a:pt x="1006830" y="5230165"/>
                  </a:lnTo>
                  <a:lnTo>
                    <a:pt x="970127" y="5240452"/>
                  </a:lnTo>
                  <a:lnTo>
                    <a:pt x="937628" y="5256073"/>
                  </a:lnTo>
                  <a:lnTo>
                    <a:pt x="909878" y="5275758"/>
                  </a:lnTo>
                  <a:lnTo>
                    <a:pt x="930783" y="5321973"/>
                  </a:lnTo>
                  <a:lnTo>
                    <a:pt x="950112" y="5307711"/>
                  </a:lnTo>
                  <a:lnTo>
                    <a:pt x="974140" y="5294490"/>
                  </a:lnTo>
                  <a:lnTo>
                    <a:pt x="1002233" y="5284775"/>
                  </a:lnTo>
                  <a:lnTo>
                    <a:pt x="1033767" y="5280990"/>
                  </a:lnTo>
                  <a:lnTo>
                    <a:pt x="1079322" y="5288864"/>
                  </a:lnTo>
                  <a:lnTo>
                    <a:pt x="1109002" y="5309895"/>
                  </a:lnTo>
                  <a:lnTo>
                    <a:pt x="1125118" y="5340134"/>
                  </a:lnTo>
                  <a:lnTo>
                    <a:pt x="1129982" y="5375694"/>
                  </a:lnTo>
                  <a:lnTo>
                    <a:pt x="1124940" y="5411711"/>
                  </a:lnTo>
                  <a:lnTo>
                    <a:pt x="1110348" y="5447804"/>
                  </a:lnTo>
                  <a:lnTo>
                    <a:pt x="1085850" y="5485803"/>
                  </a:lnTo>
                  <a:lnTo>
                    <a:pt x="1051090" y="5527522"/>
                  </a:lnTo>
                  <a:lnTo>
                    <a:pt x="1005738" y="5574792"/>
                  </a:lnTo>
                  <a:lnTo>
                    <a:pt x="897966" y="5679452"/>
                  </a:lnTo>
                  <a:lnTo>
                    <a:pt x="897966" y="5719711"/>
                  </a:lnTo>
                  <a:lnTo>
                    <a:pt x="1207554" y="5719711"/>
                  </a:lnTo>
                  <a:lnTo>
                    <a:pt x="1207554" y="5665228"/>
                  </a:lnTo>
                  <a:close/>
                </a:path>
                <a:path w="4813935" h="10208260">
                  <a:moveTo>
                    <a:pt x="1207554" y="3425329"/>
                  </a:moveTo>
                  <a:lnTo>
                    <a:pt x="989711" y="3425329"/>
                  </a:lnTo>
                  <a:lnTo>
                    <a:pt x="989711" y="3423894"/>
                  </a:lnTo>
                  <a:lnTo>
                    <a:pt x="1028534" y="3388042"/>
                  </a:lnTo>
                  <a:lnTo>
                    <a:pt x="1076388" y="3340773"/>
                  </a:lnTo>
                  <a:lnTo>
                    <a:pt x="1117257" y="3296640"/>
                  </a:lnTo>
                  <a:lnTo>
                    <a:pt x="1150404" y="3254464"/>
                  </a:lnTo>
                  <a:lnTo>
                    <a:pt x="1175016" y="3213023"/>
                  </a:lnTo>
                  <a:lnTo>
                    <a:pt x="1190358" y="3171126"/>
                  </a:lnTo>
                  <a:lnTo>
                    <a:pt x="1195641" y="3127578"/>
                  </a:lnTo>
                  <a:lnTo>
                    <a:pt x="1190231" y="3086277"/>
                  </a:lnTo>
                  <a:lnTo>
                    <a:pt x="1173454" y="3047974"/>
                  </a:lnTo>
                  <a:lnTo>
                    <a:pt x="1144536" y="3016212"/>
                  </a:lnTo>
                  <a:lnTo>
                    <a:pt x="1102702" y="2994571"/>
                  </a:lnTo>
                  <a:lnTo>
                    <a:pt x="1047165" y="2986557"/>
                  </a:lnTo>
                  <a:lnTo>
                    <a:pt x="1006830" y="2990265"/>
                  </a:lnTo>
                  <a:lnTo>
                    <a:pt x="970127" y="3000565"/>
                  </a:lnTo>
                  <a:lnTo>
                    <a:pt x="937628" y="3016173"/>
                  </a:lnTo>
                  <a:lnTo>
                    <a:pt x="909878" y="3035858"/>
                  </a:lnTo>
                  <a:lnTo>
                    <a:pt x="930783" y="3082074"/>
                  </a:lnTo>
                  <a:lnTo>
                    <a:pt x="950112" y="3067812"/>
                  </a:lnTo>
                  <a:lnTo>
                    <a:pt x="974140" y="3054591"/>
                  </a:lnTo>
                  <a:lnTo>
                    <a:pt x="1002233" y="3044875"/>
                  </a:lnTo>
                  <a:lnTo>
                    <a:pt x="1033767" y="3041091"/>
                  </a:lnTo>
                  <a:lnTo>
                    <a:pt x="1079322" y="3048978"/>
                  </a:lnTo>
                  <a:lnTo>
                    <a:pt x="1109002" y="3069996"/>
                  </a:lnTo>
                  <a:lnTo>
                    <a:pt x="1125118" y="3100247"/>
                  </a:lnTo>
                  <a:lnTo>
                    <a:pt x="1129982" y="3135795"/>
                  </a:lnTo>
                  <a:lnTo>
                    <a:pt x="1124940" y="3171812"/>
                  </a:lnTo>
                  <a:lnTo>
                    <a:pt x="1110348" y="3207918"/>
                  </a:lnTo>
                  <a:lnTo>
                    <a:pt x="1085850" y="3245904"/>
                  </a:lnTo>
                  <a:lnTo>
                    <a:pt x="1051090" y="3287636"/>
                  </a:lnTo>
                  <a:lnTo>
                    <a:pt x="1005738" y="3334905"/>
                  </a:lnTo>
                  <a:lnTo>
                    <a:pt x="897966" y="3439553"/>
                  </a:lnTo>
                  <a:lnTo>
                    <a:pt x="897966" y="3479825"/>
                  </a:lnTo>
                  <a:lnTo>
                    <a:pt x="1207554" y="3479825"/>
                  </a:lnTo>
                  <a:lnTo>
                    <a:pt x="1207554" y="3425329"/>
                  </a:lnTo>
                  <a:close/>
                </a:path>
                <a:path w="4813935" h="10208260">
                  <a:moveTo>
                    <a:pt x="1207554" y="438772"/>
                  </a:moveTo>
                  <a:lnTo>
                    <a:pt x="989711" y="438772"/>
                  </a:lnTo>
                  <a:lnTo>
                    <a:pt x="989711" y="437286"/>
                  </a:lnTo>
                  <a:lnTo>
                    <a:pt x="1028534" y="401485"/>
                  </a:lnTo>
                  <a:lnTo>
                    <a:pt x="1076388" y="354215"/>
                  </a:lnTo>
                  <a:lnTo>
                    <a:pt x="1117257" y="310095"/>
                  </a:lnTo>
                  <a:lnTo>
                    <a:pt x="1150404" y="267931"/>
                  </a:lnTo>
                  <a:lnTo>
                    <a:pt x="1175016" y="226517"/>
                  </a:lnTo>
                  <a:lnTo>
                    <a:pt x="1190358" y="184645"/>
                  </a:lnTo>
                  <a:lnTo>
                    <a:pt x="1195641" y="141122"/>
                  </a:lnTo>
                  <a:lnTo>
                    <a:pt x="1190231" y="99796"/>
                  </a:lnTo>
                  <a:lnTo>
                    <a:pt x="1173454" y="61468"/>
                  </a:lnTo>
                  <a:lnTo>
                    <a:pt x="1144536" y="29692"/>
                  </a:lnTo>
                  <a:lnTo>
                    <a:pt x="1102702" y="8013"/>
                  </a:lnTo>
                  <a:lnTo>
                    <a:pt x="1047165" y="0"/>
                  </a:lnTo>
                  <a:lnTo>
                    <a:pt x="1006830" y="3721"/>
                  </a:lnTo>
                  <a:lnTo>
                    <a:pt x="970127" y="14020"/>
                  </a:lnTo>
                  <a:lnTo>
                    <a:pt x="937628" y="29654"/>
                  </a:lnTo>
                  <a:lnTo>
                    <a:pt x="909878" y="49352"/>
                  </a:lnTo>
                  <a:lnTo>
                    <a:pt x="930783" y="95567"/>
                  </a:lnTo>
                  <a:lnTo>
                    <a:pt x="950112" y="81267"/>
                  </a:lnTo>
                  <a:lnTo>
                    <a:pt x="974140" y="68021"/>
                  </a:lnTo>
                  <a:lnTo>
                    <a:pt x="1002233" y="58280"/>
                  </a:lnTo>
                  <a:lnTo>
                    <a:pt x="1033767" y="54483"/>
                  </a:lnTo>
                  <a:lnTo>
                    <a:pt x="1079322" y="62369"/>
                  </a:lnTo>
                  <a:lnTo>
                    <a:pt x="1109002" y="83413"/>
                  </a:lnTo>
                  <a:lnTo>
                    <a:pt x="1125118" y="113677"/>
                  </a:lnTo>
                  <a:lnTo>
                    <a:pt x="1129982" y="149237"/>
                  </a:lnTo>
                  <a:lnTo>
                    <a:pt x="1124940" y="185254"/>
                  </a:lnTo>
                  <a:lnTo>
                    <a:pt x="1110348" y="221348"/>
                  </a:lnTo>
                  <a:lnTo>
                    <a:pt x="1085850" y="259346"/>
                  </a:lnTo>
                  <a:lnTo>
                    <a:pt x="1051090" y="301066"/>
                  </a:lnTo>
                  <a:lnTo>
                    <a:pt x="1005738" y="348335"/>
                  </a:lnTo>
                  <a:lnTo>
                    <a:pt x="897966" y="453047"/>
                  </a:lnTo>
                  <a:lnTo>
                    <a:pt x="897966" y="493255"/>
                  </a:lnTo>
                  <a:lnTo>
                    <a:pt x="1207554" y="493255"/>
                  </a:lnTo>
                  <a:lnTo>
                    <a:pt x="1207554" y="438772"/>
                  </a:lnTo>
                  <a:close/>
                </a:path>
                <a:path w="4813935" h="10208260">
                  <a:moveTo>
                    <a:pt x="1212786" y="8967851"/>
                  </a:moveTo>
                  <a:lnTo>
                    <a:pt x="906907" y="8967851"/>
                  </a:lnTo>
                  <a:lnTo>
                    <a:pt x="906907" y="9022334"/>
                  </a:lnTo>
                  <a:lnTo>
                    <a:pt x="1144143" y="9022334"/>
                  </a:lnTo>
                  <a:lnTo>
                    <a:pt x="1144143" y="9023769"/>
                  </a:lnTo>
                  <a:lnTo>
                    <a:pt x="933754" y="9452889"/>
                  </a:lnTo>
                  <a:lnTo>
                    <a:pt x="1001623" y="9452889"/>
                  </a:lnTo>
                  <a:lnTo>
                    <a:pt x="1212786" y="9011094"/>
                  </a:lnTo>
                  <a:lnTo>
                    <a:pt x="1212786" y="8967851"/>
                  </a:lnTo>
                  <a:close/>
                </a:path>
                <a:path w="4813935" h="10208260">
                  <a:moveTo>
                    <a:pt x="1212786" y="2248166"/>
                  </a:moveTo>
                  <a:lnTo>
                    <a:pt x="906907" y="2248166"/>
                  </a:lnTo>
                  <a:lnTo>
                    <a:pt x="906907" y="2302649"/>
                  </a:lnTo>
                  <a:lnTo>
                    <a:pt x="1144143" y="2302649"/>
                  </a:lnTo>
                  <a:lnTo>
                    <a:pt x="1144143" y="2304135"/>
                  </a:lnTo>
                  <a:lnTo>
                    <a:pt x="933754" y="2733205"/>
                  </a:lnTo>
                  <a:lnTo>
                    <a:pt x="1001623" y="2733205"/>
                  </a:lnTo>
                  <a:lnTo>
                    <a:pt x="1212786" y="2291397"/>
                  </a:lnTo>
                  <a:lnTo>
                    <a:pt x="1212786" y="2248166"/>
                  </a:lnTo>
                  <a:close/>
                </a:path>
                <a:path w="4813935" h="10208260">
                  <a:moveTo>
                    <a:pt x="1220952" y="6177559"/>
                  </a:moveTo>
                  <a:lnTo>
                    <a:pt x="1215961" y="6119406"/>
                  </a:lnTo>
                  <a:lnTo>
                    <a:pt x="1201432" y="6069508"/>
                  </a:lnTo>
                  <a:lnTo>
                    <a:pt x="1177975" y="6028893"/>
                  </a:lnTo>
                  <a:lnTo>
                    <a:pt x="1154569" y="6006541"/>
                  </a:lnTo>
                  <a:lnTo>
                    <a:pt x="1154569" y="6169342"/>
                  </a:lnTo>
                  <a:lnTo>
                    <a:pt x="1154569" y="6179820"/>
                  </a:lnTo>
                  <a:lnTo>
                    <a:pt x="1132649" y="6213437"/>
                  </a:lnTo>
                  <a:lnTo>
                    <a:pt x="1084199" y="6240132"/>
                  </a:lnTo>
                  <a:lnTo>
                    <a:pt x="1053122" y="6243967"/>
                  </a:lnTo>
                  <a:lnTo>
                    <a:pt x="1014641" y="6236373"/>
                  </a:lnTo>
                  <a:lnTo>
                    <a:pt x="985253" y="6215151"/>
                  </a:lnTo>
                  <a:lnTo>
                    <a:pt x="966482" y="6182588"/>
                  </a:lnTo>
                  <a:lnTo>
                    <a:pt x="959891" y="6140996"/>
                  </a:lnTo>
                  <a:lnTo>
                    <a:pt x="966939" y="6093612"/>
                  </a:lnTo>
                  <a:lnTo>
                    <a:pt x="986650" y="6056300"/>
                  </a:lnTo>
                  <a:lnTo>
                    <a:pt x="1016850" y="6031852"/>
                  </a:lnTo>
                  <a:lnTo>
                    <a:pt x="1055382" y="6023089"/>
                  </a:lnTo>
                  <a:lnTo>
                    <a:pt x="1099832" y="6034303"/>
                  </a:lnTo>
                  <a:lnTo>
                    <a:pt x="1130719" y="6065177"/>
                  </a:lnTo>
                  <a:lnTo>
                    <a:pt x="1148727" y="6111570"/>
                  </a:lnTo>
                  <a:lnTo>
                    <a:pt x="1154569" y="6169342"/>
                  </a:lnTo>
                  <a:lnTo>
                    <a:pt x="1154569" y="6006541"/>
                  </a:lnTo>
                  <a:lnTo>
                    <a:pt x="1146251" y="5998591"/>
                  </a:lnTo>
                  <a:lnTo>
                    <a:pt x="1106906" y="5979655"/>
                  </a:lnTo>
                  <a:lnTo>
                    <a:pt x="1060564" y="5973115"/>
                  </a:lnTo>
                  <a:lnTo>
                    <a:pt x="1013866" y="5979515"/>
                  </a:lnTo>
                  <a:lnTo>
                    <a:pt x="973556" y="5997410"/>
                  </a:lnTo>
                  <a:lnTo>
                    <a:pt x="940587" y="6024880"/>
                  </a:lnTo>
                  <a:lnTo>
                    <a:pt x="915873" y="6059995"/>
                  </a:lnTo>
                  <a:lnTo>
                    <a:pt x="900366" y="6100838"/>
                  </a:lnTo>
                  <a:lnTo>
                    <a:pt x="894994" y="6145466"/>
                  </a:lnTo>
                  <a:lnTo>
                    <a:pt x="901509" y="6192723"/>
                  </a:lnTo>
                  <a:lnTo>
                    <a:pt x="920254" y="6233528"/>
                  </a:lnTo>
                  <a:lnTo>
                    <a:pt x="950074" y="6265557"/>
                  </a:lnTo>
                  <a:lnTo>
                    <a:pt x="989774" y="6286487"/>
                  </a:lnTo>
                  <a:lnTo>
                    <a:pt x="1038186" y="6293980"/>
                  </a:lnTo>
                  <a:lnTo>
                    <a:pt x="1072730" y="6290437"/>
                  </a:lnTo>
                  <a:lnTo>
                    <a:pt x="1103401" y="6280188"/>
                  </a:lnTo>
                  <a:lnTo>
                    <a:pt x="1130020" y="6263754"/>
                  </a:lnTo>
                  <a:lnTo>
                    <a:pt x="1150073" y="6243967"/>
                  </a:lnTo>
                  <a:lnTo>
                    <a:pt x="1152359" y="6241707"/>
                  </a:lnTo>
                  <a:lnTo>
                    <a:pt x="1154569" y="6241707"/>
                  </a:lnTo>
                  <a:lnTo>
                    <a:pt x="1145298" y="6282055"/>
                  </a:lnTo>
                  <a:lnTo>
                    <a:pt x="1112723" y="6346482"/>
                  </a:lnTo>
                  <a:lnTo>
                    <a:pt x="1068273" y="6388481"/>
                  </a:lnTo>
                  <a:lnTo>
                    <a:pt x="1016990" y="6411989"/>
                  </a:lnTo>
                  <a:lnTo>
                    <a:pt x="973226" y="6419367"/>
                  </a:lnTo>
                  <a:lnTo>
                    <a:pt x="947115" y="6420701"/>
                  </a:lnTo>
                  <a:lnTo>
                    <a:pt x="936015" y="6420104"/>
                  </a:lnTo>
                  <a:lnTo>
                    <a:pt x="936015" y="6473825"/>
                  </a:lnTo>
                  <a:lnTo>
                    <a:pt x="979131" y="6472352"/>
                  </a:lnTo>
                  <a:lnTo>
                    <a:pt x="1035253" y="6462560"/>
                  </a:lnTo>
                  <a:lnTo>
                    <a:pt x="1072540" y="6449098"/>
                  </a:lnTo>
                  <a:lnTo>
                    <a:pt x="1107008" y="6429896"/>
                  </a:lnTo>
                  <a:lnTo>
                    <a:pt x="1137424" y="6405169"/>
                  </a:lnTo>
                  <a:lnTo>
                    <a:pt x="1164450" y="6373952"/>
                  </a:lnTo>
                  <a:lnTo>
                    <a:pt x="1187450" y="6335776"/>
                  </a:lnTo>
                  <a:lnTo>
                    <a:pt x="1205306" y="6290437"/>
                  </a:lnTo>
                  <a:lnTo>
                    <a:pt x="1215986" y="6241707"/>
                  </a:lnTo>
                  <a:lnTo>
                    <a:pt x="1216850" y="6237770"/>
                  </a:lnTo>
                  <a:lnTo>
                    <a:pt x="1216952" y="6236373"/>
                  </a:lnTo>
                  <a:lnTo>
                    <a:pt x="1220952" y="6177559"/>
                  </a:lnTo>
                  <a:close/>
                </a:path>
                <a:path w="4813935" h="10208260">
                  <a:moveTo>
                    <a:pt x="1220952" y="951153"/>
                  </a:moveTo>
                  <a:lnTo>
                    <a:pt x="1215961" y="892987"/>
                  </a:lnTo>
                  <a:lnTo>
                    <a:pt x="1201432" y="843064"/>
                  </a:lnTo>
                  <a:lnTo>
                    <a:pt x="1177975" y="802436"/>
                  </a:lnTo>
                  <a:lnTo>
                    <a:pt x="1171943" y="796683"/>
                  </a:lnTo>
                  <a:lnTo>
                    <a:pt x="1154569" y="780097"/>
                  </a:lnTo>
                  <a:lnTo>
                    <a:pt x="1154569" y="942936"/>
                  </a:lnTo>
                  <a:lnTo>
                    <a:pt x="1154569" y="953414"/>
                  </a:lnTo>
                  <a:lnTo>
                    <a:pt x="1152359" y="960856"/>
                  </a:lnTo>
                  <a:lnTo>
                    <a:pt x="1110932" y="1003109"/>
                  </a:lnTo>
                  <a:lnTo>
                    <a:pt x="1053122" y="1017562"/>
                  </a:lnTo>
                  <a:lnTo>
                    <a:pt x="1014641" y="1009967"/>
                  </a:lnTo>
                  <a:lnTo>
                    <a:pt x="985253" y="988733"/>
                  </a:lnTo>
                  <a:lnTo>
                    <a:pt x="966482" y="956157"/>
                  </a:lnTo>
                  <a:lnTo>
                    <a:pt x="959891" y="914539"/>
                  </a:lnTo>
                  <a:lnTo>
                    <a:pt x="966939" y="867181"/>
                  </a:lnTo>
                  <a:lnTo>
                    <a:pt x="986650" y="829881"/>
                  </a:lnTo>
                  <a:lnTo>
                    <a:pt x="1016850" y="805446"/>
                  </a:lnTo>
                  <a:lnTo>
                    <a:pt x="1055382" y="796683"/>
                  </a:lnTo>
                  <a:lnTo>
                    <a:pt x="1099832" y="807885"/>
                  </a:lnTo>
                  <a:lnTo>
                    <a:pt x="1130719" y="838746"/>
                  </a:lnTo>
                  <a:lnTo>
                    <a:pt x="1148727" y="885139"/>
                  </a:lnTo>
                  <a:lnTo>
                    <a:pt x="1154569" y="942936"/>
                  </a:lnTo>
                  <a:lnTo>
                    <a:pt x="1154569" y="780097"/>
                  </a:lnTo>
                  <a:lnTo>
                    <a:pt x="1146251" y="772147"/>
                  </a:lnTo>
                  <a:lnTo>
                    <a:pt x="1106906" y="753211"/>
                  </a:lnTo>
                  <a:lnTo>
                    <a:pt x="1060564" y="746658"/>
                  </a:lnTo>
                  <a:lnTo>
                    <a:pt x="1013866" y="753059"/>
                  </a:lnTo>
                  <a:lnTo>
                    <a:pt x="973556" y="770953"/>
                  </a:lnTo>
                  <a:lnTo>
                    <a:pt x="940587" y="798436"/>
                  </a:lnTo>
                  <a:lnTo>
                    <a:pt x="915873" y="833551"/>
                  </a:lnTo>
                  <a:lnTo>
                    <a:pt x="900366" y="874407"/>
                  </a:lnTo>
                  <a:lnTo>
                    <a:pt x="894994" y="919060"/>
                  </a:lnTo>
                  <a:lnTo>
                    <a:pt x="901509" y="966317"/>
                  </a:lnTo>
                  <a:lnTo>
                    <a:pt x="920254" y="1007122"/>
                  </a:lnTo>
                  <a:lnTo>
                    <a:pt x="950074" y="1039152"/>
                  </a:lnTo>
                  <a:lnTo>
                    <a:pt x="989774" y="1060081"/>
                  </a:lnTo>
                  <a:lnTo>
                    <a:pt x="1038186" y="1067574"/>
                  </a:lnTo>
                  <a:lnTo>
                    <a:pt x="1072718" y="1064031"/>
                  </a:lnTo>
                  <a:lnTo>
                    <a:pt x="1103401" y="1053757"/>
                  </a:lnTo>
                  <a:lnTo>
                    <a:pt x="1130020" y="1037336"/>
                  </a:lnTo>
                  <a:lnTo>
                    <a:pt x="1150073" y="1017562"/>
                  </a:lnTo>
                  <a:lnTo>
                    <a:pt x="1152359" y="1015301"/>
                  </a:lnTo>
                  <a:lnTo>
                    <a:pt x="1154569" y="1015301"/>
                  </a:lnTo>
                  <a:lnTo>
                    <a:pt x="1145298" y="1055649"/>
                  </a:lnTo>
                  <a:lnTo>
                    <a:pt x="1112723" y="1120076"/>
                  </a:lnTo>
                  <a:lnTo>
                    <a:pt x="1068273" y="1162062"/>
                  </a:lnTo>
                  <a:lnTo>
                    <a:pt x="1016990" y="1185557"/>
                  </a:lnTo>
                  <a:lnTo>
                    <a:pt x="973226" y="1192961"/>
                  </a:lnTo>
                  <a:lnTo>
                    <a:pt x="947115" y="1194295"/>
                  </a:lnTo>
                  <a:lnTo>
                    <a:pt x="936015" y="1193698"/>
                  </a:lnTo>
                  <a:lnTo>
                    <a:pt x="936015" y="1247419"/>
                  </a:lnTo>
                  <a:lnTo>
                    <a:pt x="979131" y="1245933"/>
                  </a:lnTo>
                  <a:lnTo>
                    <a:pt x="1035253" y="1236154"/>
                  </a:lnTo>
                  <a:lnTo>
                    <a:pt x="1072540" y="1222692"/>
                  </a:lnTo>
                  <a:lnTo>
                    <a:pt x="1107008" y="1203490"/>
                  </a:lnTo>
                  <a:lnTo>
                    <a:pt x="1137424" y="1178763"/>
                  </a:lnTo>
                  <a:lnTo>
                    <a:pt x="1164450" y="1147546"/>
                  </a:lnTo>
                  <a:lnTo>
                    <a:pt x="1187450" y="1109370"/>
                  </a:lnTo>
                  <a:lnTo>
                    <a:pt x="1205306" y="1064031"/>
                  </a:lnTo>
                  <a:lnTo>
                    <a:pt x="1215986" y="1015301"/>
                  </a:lnTo>
                  <a:lnTo>
                    <a:pt x="1216850" y="1011364"/>
                  </a:lnTo>
                  <a:lnTo>
                    <a:pt x="1216952" y="1009967"/>
                  </a:lnTo>
                  <a:lnTo>
                    <a:pt x="1220952" y="951153"/>
                  </a:lnTo>
                  <a:close/>
                </a:path>
                <a:path w="4813935" h="10208260">
                  <a:moveTo>
                    <a:pt x="1222451" y="10036912"/>
                  </a:moveTo>
                  <a:lnTo>
                    <a:pt x="1215478" y="9984194"/>
                  </a:lnTo>
                  <a:lnTo>
                    <a:pt x="1195692" y="9940773"/>
                  </a:lnTo>
                  <a:lnTo>
                    <a:pt x="1164767" y="9908032"/>
                  </a:lnTo>
                  <a:lnTo>
                    <a:pt x="1156055" y="9903574"/>
                  </a:lnTo>
                  <a:lnTo>
                    <a:pt x="1156055" y="10040607"/>
                  </a:lnTo>
                  <a:lnTo>
                    <a:pt x="1149235" y="10088042"/>
                  </a:lnTo>
                  <a:lnTo>
                    <a:pt x="1129957" y="10124770"/>
                  </a:lnTo>
                  <a:lnTo>
                    <a:pt x="1100048" y="10148506"/>
                  </a:lnTo>
                  <a:lnTo>
                    <a:pt x="1061339" y="10156939"/>
                  </a:lnTo>
                  <a:lnTo>
                    <a:pt x="1015923" y="10146487"/>
                  </a:lnTo>
                  <a:lnTo>
                    <a:pt x="982814" y="10117506"/>
                  </a:lnTo>
                  <a:lnTo>
                    <a:pt x="962291" y="10073564"/>
                  </a:lnTo>
                  <a:lnTo>
                    <a:pt x="954646" y="10018217"/>
                  </a:lnTo>
                  <a:lnTo>
                    <a:pt x="955179" y="10009670"/>
                  </a:lnTo>
                  <a:lnTo>
                    <a:pt x="978789" y="9964928"/>
                  </a:lnTo>
                  <a:lnTo>
                    <a:pt x="1022159" y="9936150"/>
                  </a:lnTo>
                  <a:lnTo>
                    <a:pt x="1056106" y="9929381"/>
                  </a:lnTo>
                  <a:lnTo>
                    <a:pt x="1097216" y="9937001"/>
                  </a:lnTo>
                  <a:lnTo>
                    <a:pt x="1128737" y="9958972"/>
                  </a:lnTo>
                  <a:lnTo>
                    <a:pt x="1148943" y="9993960"/>
                  </a:lnTo>
                  <a:lnTo>
                    <a:pt x="1156055" y="10040607"/>
                  </a:lnTo>
                  <a:lnTo>
                    <a:pt x="1156055" y="9903574"/>
                  </a:lnTo>
                  <a:lnTo>
                    <a:pt x="1124407" y="9887369"/>
                  </a:lnTo>
                  <a:lnTo>
                    <a:pt x="1076274" y="9880181"/>
                  </a:lnTo>
                  <a:lnTo>
                    <a:pt x="1038555" y="9884626"/>
                  </a:lnTo>
                  <a:lnTo>
                    <a:pt x="1006221" y="9896691"/>
                  </a:lnTo>
                  <a:lnTo>
                    <a:pt x="979627" y="9914496"/>
                  </a:lnTo>
                  <a:lnTo>
                    <a:pt x="959116" y="9936150"/>
                  </a:lnTo>
                  <a:lnTo>
                    <a:pt x="956906" y="9936150"/>
                  </a:lnTo>
                  <a:lnTo>
                    <a:pt x="968832" y="9889160"/>
                  </a:lnTo>
                  <a:lnTo>
                    <a:pt x="991412" y="9845840"/>
                  </a:lnTo>
                  <a:lnTo>
                    <a:pt x="1024877" y="9808769"/>
                  </a:lnTo>
                  <a:lnTo>
                    <a:pt x="1069505" y="9780537"/>
                  </a:lnTo>
                  <a:lnTo>
                    <a:pt x="1125512" y="9763709"/>
                  </a:lnTo>
                  <a:lnTo>
                    <a:pt x="1153033" y="9760775"/>
                  </a:lnTo>
                  <a:lnTo>
                    <a:pt x="1154684" y="9760775"/>
                  </a:lnTo>
                  <a:lnTo>
                    <a:pt x="1164005" y="9760496"/>
                  </a:lnTo>
                  <a:lnTo>
                    <a:pt x="1174750" y="9760775"/>
                  </a:lnTo>
                  <a:lnTo>
                    <a:pt x="1174750" y="9760496"/>
                  </a:lnTo>
                  <a:lnTo>
                    <a:pt x="1174750" y="9707016"/>
                  </a:lnTo>
                  <a:lnTo>
                    <a:pt x="1126998" y="9710712"/>
                  </a:lnTo>
                  <a:lnTo>
                    <a:pt x="1082598" y="9719513"/>
                  </a:lnTo>
                  <a:lnTo>
                    <a:pt x="1041565" y="9734525"/>
                  </a:lnTo>
                  <a:lnTo>
                    <a:pt x="1004443" y="9755556"/>
                  </a:lnTo>
                  <a:lnTo>
                    <a:pt x="971804" y="9782404"/>
                  </a:lnTo>
                  <a:lnTo>
                    <a:pt x="944930" y="9814293"/>
                  </a:lnTo>
                  <a:lnTo>
                    <a:pt x="922299" y="9852469"/>
                  </a:lnTo>
                  <a:lnTo>
                    <a:pt x="904887" y="9896551"/>
                  </a:lnTo>
                  <a:lnTo>
                    <a:pt x="893724" y="9946068"/>
                  </a:lnTo>
                  <a:lnTo>
                    <a:pt x="889762" y="10000971"/>
                  </a:lnTo>
                  <a:lnTo>
                    <a:pt x="889838" y="10001961"/>
                  </a:lnTo>
                  <a:lnTo>
                    <a:pt x="893813" y="10052164"/>
                  </a:lnTo>
                  <a:lnTo>
                    <a:pt x="905624" y="10097173"/>
                  </a:lnTo>
                  <a:lnTo>
                    <a:pt x="924636" y="10135349"/>
                  </a:lnTo>
                  <a:lnTo>
                    <a:pt x="950264" y="10166121"/>
                  </a:lnTo>
                  <a:lnTo>
                    <a:pt x="981964" y="10188854"/>
                  </a:lnTo>
                  <a:lnTo>
                    <a:pt x="1019175" y="10202939"/>
                  </a:lnTo>
                  <a:lnTo>
                    <a:pt x="1061339" y="10207765"/>
                  </a:lnTo>
                  <a:lnTo>
                    <a:pt x="1108227" y="10201275"/>
                  </a:lnTo>
                  <a:lnTo>
                    <a:pt x="1147851" y="10183177"/>
                  </a:lnTo>
                  <a:lnTo>
                    <a:pt x="1178115" y="10156939"/>
                  </a:lnTo>
                  <a:lnTo>
                    <a:pt x="1203045" y="10120630"/>
                  </a:lnTo>
                  <a:lnTo>
                    <a:pt x="1217498" y="10080358"/>
                  </a:lnTo>
                  <a:lnTo>
                    <a:pt x="1222451" y="10036912"/>
                  </a:lnTo>
                  <a:close/>
                </a:path>
                <a:path w="4813935" h="10208260">
                  <a:moveTo>
                    <a:pt x="1222451" y="4063796"/>
                  </a:moveTo>
                  <a:lnTo>
                    <a:pt x="1215478" y="4011117"/>
                  </a:lnTo>
                  <a:lnTo>
                    <a:pt x="1195692" y="3967708"/>
                  </a:lnTo>
                  <a:lnTo>
                    <a:pt x="1164767" y="3934968"/>
                  </a:lnTo>
                  <a:lnTo>
                    <a:pt x="1156055" y="3930510"/>
                  </a:lnTo>
                  <a:lnTo>
                    <a:pt x="1156055" y="4067492"/>
                  </a:lnTo>
                  <a:lnTo>
                    <a:pt x="1149235" y="4114977"/>
                  </a:lnTo>
                  <a:lnTo>
                    <a:pt x="1129957" y="4151744"/>
                  </a:lnTo>
                  <a:lnTo>
                    <a:pt x="1100048" y="4175480"/>
                  </a:lnTo>
                  <a:lnTo>
                    <a:pt x="1061339" y="4183913"/>
                  </a:lnTo>
                  <a:lnTo>
                    <a:pt x="1015923" y="4173461"/>
                  </a:lnTo>
                  <a:lnTo>
                    <a:pt x="982814" y="4144480"/>
                  </a:lnTo>
                  <a:lnTo>
                    <a:pt x="962291" y="4100525"/>
                  </a:lnTo>
                  <a:lnTo>
                    <a:pt x="954646" y="4045153"/>
                  </a:lnTo>
                  <a:lnTo>
                    <a:pt x="955179" y="4036606"/>
                  </a:lnTo>
                  <a:lnTo>
                    <a:pt x="978789" y="3991889"/>
                  </a:lnTo>
                  <a:lnTo>
                    <a:pt x="1022172" y="3963085"/>
                  </a:lnTo>
                  <a:lnTo>
                    <a:pt x="1027252" y="3960698"/>
                  </a:lnTo>
                  <a:lnTo>
                    <a:pt x="1097216" y="3963924"/>
                  </a:lnTo>
                  <a:lnTo>
                    <a:pt x="1128737" y="3985882"/>
                  </a:lnTo>
                  <a:lnTo>
                    <a:pt x="1148943" y="4020845"/>
                  </a:lnTo>
                  <a:lnTo>
                    <a:pt x="1156055" y="4067492"/>
                  </a:lnTo>
                  <a:lnTo>
                    <a:pt x="1156055" y="3930510"/>
                  </a:lnTo>
                  <a:lnTo>
                    <a:pt x="1124407" y="3914305"/>
                  </a:lnTo>
                  <a:lnTo>
                    <a:pt x="1076274" y="3907104"/>
                  </a:lnTo>
                  <a:lnTo>
                    <a:pt x="1038555" y="3911549"/>
                  </a:lnTo>
                  <a:lnTo>
                    <a:pt x="1006525" y="3923487"/>
                  </a:lnTo>
                  <a:lnTo>
                    <a:pt x="1006398" y="3923487"/>
                  </a:lnTo>
                  <a:lnTo>
                    <a:pt x="979627" y="3941407"/>
                  </a:lnTo>
                  <a:lnTo>
                    <a:pt x="959116" y="3963085"/>
                  </a:lnTo>
                  <a:lnTo>
                    <a:pt x="956906" y="3963085"/>
                  </a:lnTo>
                  <a:lnTo>
                    <a:pt x="968832" y="3916134"/>
                  </a:lnTo>
                  <a:lnTo>
                    <a:pt x="991412" y="3872839"/>
                  </a:lnTo>
                  <a:lnTo>
                    <a:pt x="1024877" y="3835781"/>
                  </a:lnTo>
                  <a:lnTo>
                    <a:pt x="1069505" y="3807536"/>
                  </a:lnTo>
                  <a:lnTo>
                    <a:pt x="1125512" y="3790683"/>
                  </a:lnTo>
                  <a:lnTo>
                    <a:pt x="1153096" y="3787711"/>
                  </a:lnTo>
                  <a:lnTo>
                    <a:pt x="1154849" y="3787711"/>
                  </a:lnTo>
                  <a:lnTo>
                    <a:pt x="1164005" y="3787432"/>
                  </a:lnTo>
                  <a:lnTo>
                    <a:pt x="1174750" y="3787711"/>
                  </a:lnTo>
                  <a:lnTo>
                    <a:pt x="1174750" y="3787432"/>
                  </a:lnTo>
                  <a:lnTo>
                    <a:pt x="1174750" y="3733939"/>
                  </a:lnTo>
                  <a:lnTo>
                    <a:pt x="1126998" y="3737686"/>
                  </a:lnTo>
                  <a:lnTo>
                    <a:pt x="1082598" y="3746487"/>
                  </a:lnTo>
                  <a:lnTo>
                    <a:pt x="1041565" y="3761498"/>
                  </a:lnTo>
                  <a:lnTo>
                    <a:pt x="1004443" y="3782504"/>
                  </a:lnTo>
                  <a:lnTo>
                    <a:pt x="971804" y="3809327"/>
                  </a:lnTo>
                  <a:lnTo>
                    <a:pt x="944930" y="3841242"/>
                  </a:lnTo>
                  <a:lnTo>
                    <a:pt x="922299" y="3879405"/>
                  </a:lnTo>
                  <a:lnTo>
                    <a:pt x="904887" y="3923487"/>
                  </a:lnTo>
                  <a:lnTo>
                    <a:pt x="893737" y="3973004"/>
                  </a:lnTo>
                  <a:lnTo>
                    <a:pt x="889762" y="4027944"/>
                  </a:lnTo>
                  <a:lnTo>
                    <a:pt x="889825" y="4028897"/>
                  </a:lnTo>
                  <a:lnTo>
                    <a:pt x="893813" y="4079113"/>
                  </a:lnTo>
                  <a:lnTo>
                    <a:pt x="905624" y="4124083"/>
                  </a:lnTo>
                  <a:lnTo>
                    <a:pt x="924636" y="4162260"/>
                  </a:lnTo>
                  <a:lnTo>
                    <a:pt x="950264" y="4193006"/>
                  </a:lnTo>
                  <a:lnTo>
                    <a:pt x="981964" y="4215739"/>
                  </a:lnTo>
                  <a:lnTo>
                    <a:pt x="1019175" y="4229824"/>
                  </a:lnTo>
                  <a:lnTo>
                    <a:pt x="1061339" y="4234650"/>
                  </a:lnTo>
                  <a:lnTo>
                    <a:pt x="1108227" y="4228160"/>
                  </a:lnTo>
                  <a:lnTo>
                    <a:pt x="1147851" y="4210088"/>
                  </a:lnTo>
                  <a:lnTo>
                    <a:pt x="1178039" y="4183913"/>
                  </a:lnTo>
                  <a:lnTo>
                    <a:pt x="1179652" y="4182516"/>
                  </a:lnTo>
                  <a:lnTo>
                    <a:pt x="1203045" y="4147553"/>
                  </a:lnTo>
                  <a:lnTo>
                    <a:pt x="1217498" y="4107281"/>
                  </a:lnTo>
                  <a:lnTo>
                    <a:pt x="1222451" y="4063796"/>
                  </a:lnTo>
                  <a:close/>
                </a:path>
                <a:path w="4813935" h="10208260">
                  <a:moveTo>
                    <a:pt x="1999602" y="7474572"/>
                  </a:moveTo>
                  <a:lnTo>
                    <a:pt x="1943595" y="7474572"/>
                  </a:lnTo>
                  <a:lnTo>
                    <a:pt x="1837677" y="7531316"/>
                  </a:lnTo>
                  <a:lnTo>
                    <a:pt x="1850351" y="7581227"/>
                  </a:lnTo>
                  <a:lnTo>
                    <a:pt x="1934654" y="7535735"/>
                  </a:lnTo>
                  <a:lnTo>
                    <a:pt x="1936153" y="7535735"/>
                  </a:lnTo>
                  <a:lnTo>
                    <a:pt x="1936153" y="7959611"/>
                  </a:lnTo>
                  <a:lnTo>
                    <a:pt x="1999602" y="7959611"/>
                  </a:lnTo>
                  <a:lnTo>
                    <a:pt x="1999602" y="7474572"/>
                  </a:lnTo>
                  <a:close/>
                </a:path>
                <a:path w="4813935" h="10208260">
                  <a:moveTo>
                    <a:pt x="1999602" y="2248166"/>
                  </a:moveTo>
                  <a:lnTo>
                    <a:pt x="1943595" y="2248166"/>
                  </a:lnTo>
                  <a:lnTo>
                    <a:pt x="1837677" y="2304910"/>
                  </a:lnTo>
                  <a:lnTo>
                    <a:pt x="1850351" y="2354872"/>
                  </a:lnTo>
                  <a:lnTo>
                    <a:pt x="1934654" y="2309330"/>
                  </a:lnTo>
                  <a:lnTo>
                    <a:pt x="1936153" y="2309330"/>
                  </a:lnTo>
                  <a:lnTo>
                    <a:pt x="1936153" y="2733205"/>
                  </a:lnTo>
                  <a:lnTo>
                    <a:pt x="1999602" y="2733205"/>
                  </a:lnTo>
                  <a:lnTo>
                    <a:pt x="1999602" y="2248166"/>
                  </a:lnTo>
                  <a:close/>
                </a:path>
                <a:path w="4813935" h="10208260">
                  <a:moveTo>
                    <a:pt x="2092833" y="7055536"/>
                  </a:moveTo>
                  <a:lnTo>
                    <a:pt x="2087346" y="7013308"/>
                  </a:lnTo>
                  <a:lnTo>
                    <a:pt x="2050326" y="6950938"/>
                  </a:lnTo>
                  <a:lnTo>
                    <a:pt x="1999767" y="6919303"/>
                  </a:lnTo>
                  <a:lnTo>
                    <a:pt x="1946846" y="6906374"/>
                  </a:lnTo>
                  <a:lnTo>
                    <a:pt x="1918995" y="6904812"/>
                  </a:lnTo>
                  <a:lnTo>
                    <a:pt x="1906828" y="6905066"/>
                  </a:lnTo>
                  <a:lnTo>
                    <a:pt x="1896694" y="6905726"/>
                  </a:lnTo>
                  <a:lnTo>
                    <a:pt x="1879473" y="6907797"/>
                  </a:lnTo>
                  <a:lnTo>
                    <a:pt x="1898103" y="6783159"/>
                  </a:lnTo>
                  <a:lnTo>
                    <a:pt x="2083130" y="6783159"/>
                  </a:lnTo>
                  <a:lnTo>
                    <a:pt x="2083130" y="6727952"/>
                  </a:lnTo>
                  <a:lnTo>
                    <a:pt x="1851126" y="6727952"/>
                  </a:lnTo>
                  <a:lnTo>
                    <a:pt x="1819757" y="6960794"/>
                  </a:lnTo>
                  <a:lnTo>
                    <a:pt x="1833930" y="6959016"/>
                  </a:lnTo>
                  <a:lnTo>
                    <a:pt x="1849691" y="6957327"/>
                  </a:lnTo>
                  <a:lnTo>
                    <a:pt x="1867281" y="6956057"/>
                  </a:lnTo>
                  <a:lnTo>
                    <a:pt x="1886915" y="6955549"/>
                  </a:lnTo>
                  <a:lnTo>
                    <a:pt x="1949526" y="6963524"/>
                  </a:lnTo>
                  <a:lnTo>
                    <a:pt x="1992757" y="6985775"/>
                  </a:lnTo>
                  <a:lnTo>
                    <a:pt x="2017941" y="7019772"/>
                  </a:lnTo>
                  <a:lnTo>
                    <a:pt x="2026399" y="7062991"/>
                  </a:lnTo>
                  <a:lnTo>
                    <a:pt x="2017166" y="7106818"/>
                  </a:lnTo>
                  <a:lnTo>
                    <a:pt x="1992198" y="7139940"/>
                  </a:lnTo>
                  <a:lnTo>
                    <a:pt x="1955622" y="7160895"/>
                  </a:lnTo>
                  <a:lnTo>
                    <a:pt x="1911553" y="7168210"/>
                  </a:lnTo>
                  <a:lnTo>
                    <a:pt x="1879600" y="7165695"/>
                  </a:lnTo>
                  <a:lnTo>
                    <a:pt x="1850732" y="7159257"/>
                  </a:lnTo>
                  <a:lnTo>
                    <a:pt x="1826348" y="7150582"/>
                  </a:lnTo>
                  <a:lnTo>
                    <a:pt x="1807845" y="7141350"/>
                  </a:lnTo>
                  <a:lnTo>
                    <a:pt x="1791423" y="7191375"/>
                  </a:lnTo>
                  <a:lnTo>
                    <a:pt x="1812620" y="7202322"/>
                  </a:lnTo>
                  <a:lnTo>
                    <a:pt x="1840661" y="7211873"/>
                  </a:lnTo>
                  <a:lnTo>
                    <a:pt x="1874291" y="7218642"/>
                  </a:lnTo>
                  <a:lnTo>
                    <a:pt x="1912277" y="7221207"/>
                  </a:lnTo>
                  <a:lnTo>
                    <a:pt x="1962175" y="7215518"/>
                  </a:lnTo>
                  <a:lnTo>
                    <a:pt x="2005838" y="7199312"/>
                  </a:lnTo>
                  <a:lnTo>
                    <a:pt x="2042007" y="7173912"/>
                  </a:lnTo>
                  <a:lnTo>
                    <a:pt x="2069401" y="7140600"/>
                  </a:lnTo>
                  <a:lnTo>
                    <a:pt x="2086762" y="7100710"/>
                  </a:lnTo>
                  <a:lnTo>
                    <a:pt x="2092833" y="7055536"/>
                  </a:lnTo>
                  <a:close/>
                </a:path>
                <a:path w="4813935" h="10208260">
                  <a:moveTo>
                    <a:pt x="2092833" y="5562308"/>
                  </a:moveTo>
                  <a:lnTo>
                    <a:pt x="2087346" y="5520055"/>
                  </a:lnTo>
                  <a:lnTo>
                    <a:pt x="2050326" y="5457660"/>
                  </a:lnTo>
                  <a:lnTo>
                    <a:pt x="1999767" y="5426024"/>
                  </a:lnTo>
                  <a:lnTo>
                    <a:pt x="1946846" y="5413095"/>
                  </a:lnTo>
                  <a:lnTo>
                    <a:pt x="1918995" y="5411533"/>
                  </a:lnTo>
                  <a:lnTo>
                    <a:pt x="1906828" y="5411787"/>
                  </a:lnTo>
                  <a:lnTo>
                    <a:pt x="1896694" y="5412460"/>
                  </a:lnTo>
                  <a:lnTo>
                    <a:pt x="1879473" y="5414518"/>
                  </a:lnTo>
                  <a:lnTo>
                    <a:pt x="1898103" y="5289880"/>
                  </a:lnTo>
                  <a:lnTo>
                    <a:pt x="2083130" y="5289880"/>
                  </a:lnTo>
                  <a:lnTo>
                    <a:pt x="2083130" y="5234673"/>
                  </a:lnTo>
                  <a:lnTo>
                    <a:pt x="1851126" y="5234673"/>
                  </a:lnTo>
                  <a:lnTo>
                    <a:pt x="1819757" y="5467515"/>
                  </a:lnTo>
                  <a:lnTo>
                    <a:pt x="1833930" y="5465737"/>
                  </a:lnTo>
                  <a:lnTo>
                    <a:pt x="1849691" y="5464048"/>
                  </a:lnTo>
                  <a:lnTo>
                    <a:pt x="1867281" y="5462778"/>
                  </a:lnTo>
                  <a:lnTo>
                    <a:pt x="1886915" y="5462270"/>
                  </a:lnTo>
                  <a:lnTo>
                    <a:pt x="1949526" y="5470245"/>
                  </a:lnTo>
                  <a:lnTo>
                    <a:pt x="1992757" y="5492496"/>
                  </a:lnTo>
                  <a:lnTo>
                    <a:pt x="2017941" y="5526494"/>
                  </a:lnTo>
                  <a:lnTo>
                    <a:pt x="2026399" y="5569712"/>
                  </a:lnTo>
                  <a:lnTo>
                    <a:pt x="2017166" y="5613552"/>
                  </a:lnTo>
                  <a:lnTo>
                    <a:pt x="1992198" y="5646686"/>
                  </a:lnTo>
                  <a:lnTo>
                    <a:pt x="1955622" y="5667629"/>
                  </a:lnTo>
                  <a:lnTo>
                    <a:pt x="1911553" y="5674931"/>
                  </a:lnTo>
                  <a:lnTo>
                    <a:pt x="1879600" y="5672417"/>
                  </a:lnTo>
                  <a:lnTo>
                    <a:pt x="1850732" y="5665978"/>
                  </a:lnTo>
                  <a:lnTo>
                    <a:pt x="1826348" y="5657304"/>
                  </a:lnTo>
                  <a:lnTo>
                    <a:pt x="1807845" y="5648071"/>
                  </a:lnTo>
                  <a:lnTo>
                    <a:pt x="1791423" y="5698096"/>
                  </a:lnTo>
                  <a:lnTo>
                    <a:pt x="1812620" y="5709043"/>
                  </a:lnTo>
                  <a:lnTo>
                    <a:pt x="1840661" y="5718594"/>
                  </a:lnTo>
                  <a:lnTo>
                    <a:pt x="1874291" y="5725363"/>
                  </a:lnTo>
                  <a:lnTo>
                    <a:pt x="1912277" y="5727928"/>
                  </a:lnTo>
                  <a:lnTo>
                    <a:pt x="1962175" y="5722239"/>
                  </a:lnTo>
                  <a:lnTo>
                    <a:pt x="2005838" y="5706034"/>
                  </a:lnTo>
                  <a:lnTo>
                    <a:pt x="2042007" y="5680634"/>
                  </a:lnTo>
                  <a:lnTo>
                    <a:pt x="2069401" y="5647334"/>
                  </a:lnTo>
                  <a:lnTo>
                    <a:pt x="2086762" y="5607456"/>
                  </a:lnTo>
                  <a:lnTo>
                    <a:pt x="2092833" y="5562308"/>
                  </a:lnTo>
                  <a:close/>
                </a:path>
                <a:path w="4813935" h="10208260">
                  <a:moveTo>
                    <a:pt x="2092833" y="1829130"/>
                  </a:moveTo>
                  <a:lnTo>
                    <a:pt x="2087346" y="1786902"/>
                  </a:lnTo>
                  <a:lnTo>
                    <a:pt x="2050326" y="1724533"/>
                  </a:lnTo>
                  <a:lnTo>
                    <a:pt x="1999767" y="1692897"/>
                  </a:lnTo>
                  <a:lnTo>
                    <a:pt x="1946846" y="1679968"/>
                  </a:lnTo>
                  <a:lnTo>
                    <a:pt x="1918995" y="1678406"/>
                  </a:lnTo>
                  <a:lnTo>
                    <a:pt x="1906828" y="1678660"/>
                  </a:lnTo>
                  <a:lnTo>
                    <a:pt x="1896694" y="1679321"/>
                  </a:lnTo>
                  <a:lnTo>
                    <a:pt x="1879473" y="1681391"/>
                  </a:lnTo>
                  <a:lnTo>
                    <a:pt x="1898103" y="1556753"/>
                  </a:lnTo>
                  <a:lnTo>
                    <a:pt x="2083130" y="1556753"/>
                  </a:lnTo>
                  <a:lnTo>
                    <a:pt x="2083130" y="1501546"/>
                  </a:lnTo>
                  <a:lnTo>
                    <a:pt x="1851126" y="1501546"/>
                  </a:lnTo>
                  <a:lnTo>
                    <a:pt x="1819757" y="1734388"/>
                  </a:lnTo>
                  <a:lnTo>
                    <a:pt x="1833930" y="1732610"/>
                  </a:lnTo>
                  <a:lnTo>
                    <a:pt x="1849691" y="1730921"/>
                  </a:lnTo>
                  <a:lnTo>
                    <a:pt x="1867281" y="1729651"/>
                  </a:lnTo>
                  <a:lnTo>
                    <a:pt x="1886915" y="1729143"/>
                  </a:lnTo>
                  <a:lnTo>
                    <a:pt x="1949526" y="1737118"/>
                  </a:lnTo>
                  <a:lnTo>
                    <a:pt x="1992757" y="1759369"/>
                  </a:lnTo>
                  <a:lnTo>
                    <a:pt x="2017941" y="1793341"/>
                  </a:lnTo>
                  <a:lnTo>
                    <a:pt x="2026399" y="1836534"/>
                  </a:lnTo>
                  <a:lnTo>
                    <a:pt x="2017166" y="1880387"/>
                  </a:lnTo>
                  <a:lnTo>
                    <a:pt x="1992198" y="1913534"/>
                  </a:lnTo>
                  <a:lnTo>
                    <a:pt x="1955622" y="1934489"/>
                  </a:lnTo>
                  <a:lnTo>
                    <a:pt x="1911553" y="1941804"/>
                  </a:lnTo>
                  <a:lnTo>
                    <a:pt x="1879600" y="1939290"/>
                  </a:lnTo>
                  <a:lnTo>
                    <a:pt x="1850732" y="1932851"/>
                  </a:lnTo>
                  <a:lnTo>
                    <a:pt x="1826348" y="1924177"/>
                  </a:lnTo>
                  <a:lnTo>
                    <a:pt x="1807845" y="1914944"/>
                  </a:lnTo>
                  <a:lnTo>
                    <a:pt x="1791423" y="1964969"/>
                  </a:lnTo>
                  <a:lnTo>
                    <a:pt x="1812620" y="1975878"/>
                  </a:lnTo>
                  <a:lnTo>
                    <a:pt x="1840661" y="1985429"/>
                  </a:lnTo>
                  <a:lnTo>
                    <a:pt x="1874291" y="1992185"/>
                  </a:lnTo>
                  <a:lnTo>
                    <a:pt x="1912277" y="1994750"/>
                  </a:lnTo>
                  <a:lnTo>
                    <a:pt x="1962175" y="1989061"/>
                  </a:lnTo>
                  <a:lnTo>
                    <a:pt x="2005838" y="1972868"/>
                  </a:lnTo>
                  <a:lnTo>
                    <a:pt x="2042007" y="1947481"/>
                  </a:lnTo>
                  <a:lnTo>
                    <a:pt x="2069401" y="1914182"/>
                  </a:lnTo>
                  <a:lnTo>
                    <a:pt x="2086762" y="1874304"/>
                  </a:lnTo>
                  <a:lnTo>
                    <a:pt x="2092833" y="1829130"/>
                  </a:lnTo>
                  <a:close/>
                </a:path>
                <a:path w="4813935" h="10208260">
                  <a:moveTo>
                    <a:pt x="2094331" y="4089158"/>
                  </a:moveTo>
                  <a:lnTo>
                    <a:pt x="2085809" y="4042727"/>
                  </a:lnTo>
                  <a:lnTo>
                    <a:pt x="2062607" y="4005872"/>
                  </a:lnTo>
                  <a:lnTo>
                    <a:pt x="2028202" y="3979507"/>
                  </a:lnTo>
                  <a:lnTo>
                    <a:pt x="1986102" y="3964521"/>
                  </a:lnTo>
                  <a:lnTo>
                    <a:pt x="1986102" y="3963085"/>
                  </a:lnTo>
                  <a:lnTo>
                    <a:pt x="2025281" y="3943134"/>
                  </a:lnTo>
                  <a:lnTo>
                    <a:pt x="2053259" y="3916616"/>
                  </a:lnTo>
                  <a:lnTo>
                    <a:pt x="2070049" y="3884790"/>
                  </a:lnTo>
                  <a:lnTo>
                    <a:pt x="2075637" y="3848925"/>
                  </a:lnTo>
                  <a:lnTo>
                    <a:pt x="2067382" y="3805948"/>
                  </a:lnTo>
                  <a:lnTo>
                    <a:pt x="2042071" y="3768953"/>
                  </a:lnTo>
                  <a:lnTo>
                    <a:pt x="1998840" y="3743007"/>
                  </a:lnTo>
                  <a:lnTo>
                    <a:pt x="1936864" y="3733228"/>
                  </a:lnTo>
                  <a:lnTo>
                    <a:pt x="1898611" y="3736429"/>
                  </a:lnTo>
                  <a:lnTo>
                    <a:pt x="1863420" y="3744874"/>
                  </a:lnTo>
                  <a:lnTo>
                    <a:pt x="1833257" y="3756812"/>
                  </a:lnTo>
                  <a:lnTo>
                    <a:pt x="1810105" y="3770503"/>
                  </a:lnTo>
                  <a:lnTo>
                    <a:pt x="1827250" y="3818267"/>
                  </a:lnTo>
                  <a:lnTo>
                    <a:pt x="1845741" y="3806964"/>
                  </a:lnTo>
                  <a:lnTo>
                    <a:pt x="1869008" y="3796639"/>
                  </a:lnTo>
                  <a:lnTo>
                    <a:pt x="1895640" y="3789095"/>
                  </a:lnTo>
                  <a:lnTo>
                    <a:pt x="1924240" y="3786174"/>
                  </a:lnTo>
                  <a:lnTo>
                    <a:pt x="1962988" y="3792143"/>
                  </a:lnTo>
                  <a:lnTo>
                    <a:pt x="1989391" y="3808196"/>
                  </a:lnTo>
                  <a:lnTo>
                    <a:pt x="2004466" y="3831539"/>
                  </a:lnTo>
                  <a:lnTo>
                    <a:pt x="2009254" y="3859352"/>
                  </a:lnTo>
                  <a:lnTo>
                    <a:pt x="1999068" y="3896398"/>
                  </a:lnTo>
                  <a:lnTo>
                    <a:pt x="1973072" y="3921912"/>
                  </a:lnTo>
                  <a:lnTo>
                    <a:pt x="1938121" y="3936669"/>
                  </a:lnTo>
                  <a:lnTo>
                    <a:pt x="1901088" y="3941419"/>
                  </a:lnTo>
                  <a:lnTo>
                    <a:pt x="1864525" y="3941419"/>
                  </a:lnTo>
                  <a:lnTo>
                    <a:pt x="1864525" y="3990670"/>
                  </a:lnTo>
                  <a:lnTo>
                    <a:pt x="1901088" y="3990670"/>
                  </a:lnTo>
                  <a:lnTo>
                    <a:pt x="1947316" y="3996271"/>
                  </a:lnTo>
                  <a:lnTo>
                    <a:pt x="1987245" y="4013695"/>
                  </a:lnTo>
                  <a:lnTo>
                    <a:pt x="2015439" y="4043857"/>
                  </a:lnTo>
                  <a:lnTo>
                    <a:pt x="2026399" y="4087672"/>
                  </a:lnTo>
                  <a:lnTo>
                    <a:pt x="2021459" y="4119372"/>
                  </a:lnTo>
                  <a:lnTo>
                    <a:pt x="2003488" y="4149801"/>
                  </a:lnTo>
                  <a:lnTo>
                    <a:pt x="1969566" y="4172674"/>
                  </a:lnTo>
                  <a:lnTo>
                    <a:pt x="1916747" y="4181703"/>
                  </a:lnTo>
                  <a:lnTo>
                    <a:pt x="1883384" y="4178592"/>
                  </a:lnTo>
                  <a:lnTo>
                    <a:pt x="1852968" y="4170870"/>
                  </a:lnTo>
                  <a:lnTo>
                    <a:pt x="1827580" y="4160926"/>
                  </a:lnTo>
                  <a:lnTo>
                    <a:pt x="1809330" y="4151147"/>
                  </a:lnTo>
                  <a:lnTo>
                    <a:pt x="1791423" y="4201833"/>
                  </a:lnTo>
                  <a:lnTo>
                    <a:pt x="1813534" y="4213593"/>
                  </a:lnTo>
                  <a:lnTo>
                    <a:pt x="1842985" y="4224134"/>
                  </a:lnTo>
                  <a:lnTo>
                    <a:pt x="1878190" y="4231729"/>
                  </a:lnTo>
                  <a:lnTo>
                    <a:pt x="1917509" y="4234650"/>
                  </a:lnTo>
                  <a:lnTo>
                    <a:pt x="1971001" y="4229265"/>
                  </a:lnTo>
                  <a:lnTo>
                    <a:pt x="2015058" y="4214177"/>
                  </a:lnTo>
                  <a:lnTo>
                    <a:pt x="2049551" y="4191000"/>
                  </a:lnTo>
                  <a:lnTo>
                    <a:pt x="2074341" y="4161371"/>
                  </a:lnTo>
                  <a:lnTo>
                    <a:pt x="2089302" y="4126877"/>
                  </a:lnTo>
                  <a:lnTo>
                    <a:pt x="2094331" y="4089158"/>
                  </a:lnTo>
                  <a:close/>
                </a:path>
                <a:path w="4813935" h="10208260">
                  <a:moveTo>
                    <a:pt x="2103259" y="10145014"/>
                  </a:moveTo>
                  <a:lnTo>
                    <a:pt x="1885429" y="10145014"/>
                  </a:lnTo>
                  <a:lnTo>
                    <a:pt x="1885429" y="10143528"/>
                  </a:lnTo>
                  <a:lnTo>
                    <a:pt x="1924240" y="10107739"/>
                  </a:lnTo>
                  <a:lnTo>
                    <a:pt x="1972094" y="10060470"/>
                  </a:lnTo>
                  <a:lnTo>
                    <a:pt x="2012975" y="10016350"/>
                  </a:lnTo>
                  <a:lnTo>
                    <a:pt x="2046109" y="9974174"/>
                  </a:lnTo>
                  <a:lnTo>
                    <a:pt x="2070722" y="9932746"/>
                  </a:lnTo>
                  <a:lnTo>
                    <a:pt x="2086063" y="9890823"/>
                  </a:lnTo>
                  <a:lnTo>
                    <a:pt x="2091347" y="9847224"/>
                  </a:lnTo>
                  <a:lnTo>
                    <a:pt x="2085936" y="9805924"/>
                  </a:lnTo>
                  <a:lnTo>
                    <a:pt x="2069160" y="9767646"/>
                  </a:lnTo>
                  <a:lnTo>
                    <a:pt x="2040255" y="9735922"/>
                  </a:lnTo>
                  <a:lnTo>
                    <a:pt x="1998408" y="9714293"/>
                  </a:lnTo>
                  <a:lnTo>
                    <a:pt x="1942871" y="9706292"/>
                  </a:lnTo>
                  <a:lnTo>
                    <a:pt x="1902536" y="9710001"/>
                  </a:lnTo>
                  <a:lnTo>
                    <a:pt x="1865833" y="9720288"/>
                  </a:lnTo>
                  <a:lnTo>
                    <a:pt x="1833333" y="9735871"/>
                  </a:lnTo>
                  <a:lnTo>
                    <a:pt x="1805584" y="9755492"/>
                  </a:lnTo>
                  <a:lnTo>
                    <a:pt x="1826488" y="9801720"/>
                  </a:lnTo>
                  <a:lnTo>
                    <a:pt x="1845830" y="9787496"/>
                  </a:lnTo>
                  <a:lnTo>
                    <a:pt x="1869859" y="9774288"/>
                  </a:lnTo>
                  <a:lnTo>
                    <a:pt x="1897938" y="9764573"/>
                  </a:lnTo>
                  <a:lnTo>
                    <a:pt x="1929472" y="9760775"/>
                  </a:lnTo>
                  <a:lnTo>
                    <a:pt x="1975027" y="9768662"/>
                  </a:lnTo>
                  <a:lnTo>
                    <a:pt x="2004707" y="9789681"/>
                  </a:lnTo>
                  <a:lnTo>
                    <a:pt x="2020824" y="9819932"/>
                  </a:lnTo>
                  <a:lnTo>
                    <a:pt x="2025688" y="9855479"/>
                  </a:lnTo>
                  <a:lnTo>
                    <a:pt x="2020646" y="9891509"/>
                  </a:lnTo>
                  <a:lnTo>
                    <a:pt x="2006053" y="9927615"/>
                  </a:lnTo>
                  <a:lnTo>
                    <a:pt x="1981568" y="9965614"/>
                  </a:lnTo>
                  <a:lnTo>
                    <a:pt x="1946821" y="10007333"/>
                  </a:lnTo>
                  <a:lnTo>
                    <a:pt x="1901456" y="10054603"/>
                  </a:lnTo>
                  <a:lnTo>
                    <a:pt x="1793671" y="10159149"/>
                  </a:lnTo>
                  <a:lnTo>
                    <a:pt x="1793671" y="10199510"/>
                  </a:lnTo>
                  <a:lnTo>
                    <a:pt x="2103259" y="10199510"/>
                  </a:lnTo>
                  <a:lnTo>
                    <a:pt x="2103259" y="10145014"/>
                  </a:lnTo>
                  <a:close/>
                </a:path>
                <a:path w="4813935" h="10208260">
                  <a:moveTo>
                    <a:pt x="2103259" y="8651735"/>
                  </a:moveTo>
                  <a:lnTo>
                    <a:pt x="1885429" y="8651735"/>
                  </a:lnTo>
                  <a:lnTo>
                    <a:pt x="1885429" y="8650300"/>
                  </a:lnTo>
                  <a:lnTo>
                    <a:pt x="1924240" y="8614448"/>
                  </a:lnTo>
                  <a:lnTo>
                    <a:pt x="1972094" y="8567179"/>
                  </a:lnTo>
                  <a:lnTo>
                    <a:pt x="2012975" y="8523059"/>
                  </a:lnTo>
                  <a:lnTo>
                    <a:pt x="2046109" y="8480895"/>
                  </a:lnTo>
                  <a:lnTo>
                    <a:pt x="2070722" y="8439467"/>
                  </a:lnTo>
                  <a:lnTo>
                    <a:pt x="2086063" y="8397583"/>
                  </a:lnTo>
                  <a:lnTo>
                    <a:pt x="2091347" y="8354034"/>
                  </a:lnTo>
                  <a:lnTo>
                    <a:pt x="2085936" y="8312721"/>
                  </a:lnTo>
                  <a:lnTo>
                    <a:pt x="2069160" y="8274418"/>
                  </a:lnTo>
                  <a:lnTo>
                    <a:pt x="2040255" y="8242668"/>
                  </a:lnTo>
                  <a:lnTo>
                    <a:pt x="1998408" y="8221015"/>
                  </a:lnTo>
                  <a:lnTo>
                    <a:pt x="1942871" y="8213014"/>
                  </a:lnTo>
                  <a:lnTo>
                    <a:pt x="1902536" y="8216722"/>
                  </a:lnTo>
                  <a:lnTo>
                    <a:pt x="1865833" y="8227009"/>
                  </a:lnTo>
                  <a:lnTo>
                    <a:pt x="1833333" y="8242605"/>
                  </a:lnTo>
                  <a:lnTo>
                    <a:pt x="1805584" y="8262264"/>
                  </a:lnTo>
                  <a:lnTo>
                    <a:pt x="1826488" y="8308480"/>
                  </a:lnTo>
                  <a:lnTo>
                    <a:pt x="1845830" y="8294217"/>
                  </a:lnTo>
                  <a:lnTo>
                    <a:pt x="1869859" y="8280997"/>
                  </a:lnTo>
                  <a:lnTo>
                    <a:pt x="1897938" y="8271281"/>
                  </a:lnTo>
                  <a:lnTo>
                    <a:pt x="1929472" y="8267497"/>
                  </a:lnTo>
                  <a:lnTo>
                    <a:pt x="1975027" y="8275383"/>
                  </a:lnTo>
                  <a:lnTo>
                    <a:pt x="2004707" y="8296402"/>
                  </a:lnTo>
                  <a:lnTo>
                    <a:pt x="2020824" y="8326653"/>
                  </a:lnTo>
                  <a:lnTo>
                    <a:pt x="2025688" y="8362201"/>
                  </a:lnTo>
                  <a:lnTo>
                    <a:pt x="2020646" y="8398218"/>
                  </a:lnTo>
                  <a:lnTo>
                    <a:pt x="2006053" y="8434324"/>
                  </a:lnTo>
                  <a:lnTo>
                    <a:pt x="1981568" y="8472322"/>
                  </a:lnTo>
                  <a:lnTo>
                    <a:pt x="1946821" y="8514042"/>
                  </a:lnTo>
                  <a:lnTo>
                    <a:pt x="1901456" y="8561311"/>
                  </a:lnTo>
                  <a:lnTo>
                    <a:pt x="1793671" y="8665959"/>
                  </a:lnTo>
                  <a:lnTo>
                    <a:pt x="1793671" y="8706231"/>
                  </a:lnTo>
                  <a:lnTo>
                    <a:pt x="2103259" y="8706231"/>
                  </a:lnTo>
                  <a:lnTo>
                    <a:pt x="2103259" y="8651735"/>
                  </a:lnTo>
                  <a:close/>
                </a:path>
                <a:path w="4813935" h="10208260">
                  <a:moveTo>
                    <a:pt x="2103259" y="1185443"/>
                  </a:moveTo>
                  <a:lnTo>
                    <a:pt x="1885429" y="1185443"/>
                  </a:lnTo>
                  <a:lnTo>
                    <a:pt x="1885429" y="1183995"/>
                  </a:lnTo>
                  <a:lnTo>
                    <a:pt x="1924240" y="1148156"/>
                  </a:lnTo>
                  <a:lnTo>
                    <a:pt x="1972094" y="1100886"/>
                  </a:lnTo>
                  <a:lnTo>
                    <a:pt x="2012975" y="1056767"/>
                  </a:lnTo>
                  <a:lnTo>
                    <a:pt x="2046109" y="1014590"/>
                  </a:lnTo>
                  <a:lnTo>
                    <a:pt x="2070722" y="973162"/>
                  </a:lnTo>
                  <a:lnTo>
                    <a:pt x="2086063" y="931278"/>
                  </a:lnTo>
                  <a:lnTo>
                    <a:pt x="2091347" y="887730"/>
                  </a:lnTo>
                  <a:lnTo>
                    <a:pt x="2085936" y="846416"/>
                  </a:lnTo>
                  <a:lnTo>
                    <a:pt x="2069160" y="808101"/>
                  </a:lnTo>
                  <a:lnTo>
                    <a:pt x="2040255" y="776338"/>
                  </a:lnTo>
                  <a:lnTo>
                    <a:pt x="1998408" y="754672"/>
                  </a:lnTo>
                  <a:lnTo>
                    <a:pt x="1942871" y="746658"/>
                  </a:lnTo>
                  <a:lnTo>
                    <a:pt x="1902536" y="750379"/>
                  </a:lnTo>
                  <a:lnTo>
                    <a:pt x="1865833" y="760666"/>
                  </a:lnTo>
                  <a:lnTo>
                    <a:pt x="1833333" y="776274"/>
                  </a:lnTo>
                  <a:lnTo>
                    <a:pt x="1805584" y="795959"/>
                  </a:lnTo>
                  <a:lnTo>
                    <a:pt x="1826488" y="842187"/>
                  </a:lnTo>
                  <a:lnTo>
                    <a:pt x="1845830" y="827913"/>
                  </a:lnTo>
                  <a:lnTo>
                    <a:pt x="1869859" y="814705"/>
                  </a:lnTo>
                  <a:lnTo>
                    <a:pt x="1897938" y="804976"/>
                  </a:lnTo>
                  <a:lnTo>
                    <a:pt x="1929472" y="801204"/>
                  </a:lnTo>
                  <a:lnTo>
                    <a:pt x="1975027" y="809078"/>
                  </a:lnTo>
                  <a:lnTo>
                    <a:pt x="2004707" y="830097"/>
                  </a:lnTo>
                  <a:lnTo>
                    <a:pt x="2020824" y="860348"/>
                  </a:lnTo>
                  <a:lnTo>
                    <a:pt x="2025688" y="895896"/>
                  </a:lnTo>
                  <a:lnTo>
                    <a:pt x="2020646" y="931926"/>
                  </a:lnTo>
                  <a:lnTo>
                    <a:pt x="2006053" y="968019"/>
                  </a:lnTo>
                  <a:lnTo>
                    <a:pt x="1981568" y="1006017"/>
                  </a:lnTo>
                  <a:lnTo>
                    <a:pt x="1946821" y="1047737"/>
                  </a:lnTo>
                  <a:lnTo>
                    <a:pt x="1901456" y="1095006"/>
                  </a:lnTo>
                  <a:lnTo>
                    <a:pt x="1793671" y="1199654"/>
                  </a:lnTo>
                  <a:lnTo>
                    <a:pt x="1793671" y="1239926"/>
                  </a:lnTo>
                  <a:lnTo>
                    <a:pt x="2103259" y="1239926"/>
                  </a:lnTo>
                  <a:lnTo>
                    <a:pt x="2103259" y="1185443"/>
                  </a:lnTo>
                  <a:close/>
                </a:path>
                <a:path w="4813935" h="10208260">
                  <a:moveTo>
                    <a:pt x="2103259" y="438772"/>
                  </a:moveTo>
                  <a:lnTo>
                    <a:pt x="1885429" y="438772"/>
                  </a:lnTo>
                  <a:lnTo>
                    <a:pt x="1885429" y="437286"/>
                  </a:lnTo>
                  <a:lnTo>
                    <a:pt x="1924240" y="401485"/>
                  </a:lnTo>
                  <a:lnTo>
                    <a:pt x="1972094" y="354215"/>
                  </a:lnTo>
                  <a:lnTo>
                    <a:pt x="2012975" y="310095"/>
                  </a:lnTo>
                  <a:lnTo>
                    <a:pt x="2046109" y="267931"/>
                  </a:lnTo>
                  <a:lnTo>
                    <a:pt x="2070722" y="226517"/>
                  </a:lnTo>
                  <a:lnTo>
                    <a:pt x="2086063" y="184645"/>
                  </a:lnTo>
                  <a:lnTo>
                    <a:pt x="2091347" y="141122"/>
                  </a:lnTo>
                  <a:lnTo>
                    <a:pt x="2085936" y="99796"/>
                  </a:lnTo>
                  <a:lnTo>
                    <a:pt x="2069160" y="61468"/>
                  </a:lnTo>
                  <a:lnTo>
                    <a:pt x="2040255" y="29692"/>
                  </a:lnTo>
                  <a:lnTo>
                    <a:pt x="1998408" y="8013"/>
                  </a:lnTo>
                  <a:lnTo>
                    <a:pt x="1942871" y="0"/>
                  </a:lnTo>
                  <a:lnTo>
                    <a:pt x="1902536" y="3721"/>
                  </a:lnTo>
                  <a:lnTo>
                    <a:pt x="1865833" y="14020"/>
                  </a:lnTo>
                  <a:lnTo>
                    <a:pt x="1833333" y="29654"/>
                  </a:lnTo>
                  <a:lnTo>
                    <a:pt x="1805584" y="49352"/>
                  </a:lnTo>
                  <a:lnTo>
                    <a:pt x="1826488" y="95567"/>
                  </a:lnTo>
                  <a:lnTo>
                    <a:pt x="1845830" y="81267"/>
                  </a:lnTo>
                  <a:lnTo>
                    <a:pt x="1869859" y="68021"/>
                  </a:lnTo>
                  <a:lnTo>
                    <a:pt x="1897938" y="58280"/>
                  </a:lnTo>
                  <a:lnTo>
                    <a:pt x="1929472" y="54483"/>
                  </a:lnTo>
                  <a:lnTo>
                    <a:pt x="1975027" y="62369"/>
                  </a:lnTo>
                  <a:lnTo>
                    <a:pt x="2004707" y="83413"/>
                  </a:lnTo>
                  <a:lnTo>
                    <a:pt x="2020824" y="113677"/>
                  </a:lnTo>
                  <a:lnTo>
                    <a:pt x="2025688" y="149237"/>
                  </a:lnTo>
                  <a:lnTo>
                    <a:pt x="2020646" y="185254"/>
                  </a:lnTo>
                  <a:lnTo>
                    <a:pt x="2006053" y="221348"/>
                  </a:lnTo>
                  <a:lnTo>
                    <a:pt x="1981568" y="259346"/>
                  </a:lnTo>
                  <a:lnTo>
                    <a:pt x="1946821" y="301066"/>
                  </a:lnTo>
                  <a:lnTo>
                    <a:pt x="1901456" y="348335"/>
                  </a:lnTo>
                  <a:lnTo>
                    <a:pt x="1793671" y="453047"/>
                  </a:lnTo>
                  <a:lnTo>
                    <a:pt x="1793671" y="493255"/>
                  </a:lnTo>
                  <a:lnTo>
                    <a:pt x="2103259" y="493255"/>
                  </a:lnTo>
                  <a:lnTo>
                    <a:pt x="2103259" y="438772"/>
                  </a:lnTo>
                  <a:close/>
                </a:path>
                <a:path w="4813935" h="10208260">
                  <a:moveTo>
                    <a:pt x="2108492" y="8967851"/>
                  </a:moveTo>
                  <a:lnTo>
                    <a:pt x="1802612" y="8967851"/>
                  </a:lnTo>
                  <a:lnTo>
                    <a:pt x="1802612" y="9022334"/>
                  </a:lnTo>
                  <a:lnTo>
                    <a:pt x="2039861" y="9022334"/>
                  </a:lnTo>
                  <a:lnTo>
                    <a:pt x="2039861" y="9023769"/>
                  </a:lnTo>
                  <a:lnTo>
                    <a:pt x="1829460" y="9452889"/>
                  </a:lnTo>
                  <a:lnTo>
                    <a:pt x="1897380" y="9452889"/>
                  </a:lnTo>
                  <a:lnTo>
                    <a:pt x="2108492" y="9011094"/>
                  </a:lnTo>
                  <a:lnTo>
                    <a:pt x="2108492" y="8967851"/>
                  </a:lnTo>
                  <a:close/>
                </a:path>
                <a:path w="4813935" h="10208260">
                  <a:moveTo>
                    <a:pt x="2115223" y="6333528"/>
                  </a:moveTo>
                  <a:lnTo>
                    <a:pt x="2108441" y="6292443"/>
                  </a:lnTo>
                  <a:lnTo>
                    <a:pt x="2089010" y="6257709"/>
                  </a:lnTo>
                  <a:lnTo>
                    <a:pt x="2063432" y="6234303"/>
                  </a:lnTo>
                  <a:lnTo>
                    <a:pt x="2058238" y="6229540"/>
                  </a:lnTo>
                  <a:lnTo>
                    <a:pt x="2048789" y="6224587"/>
                  </a:lnTo>
                  <a:lnTo>
                    <a:pt x="2048789" y="6340208"/>
                  </a:lnTo>
                  <a:lnTo>
                    <a:pt x="2041931" y="6374828"/>
                  </a:lnTo>
                  <a:lnTo>
                    <a:pt x="2022411" y="6402248"/>
                  </a:lnTo>
                  <a:lnTo>
                    <a:pt x="1991842" y="6420294"/>
                  </a:lnTo>
                  <a:lnTo>
                    <a:pt x="1951850" y="6426784"/>
                  </a:lnTo>
                  <a:lnTo>
                    <a:pt x="1910245" y="6419266"/>
                  </a:lnTo>
                  <a:lnTo>
                    <a:pt x="1879269" y="6399009"/>
                  </a:lnTo>
                  <a:lnTo>
                    <a:pt x="1860334" y="6369507"/>
                  </a:lnTo>
                  <a:lnTo>
                    <a:pt x="1854822" y="6334252"/>
                  </a:lnTo>
                  <a:lnTo>
                    <a:pt x="1854949" y="6333528"/>
                  </a:lnTo>
                  <a:lnTo>
                    <a:pt x="1860499" y="6301422"/>
                  </a:lnTo>
                  <a:lnTo>
                    <a:pt x="1877212" y="6273089"/>
                  </a:lnTo>
                  <a:lnTo>
                    <a:pt x="1904555" y="6250330"/>
                  </a:lnTo>
                  <a:lnTo>
                    <a:pt x="1942109" y="6234303"/>
                  </a:lnTo>
                  <a:lnTo>
                    <a:pt x="1986203" y="6250330"/>
                  </a:lnTo>
                  <a:lnTo>
                    <a:pt x="2020074" y="6272161"/>
                  </a:lnTo>
                  <a:lnTo>
                    <a:pt x="2041359" y="6301422"/>
                  </a:lnTo>
                  <a:lnTo>
                    <a:pt x="2048789" y="6340208"/>
                  </a:lnTo>
                  <a:lnTo>
                    <a:pt x="2048789" y="6224587"/>
                  </a:lnTo>
                  <a:lnTo>
                    <a:pt x="2017471" y="6208166"/>
                  </a:lnTo>
                  <a:lnTo>
                    <a:pt x="2017471" y="6205956"/>
                  </a:lnTo>
                  <a:lnTo>
                    <a:pt x="2046871" y="6187262"/>
                  </a:lnTo>
                  <a:lnTo>
                    <a:pt x="2055114" y="6182030"/>
                  </a:lnTo>
                  <a:lnTo>
                    <a:pt x="2079764" y="6153975"/>
                  </a:lnTo>
                  <a:lnTo>
                    <a:pt x="2093226" y="6123546"/>
                  </a:lnTo>
                  <a:lnTo>
                    <a:pt x="2097303" y="6092469"/>
                  </a:lnTo>
                  <a:lnTo>
                    <a:pt x="2091664" y="6056846"/>
                  </a:lnTo>
                  <a:lnTo>
                    <a:pt x="2074735" y="6024346"/>
                  </a:lnTo>
                  <a:lnTo>
                    <a:pt x="2070252" y="6020105"/>
                  </a:lnTo>
                  <a:lnTo>
                    <a:pt x="2046528" y="5997727"/>
                  </a:lnTo>
                  <a:lnTo>
                    <a:pt x="2034616" y="5992304"/>
                  </a:lnTo>
                  <a:lnTo>
                    <a:pt x="2034616" y="6099238"/>
                  </a:lnTo>
                  <a:lnTo>
                    <a:pt x="2028952" y="6129540"/>
                  </a:lnTo>
                  <a:lnTo>
                    <a:pt x="2013356" y="6154407"/>
                  </a:lnTo>
                  <a:lnTo>
                    <a:pt x="1989912" y="6173698"/>
                  </a:lnTo>
                  <a:lnTo>
                    <a:pt x="1960740" y="6187262"/>
                  </a:lnTo>
                  <a:lnTo>
                    <a:pt x="1922564" y="6173698"/>
                  </a:lnTo>
                  <a:lnTo>
                    <a:pt x="1893544" y="6155067"/>
                  </a:lnTo>
                  <a:lnTo>
                    <a:pt x="1874862" y="6130048"/>
                  </a:lnTo>
                  <a:lnTo>
                    <a:pt x="1874761" y="6129540"/>
                  </a:lnTo>
                  <a:lnTo>
                    <a:pt x="1868271" y="6097702"/>
                  </a:lnTo>
                  <a:lnTo>
                    <a:pt x="1873783" y="6067945"/>
                  </a:lnTo>
                  <a:lnTo>
                    <a:pt x="1890001" y="6043231"/>
                  </a:lnTo>
                  <a:lnTo>
                    <a:pt x="1916417" y="6026353"/>
                  </a:lnTo>
                  <a:lnTo>
                    <a:pt x="1952574" y="6020105"/>
                  </a:lnTo>
                  <a:lnTo>
                    <a:pt x="1990255" y="6027013"/>
                  </a:lnTo>
                  <a:lnTo>
                    <a:pt x="2015705" y="6045124"/>
                  </a:lnTo>
                  <a:lnTo>
                    <a:pt x="2030082" y="6070498"/>
                  </a:lnTo>
                  <a:lnTo>
                    <a:pt x="2034616" y="6099238"/>
                  </a:lnTo>
                  <a:lnTo>
                    <a:pt x="2034616" y="5992304"/>
                  </a:lnTo>
                  <a:lnTo>
                    <a:pt x="2007044" y="5979731"/>
                  </a:lnTo>
                  <a:lnTo>
                    <a:pt x="1956269" y="5973115"/>
                  </a:lnTo>
                  <a:lnTo>
                    <a:pt x="1908035" y="5979160"/>
                  </a:lnTo>
                  <a:lnTo>
                    <a:pt x="1866773" y="5996419"/>
                  </a:lnTo>
                  <a:lnTo>
                    <a:pt x="1834642" y="6023572"/>
                  </a:lnTo>
                  <a:lnTo>
                    <a:pt x="1813788" y="6059271"/>
                  </a:lnTo>
                  <a:lnTo>
                    <a:pt x="1806359" y="6102223"/>
                  </a:lnTo>
                  <a:lnTo>
                    <a:pt x="1810804" y="6133312"/>
                  </a:lnTo>
                  <a:lnTo>
                    <a:pt x="1824634" y="6162853"/>
                  </a:lnTo>
                  <a:lnTo>
                    <a:pt x="1848523" y="6189307"/>
                  </a:lnTo>
                  <a:lnTo>
                    <a:pt x="1883219" y="6211151"/>
                  </a:lnTo>
                  <a:lnTo>
                    <a:pt x="1883930" y="6213411"/>
                  </a:lnTo>
                  <a:lnTo>
                    <a:pt x="1843709" y="6235776"/>
                  </a:lnTo>
                  <a:lnTo>
                    <a:pt x="1813407" y="6264884"/>
                  </a:lnTo>
                  <a:lnTo>
                    <a:pt x="1794319" y="6300724"/>
                  </a:lnTo>
                  <a:lnTo>
                    <a:pt x="1787677" y="6343282"/>
                  </a:lnTo>
                  <a:lnTo>
                    <a:pt x="1794852" y="6384125"/>
                  </a:lnTo>
                  <a:lnTo>
                    <a:pt x="1815706" y="6420078"/>
                  </a:lnTo>
                  <a:lnTo>
                    <a:pt x="1849234" y="6448742"/>
                  </a:lnTo>
                  <a:lnTo>
                    <a:pt x="1894446" y="6467691"/>
                  </a:lnTo>
                  <a:lnTo>
                    <a:pt x="1950313" y="6474549"/>
                  </a:lnTo>
                  <a:lnTo>
                    <a:pt x="2002993" y="6467970"/>
                  </a:lnTo>
                  <a:lnTo>
                    <a:pt x="2048332" y="6449187"/>
                  </a:lnTo>
                  <a:lnTo>
                    <a:pt x="2075192" y="6426784"/>
                  </a:lnTo>
                  <a:lnTo>
                    <a:pt x="2083816" y="6419596"/>
                  </a:lnTo>
                  <a:lnTo>
                    <a:pt x="2106955" y="6380569"/>
                  </a:lnTo>
                  <a:lnTo>
                    <a:pt x="2115223" y="6333528"/>
                  </a:lnTo>
                  <a:close/>
                </a:path>
                <a:path w="4813935" h="10208260">
                  <a:moveTo>
                    <a:pt x="2115223" y="4840249"/>
                  </a:moveTo>
                  <a:lnTo>
                    <a:pt x="2108441" y="4799177"/>
                  </a:lnTo>
                  <a:lnTo>
                    <a:pt x="2089010" y="4764456"/>
                  </a:lnTo>
                  <a:lnTo>
                    <a:pt x="2063445" y="4741075"/>
                  </a:lnTo>
                  <a:lnTo>
                    <a:pt x="2058238" y="4736312"/>
                  </a:lnTo>
                  <a:lnTo>
                    <a:pt x="2048789" y="4731359"/>
                  </a:lnTo>
                  <a:lnTo>
                    <a:pt x="2048789" y="4846967"/>
                  </a:lnTo>
                  <a:lnTo>
                    <a:pt x="2041931" y="4881588"/>
                  </a:lnTo>
                  <a:lnTo>
                    <a:pt x="2022411" y="4909007"/>
                  </a:lnTo>
                  <a:lnTo>
                    <a:pt x="1991842" y="4927054"/>
                  </a:lnTo>
                  <a:lnTo>
                    <a:pt x="1951850" y="4933556"/>
                  </a:lnTo>
                  <a:lnTo>
                    <a:pt x="1910245" y="4926025"/>
                  </a:lnTo>
                  <a:lnTo>
                    <a:pt x="1879269" y="4905756"/>
                  </a:lnTo>
                  <a:lnTo>
                    <a:pt x="1860334" y="4876254"/>
                  </a:lnTo>
                  <a:lnTo>
                    <a:pt x="1854822" y="4841011"/>
                  </a:lnTo>
                  <a:lnTo>
                    <a:pt x="1860499" y="4808182"/>
                  </a:lnTo>
                  <a:lnTo>
                    <a:pt x="1877212" y="4779835"/>
                  </a:lnTo>
                  <a:lnTo>
                    <a:pt x="1904555" y="4757102"/>
                  </a:lnTo>
                  <a:lnTo>
                    <a:pt x="1942109" y="4741075"/>
                  </a:lnTo>
                  <a:lnTo>
                    <a:pt x="1986203" y="4757102"/>
                  </a:lnTo>
                  <a:lnTo>
                    <a:pt x="2020074" y="4778908"/>
                  </a:lnTo>
                  <a:lnTo>
                    <a:pt x="2041359" y="4808182"/>
                  </a:lnTo>
                  <a:lnTo>
                    <a:pt x="2048789" y="4846967"/>
                  </a:lnTo>
                  <a:lnTo>
                    <a:pt x="2048789" y="4731359"/>
                  </a:lnTo>
                  <a:lnTo>
                    <a:pt x="2017471" y="4714938"/>
                  </a:lnTo>
                  <a:lnTo>
                    <a:pt x="2017471" y="4712678"/>
                  </a:lnTo>
                  <a:lnTo>
                    <a:pt x="2046795" y="4694034"/>
                  </a:lnTo>
                  <a:lnTo>
                    <a:pt x="2055114" y="4688751"/>
                  </a:lnTo>
                  <a:lnTo>
                    <a:pt x="2079764" y="4660709"/>
                  </a:lnTo>
                  <a:lnTo>
                    <a:pt x="2093226" y="4630305"/>
                  </a:lnTo>
                  <a:lnTo>
                    <a:pt x="2097303" y="4599241"/>
                  </a:lnTo>
                  <a:lnTo>
                    <a:pt x="2091664" y="4563605"/>
                  </a:lnTo>
                  <a:lnTo>
                    <a:pt x="2074735" y="4531093"/>
                  </a:lnTo>
                  <a:lnTo>
                    <a:pt x="2070265" y="4526877"/>
                  </a:lnTo>
                  <a:lnTo>
                    <a:pt x="2046528" y="4504461"/>
                  </a:lnTo>
                  <a:lnTo>
                    <a:pt x="2034616" y="4499038"/>
                  </a:lnTo>
                  <a:lnTo>
                    <a:pt x="2034616" y="4605960"/>
                  </a:lnTo>
                  <a:lnTo>
                    <a:pt x="2028952" y="4636300"/>
                  </a:lnTo>
                  <a:lnTo>
                    <a:pt x="2013356" y="4661166"/>
                  </a:lnTo>
                  <a:lnTo>
                    <a:pt x="1989912" y="4680470"/>
                  </a:lnTo>
                  <a:lnTo>
                    <a:pt x="1960740" y="4694034"/>
                  </a:lnTo>
                  <a:lnTo>
                    <a:pt x="1922564" y="4680470"/>
                  </a:lnTo>
                  <a:lnTo>
                    <a:pt x="1893544" y="4661827"/>
                  </a:lnTo>
                  <a:lnTo>
                    <a:pt x="1874862" y="4636821"/>
                  </a:lnTo>
                  <a:lnTo>
                    <a:pt x="1874748" y="4636300"/>
                  </a:lnTo>
                  <a:lnTo>
                    <a:pt x="1868271" y="4604474"/>
                  </a:lnTo>
                  <a:lnTo>
                    <a:pt x="1873783" y="4574718"/>
                  </a:lnTo>
                  <a:lnTo>
                    <a:pt x="1890001" y="4550003"/>
                  </a:lnTo>
                  <a:lnTo>
                    <a:pt x="1916417" y="4533125"/>
                  </a:lnTo>
                  <a:lnTo>
                    <a:pt x="1952574" y="4526877"/>
                  </a:lnTo>
                  <a:lnTo>
                    <a:pt x="1990255" y="4533773"/>
                  </a:lnTo>
                  <a:lnTo>
                    <a:pt x="2015705" y="4551858"/>
                  </a:lnTo>
                  <a:lnTo>
                    <a:pt x="2030082" y="4577232"/>
                  </a:lnTo>
                  <a:lnTo>
                    <a:pt x="2034616" y="4605960"/>
                  </a:lnTo>
                  <a:lnTo>
                    <a:pt x="2034616" y="4499038"/>
                  </a:lnTo>
                  <a:lnTo>
                    <a:pt x="2007044" y="4486453"/>
                  </a:lnTo>
                  <a:lnTo>
                    <a:pt x="1956269" y="4479836"/>
                  </a:lnTo>
                  <a:lnTo>
                    <a:pt x="1908035" y="4485894"/>
                  </a:lnTo>
                  <a:lnTo>
                    <a:pt x="1866773" y="4503153"/>
                  </a:lnTo>
                  <a:lnTo>
                    <a:pt x="1834642" y="4530306"/>
                  </a:lnTo>
                  <a:lnTo>
                    <a:pt x="1813788" y="4566018"/>
                  </a:lnTo>
                  <a:lnTo>
                    <a:pt x="1806359" y="4608944"/>
                  </a:lnTo>
                  <a:lnTo>
                    <a:pt x="1810804" y="4640034"/>
                  </a:lnTo>
                  <a:lnTo>
                    <a:pt x="1824634" y="4669574"/>
                  </a:lnTo>
                  <a:lnTo>
                    <a:pt x="1848523" y="4696041"/>
                  </a:lnTo>
                  <a:lnTo>
                    <a:pt x="1883219" y="4717910"/>
                  </a:lnTo>
                  <a:lnTo>
                    <a:pt x="1883930" y="4720171"/>
                  </a:lnTo>
                  <a:lnTo>
                    <a:pt x="1843709" y="4742535"/>
                  </a:lnTo>
                  <a:lnTo>
                    <a:pt x="1813407" y="4771644"/>
                  </a:lnTo>
                  <a:lnTo>
                    <a:pt x="1794319" y="4807470"/>
                  </a:lnTo>
                  <a:lnTo>
                    <a:pt x="1787677" y="4850003"/>
                  </a:lnTo>
                  <a:lnTo>
                    <a:pt x="1794852" y="4890859"/>
                  </a:lnTo>
                  <a:lnTo>
                    <a:pt x="1815706" y="4926812"/>
                  </a:lnTo>
                  <a:lnTo>
                    <a:pt x="1849234" y="4955489"/>
                  </a:lnTo>
                  <a:lnTo>
                    <a:pt x="1894446" y="4974463"/>
                  </a:lnTo>
                  <a:lnTo>
                    <a:pt x="1950313" y="4981321"/>
                  </a:lnTo>
                  <a:lnTo>
                    <a:pt x="2002993" y="4974742"/>
                  </a:lnTo>
                  <a:lnTo>
                    <a:pt x="2048332" y="4955959"/>
                  </a:lnTo>
                  <a:lnTo>
                    <a:pt x="2075180" y="4933556"/>
                  </a:lnTo>
                  <a:lnTo>
                    <a:pt x="2083816" y="4926355"/>
                  </a:lnTo>
                  <a:lnTo>
                    <a:pt x="2106955" y="4887315"/>
                  </a:lnTo>
                  <a:lnTo>
                    <a:pt x="2115223" y="4840249"/>
                  </a:lnTo>
                  <a:close/>
                </a:path>
                <a:path w="4813935" h="10208260">
                  <a:moveTo>
                    <a:pt x="2115223" y="3347008"/>
                  </a:moveTo>
                  <a:lnTo>
                    <a:pt x="2108441" y="3305911"/>
                  </a:lnTo>
                  <a:lnTo>
                    <a:pt x="2089010" y="3271177"/>
                  </a:lnTo>
                  <a:lnTo>
                    <a:pt x="2063445" y="3247796"/>
                  </a:lnTo>
                  <a:lnTo>
                    <a:pt x="2058238" y="3243034"/>
                  </a:lnTo>
                  <a:lnTo>
                    <a:pt x="2048789" y="3238081"/>
                  </a:lnTo>
                  <a:lnTo>
                    <a:pt x="2048789" y="3353689"/>
                  </a:lnTo>
                  <a:lnTo>
                    <a:pt x="2041931" y="3388322"/>
                  </a:lnTo>
                  <a:lnTo>
                    <a:pt x="2022411" y="3415741"/>
                  </a:lnTo>
                  <a:lnTo>
                    <a:pt x="1991842" y="3433775"/>
                  </a:lnTo>
                  <a:lnTo>
                    <a:pt x="1951850" y="3440277"/>
                  </a:lnTo>
                  <a:lnTo>
                    <a:pt x="1910245" y="3432746"/>
                  </a:lnTo>
                  <a:lnTo>
                    <a:pt x="1879269" y="3412490"/>
                  </a:lnTo>
                  <a:lnTo>
                    <a:pt x="1860334" y="3382988"/>
                  </a:lnTo>
                  <a:lnTo>
                    <a:pt x="1854822" y="3347732"/>
                  </a:lnTo>
                  <a:lnTo>
                    <a:pt x="1854949" y="3347008"/>
                  </a:lnTo>
                  <a:lnTo>
                    <a:pt x="1860511" y="3314903"/>
                  </a:lnTo>
                  <a:lnTo>
                    <a:pt x="1877212" y="3286582"/>
                  </a:lnTo>
                  <a:lnTo>
                    <a:pt x="1904555" y="3263823"/>
                  </a:lnTo>
                  <a:lnTo>
                    <a:pt x="1942109" y="3247796"/>
                  </a:lnTo>
                  <a:lnTo>
                    <a:pt x="1986216" y="3263823"/>
                  </a:lnTo>
                  <a:lnTo>
                    <a:pt x="2020074" y="3285629"/>
                  </a:lnTo>
                  <a:lnTo>
                    <a:pt x="2041359" y="3314903"/>
                  </a:lnTo>
                  <a:lnTo>
                    <a:pt x="2048789" y="3353689"/>
                  </a:lnTo>
                  <a:lnTo>
                    <a:pt x="2048789" y="3238081"/>
                  </a:lnTo>
                  <a:lnTo>
                    <a:pt x="2017471" y="3221659"/>
                  </a:lnTo>
                  <a:lnTo>
                    <a:pt x="2017471" y="3219399"/>
                  </a:lnTo>
                  <a:lnTo>
                    <a:pt x="2046820" y="3200755"/>
                  </a:lnTo>
                  <a:lnTo>
                    <a:pt x="2055114" y="3195497"/>
                  </a:lnTo>
                  <a:lnTo>
                    <a:pt x="2079764" y="3167456"/>
                  </a:lnTo>
                  <a:lnTo>
                    <a:pt x="2093226" y="3137027"/>
                  </a:lnTo>
                  <a:lnTo>
                    <a:pt x="2097303" y="3105962"/>
                  </a:lnTo>
                  <a:lnTo>
                    <a:pt x="2091664" y="3070326"/>
                  </a:lnTo>
                  <a:lnTo>
                    <a:pt x="2074735" y="3037814"/>
                  </a:lnTo>
                  <a:lnTo>
                    <a:pt x="2070265" y="3033598"/>
                  </a:lnTo>
                  <a:lnTo>
                    <a:pt x="2046528" y="3011182"/>
                  </a:lnTo>
                  <a:lnTo>
                    <a:pt x="2034616" y="3005759"/>
                  </a:lnTo>
                  <a:lnTo>
                    <a:pt x="2034616" y="3112732"/>
                  </a:lnTo>
                  <a:lnTo>
                    <a:pt x="2028952" y="3143034"/>
                  </a:lnTo>
                  <a:lnTo>
                    <a:pt x="2013356" y="3167900"/>
                  </a:lnTo>
                  <a:lnTo>
                    <a:pt x="1989912" y="3187192"/>
                  </a:lnTo>
                  <a:lnTo>
                    <a:pt x="1960740" y="3200755"/>
                  </a:lnTo>
                  <a:lnTo>
                    <a:pt x="1922564" y="3187192"/>
                  </a:lnTo>
                  <a:lnTo>
                    <a:pt x="1893544" y="3168548"/>
                  </a:lnTo>
                  <a:lnTo>
                    <a:pt x="1874862" y="3143542"/>
                  </a:lnTo>
                  <a:lnTo>
                    <a:pt x="1874761" y="3143034"/>
                  </a:lnTo>
                  <a:lnTo>
                    <a:pt x="1868271" y="3111195"/>
                  </a:lnTo>
                  <a:lnTo>
                    <a:pt x="1873783" y="3081439"/>
                  </a:lnTo>
                  <a:lnTo>
                    <a:pt x="1890001" y="3056725"/>
                  </a:lnTo>
                  <a:lnTo>
                    <a:pt x="1916417" y="3039846"/>
                  </a:lnTo>
                  <a:lnTo>
                    <a:pt x="1952574" y="3033598"/>
                  </a:lnTo>
                  <a:lnTo>
                    <a:pt x="1990255" y="3040507"/>
                  </a:lnTo>
                  <a:lnTo>
                    <a:pt x="2015705" y="3058604"/>
                  </a:lnTo>
                  <a:lnTo>
                    <a:pt x="2030082" y="3083991"/>
                  </a:lnTo>
                  <a:lnTo>
                    <a:pt x="2034616" y="3112732"/>
                  </a:lnTo>
                  <a:lnTo>
                    <a:pt x="2034616" y="3005759"/>
                  </a:lnTo>
                  <a:lnTo>
                    <a:pt x="2007044" y="2993174"/>
                  </a:lnTo>
                  <a:lnTo>
                    <a:pt x="1956269" y="2986557"/>
                  </a:lnTo>
                  <a:lnTo>
                    <a:pt x="1908035" y="2992615"/>
                  </a:lnTo>
                  <a:lnTo>
                    <a:pt x="1866773" y="3009887"/>
                  </a:lnTo>
                  <a:lnTo>
                    <a:pt x="1834642" y="3037040"/>
                  </a:lnTo>
                  <a:lnTo>
                    <a:pt x="1813788" y="3072765"/>
                  </a:lnTo>
                  <a:lnTo>
                    <a:pt x="1806359" y="3115716"/>
                  </a:lnTo>
                  <a:lnTo>
                    <a:pt x="1810804" y="3146793"/>
                  </a:lnTo>
                  <a:lnTo>
                    <a:pt x="1824634" y="3176320"/>
                  </a:lnTo>
                  <a:lnTo>
                    <a:pt x="1848523" y="3202775"/>
                  </a:lnTo>
                  <a:lnTo>
                    <a:pt x="1883219" y="3224631"/>
                  </a:lnTo>
                  <a:lnTo>
                    <a:pt x="1883930" y="3226892"/>
                  </a:lnTo>
                  <a:lnTo>
                    <a:pt x="1843709" y="3249257"/>
                  </a:lnTo>
                  <a:lnTo>
                    <a:pt x="1813407" y="3278365"/>
                  </a:lnTo>
                  <a:lnTo>
                    <a:pt x="1794319" y="3314192"/>
                  </a:lnTo>
                  <a:lnTo>
                    <a:pt x="1787677" y="3356724"/>
                  </a:lnTo>
                  <a:lnTo>
                    <a:pt x="1794852" y="3397593"/>
                  </a:lnTo>
                  <a:lnTo>
                    <a:pt x="1815706" y="3433559"/>
                  </a:lnTo>
                  <a:lnTo>
                    <a:pt x="1849234" y="3462223"/>
                  </a:lnTo>
                  <a:lnTo>
                    <a:pt x="1894446" y="3481184"/>
                  </a:lnTo>
                  <a:lnTo>
                    <a:pt x="1950313" y="3488029"/>
                  </a:lnTo>
                  <a:lnTo>
                    <a:pt x="2002993" y="3481463"/>
                  </a:lnTo>
                  <a:lnTo>
                    <a:pt x="2048332" y="3462680"/>
                  </a:lnTo>
                  <a:lnTo>
                    <a:pt x="2075192" y="3440277"/>
                  </a:lnTo>
                  <a:lnTo>
                    <a:pt x="2083816" y="3433076"/>
                  </a:lnTo>
                  <a:lnTo>
                    <a:pt x="2106955" y="3394062"/>
                  </a:lnTo>
                  <a:lnTo>
                    <a:pt x="2115223" y="3347008"/>
                  </a:lnTo>
                  <a:close/>
                </a:path>
                <a:path w="4813935" h="10208260">
                  <a:moveTo>
                    <a:pt x="2990037" y="9315564"/>
                  </a:moveTo>
                  <a:lnTo>
                    <a:pt x="2981515" y="9269133"/>
                  </a:lnTo>
                  <a:lnTo>
                    <a:pt x="2958312" y="9232278"/>
                  </a:lnTo>
                  <a:lnTo>
                    <a:pt x="2923933" y="9205912"/>
                  </a:lnTo>
                  <a:lnTo>
                    <a:pt x="2881858" y="9190926"/>
                  </a:lnTo>
                  <a:lnTo>
                    <a:pt x="2881858" y="9189491"/>
                  </a:lnTo>
                  <a:lnTo>
                    <a:pt x="2921012" y="9169552"/>
                  </a:lnTo>
                  <a:lnTo>
                    <a:pt x="2949003" y="9143035"/>
                  </a:lnTo>
                  <a:lnTo>
                    <a:pt x="2965793" y="9111209"/>
                  </a:lnTo>
                  <a:lnTo>
                    <a:pt x="2971393" y="9075331"/>
                  </a:lnTo>
                  <a:lnTo>
                    <a:pt x="2963138" y="9032354"/>
                  </a:lnTo>
                  <a:lnTo>
                    <a:pt x="2937814" y="8995359"/>
                  </a:lnTo>
                  <a:lnTo>
                    <a:pt x="2894596" y="8969413"/>
                  </a:lnTo>
                  <a:lnTo>
                    <a:pt x="2832620" y="8959634"/>
                  </a:lnTo>
                  <a:lnTo>
                    <a:pt x="2794343" y="8962834"/>
                  </a:lnTo>
                  <a:lnTo>
                    <a:pt x="2759151" y="8971280"/>
                  </a:lnTo>
                  <a:lnTo>
                    <a:pt x="2728988" y="8983231"/>
                  </a:lnTo>
                  <a:lnTo>
                    <a:pt x="2705811" y="8996921"/>
                  </a:lnTo>
                  <a:lnTo>
                    <a:pt x="2723007" y="9044673"/>
                  </a:lnTo>
                  <a:lnTo>
                    <a:pt x="2741485" y="9033370"/>
                  </a:lnTo>
                  <a:lnTo>
                    <a:pt x="2764739" y="9023045"/>
                  </a:lnTo>
                  <a:lnTo>
                    <a:pt x="2791358" y="9015501"/>
                  </a:lnTo>
                  <a:lnTo>
                    <a:pt x="2819946" y="9012580"/>
                  </a:lnTo>
                  <a:lnTo>
                    <a:pt x="2858732" y="9018549"/>
                  </a:lnTo>
                  <a:lnTo>
                    <a:pt x="2885135" y="9034615"/>
                  </a:lnTo>
                  <a:lnTo>
                    <a:pt x="2900222" y="9057945"/>
                  </a:lnTo>
                  <a:lnTo>
                    <a:pt x="2905010" y="9085758"/>
                  </a:lnTo>
                  <a:lnTo>
                    <a:pt x="2894825" y="9122804"/>
                  </a:lnTo>
                  <a:lnTo>
                    <a:pt x="2868828" y="9148343"/>
                  </a:lnTo>
                  <a:lnTo>
                    <a:pt x="2833878" y="9163113"/>
                  </a:lnTo>
                  <a:lnTo>
                    <a:pt x="2796832" y="9167863"/>
                  </a:lnTo>
                  <a:lnTo>
                    <a:pt x="2760281" y="9167863"/>
                  </a:lnTo>
                  <a:lnTo>
                    <a:pt x="2760281" y="9217076"/>
                  </a:lnTo>
                  <a:lnTo>
                    <a:pt x="2796832" y="9217076"/>
                  </a:lnTo>
                  <a:lnTo>
                    <a:pt x="2843060" y="9222676"/>
                  </a:lnTo>
                  <a:lnTo>
                    <a:pt x="2882989" y="9240114"/>
                  </a:lnTo>
                  <a:lnTo>
                    <a:pt x="2911170" y="9270276"/>
                  </a:lnTo>
                  <a:lnTo>
                    <a:pt x="2922155" y="9314078"/>
                  </a:lnTo>
                  <a:lnTo>
                    <a:pt x="2917190" y="9345778"/>
                  </a:lnTo>
                  <a:lnTo>
                    <a:pt x="2899206" y="9376207"/>
                  </a:lnTo>
                  <a:lnTo>
                    <a:pt x="2865297" y="9399079"/>
                  </a:lnTo>
                  <a:lnTo>
                    <a:pt x="2812491" y="9408109"/>
                  </a:lnTo>
                  <a:lnTo>
                    <a:pt x="2779141" y="9404998"/>
                  </a:lnTo>
                  <a:lnTo>
                    <a:pt x="2748724" y="9397276"/>
                  </a:lnTo>
                  <a:lnTo>
                    <a:pt x="2723324" y="9387332"/>
                  </a:lnTo>
                  <a:lnTo>
                    <a:pt x="2705036" y="9377553"/>
                  </a:lnTo>
                  <a:lnTo>
                    <a:pt x="2687167" y="9428289"/>
                  </a:lnTo>
                  <a:lnTo>
                    <a:pt x="2709291" y="9439999"/>
                  </a:lnTo>
                  <a:lnTo>
                    <a:pt x="2738742" y="9450553"/>
                  </a:lnTo>
                  <a:lnTo>
                    <a:pt x="2773946" y="9458173"/>
                  </a:lnTo>
                  <a:lnTo>
                    <a:pt x="2813266" y="9461106"/>
                  </a:lnTo>
                  <a:lnTo>
                    <a:pt x="2866758" y="9455709"/>
                  </a:lnTo>
                  <a:lnTo>
                    <a:pt x="2910802" y="9440621"/>
                  </a:lnTo>
                  <a:lnTo>
                    <a:pt x="2945282" y="9417431"/>
                  </a:lnTo>
                  <a:lnTo>
                    <a:pt x="2970060" y="9387789"/>
                  </a:lnTo>
                  <a:lnTo>
                    <a:pt x="2985020" y="9353296"/>
                  </a:lnTo>
                  <a:lnTo>
                    <a:pt x="2990037" y="9315564"/>
                  </a:lnTo>
                  <a:close/>
                </a:path>
                <a:path w="4813935" h="10208260">
                  <a:moveTo>
                    <a:pt x="2990037" y="2595880"/>
                  </a:moveTo>
                  <a:lnTo>
                    <a:pt x="2981515" y="2549474"/>
                  </a:lnTo>
                  <a:lnTo>
                    <a:pt x="2958312" y="2512606"/>
                  </a:lnTo>
                  <a:lnTo>
                    <a:pt x="2923933" y="2486228"/>
                  </a:lnTo>
                  <a:lnTo>
                    <a:pt x="2881858" y="2471242"/>
                  </a:lnTo>
                  <a:lnTo>
                    <a:pt x="2881858" y="2469807"/>
                  </a:lnTo>
                  <a:lnTo>
                    <a:pt x="2921012" y="2449880"/>
                  </a:lnTo>
                  <a:lnTo>
                    <a:pt x="2949003" y="2423376"/>
                  </a:lnTo>
                  <a:lnTo>
                    <a:pt x="2965793" y="2391537"/>
                  </a:lnTo>
                  <a:lnTo>
                    <a:pt x="2971393" y="2355646"/>
                  </a:lnTo>
                  <a:lnTo>
                    <a:pt x="2963138" y="2312670"/>
                  </a:lnTo>
                  <a:lnTo>
                    <a:pt x="2937814" y="2275662"/>
                  </a:lnTo>
                  <a:lnTo>
                    <a:pt x="2894596" y="2249728"/>
                  </a:lnTo>
                  <a:lnTo>
                    <a:pt x="2832620" y="2239949"/>
                  </a:lnTo>
                  <a:lnTo>
                    <a:pt x="2794343" y="2243150"/>
                  </a:lnTo>
                  <a:lnTo>
                    <a:pt x="2759151" y="2251595"/>
                  </a:lnTo>
                  <a:lnTo>
                    <a:pt x="2728988" y="2263559"/>
                  </a:lnTo>
                  <a:lnTo>
                    <a:pt x="2705811" y="2277275"/>
                  </a:lnTo>
                  <a:lnTo>
                    <a:pt x="2723007" y="2324989"/>
                  </a:lnTo>
                  <a:lnTo>
                    <a:pt x="2741485" y="2313724"/>
                  </a:lnTo>
                  <a:lnTo>
                    <a:pt x="2764739" y="2303399"/>
                  </a:lnTo>
                  <a:lnTo>
                    <a:pt x="2791358" y="2295855"/>
                  </a:lnTo>
                  <a:lnTo>
                    <a:pt x="2819946" y="2292947"/>
                  </a:lnTo>
                  <a:lnTo>
                    <a:pt x="2858732" y="2298903"/>
                  </a:lnTo>
                  <a:lnTo>
                    <a:pt x="2885135" y="2314943"/>
                  </a:lnTo>
                  <a:lnTo>
                    <a:pt x="2900222" y="2338260"/>
                  </a:lnTo>
                  <a:lnTo>
                    <a:pt x="2905010" y="2366073"/>
                  </a:lnTo>
                  <a:lnTo>
                    <a:pt x="2894825" y="2403144"/>
                  </a:lnTo>
                  <a:lnTo>
                    <a:pt x="2868828" y="2428671"/>
                  </a:lnTo>
                  <a:lnTo>
                    <a:pt x="2833878" y="2443429"/>
                  </a:lnTo>
                  <a:lnTo>
                    <a:pt x="2796832" y="2448179"/>
                  </a:lnTo>
                  <a:lnTo>
                    <a:pt x="2760281" y="2448179"/>
                  </a:lnTo>
                  <a:lnTo>
                    <a:pt x="2760281" y="2497378"/>
                  </a:lnTo>
                  <a:lnTo>
                    <a:pt x="2796832" y="2497378"/>
                  </a:lnTo>
                  <a:lnTo>
                    <a:pt x="2843060" y="2502992"/>
                  </a:lnTo>
                  <a:lnTo>
                    <a:pt x="2882989" y="2520429"/>
                  </a:lnTo>
                  <a:lnTo>
                    <a:pt x="2911170" y="2550617"/>
                  </a:lnTo>
                  <a:lnTo>
                    <a:pt x="2922155" y="2594445"/>
                  </a:lnTo>
                  <a:lnTo>
                    <a:pt x="2917190" y="2626118"/>
                  </a:lnTo>
                  <a:lnTo>
                    <a:pt x="2899206" y="2656535"/>
                  </a:lnTo>
                  <a:lnTo>
                    <a:pt x="2865297" y="2679395"/>
                  </a:lnTo>
                  <a:lnTo>
                    <a:pt x="2812491" y="2688425"/>
                  </a:lnTo>
                  <a:lnTo>
                    <a:pt x="2779141" y="2685326"/>
                  </a:lnTo>
                  <a:lnTo>
                    <a:pt x="2748724" y="2677617"/>
                  </a:lnTo>
                  <a:lnTo>
                    <a:pt x="2723324" y="2667660"/>
                  </a:lnTo>
                  <a:lnTo>
                    <a:pt x="2705036" y="2657868"/>
                  </a:lnTo>
                  <a:lnTo>
                    <a:pt x="2687167" y="2708605"/>
                  </a:lnTo>
                  <a:lnTo>
                    <a:pt x="2709291" y="2720340"/>
                  </a:lnTo>
                  <a:lnTo>
                    <a:pt x="2738742" y="2730881"/>
                  </a:lnTo>
                  <a:lnTo>
                    <a:pt x="2773946" y="2738501"/>
                  </a:lnTo>
                  <a:lnTo>
                    <a:pt x="2813266" y="2741422"/>
                  </a:lnTo>
                  <a:lnTo>
                    <a:pt x="2866758" y="2736024"/>
                  </a:lnTo>
                  <a:lnTo>
                    <a:pt x="2910802" y="2720937"/>
                  </a:lnTo>
                  <a:lnTo>
                    <a:pt x="2945282" y="2697746"/>
                  </a:lnTo>
                  <a:lnTo>
                    <a:pt x="2970060" y="2668105"/>
                  </a:lnTo>
                  <a:lnTo>
                    <a:pt x="2985020" y="2633611"/>
                  </a:lnTo>
                  <a:lnTo>
                    <a:pt x="2990037" y="2595880"/>
                  </a:lnTo>
                  <a:close/>
                </a:path>
                <a:path w="4813935" h="10208260">
                  <a:moveTo>
                    <a:pt x="3004248" y="2994774"/>
                  </a:moveTo>
                  <a:lnTo>
                    <a:pt x="2698369" y="2994774"/>
                  </a:lnTo>
                  <a:lnTo>
                    <a:pt x="2698369" y="3049308"/>
                  </a:lnTo>
                  <a:lnTo>
                    <a:pt x="2935605" y="3049308"/>
                  </a:lnTo>
                  <a:lnTo>
                    <a:pt x="2935605" y="3050756"/>
                  </a:lnTo>
                  <a:lnTo>
                    <a:pt x="2725216" y="3479825"/>
                  </a:lnTo>
                  <a:lnTo>
                    <a:pt x="2793136" y="3479825"/>
                  </a:lnTo>
                  <a:lnTo>
                    <a:pt x="3004248" y="3038068"/>
                  </a:lnTo>
                  <a:lnTo>
                    <a:pt x="3004248" y="2994774"/>
                  </a:lnTo>
                  <a:close/>
                </a:path>
                <a:path w="4813935" h="10208260">
                  <a:moveTo>
                    <a:pt x="3010928" y="10066655"/>
                  </a:moveTo>
                  <a:lnTo>
                    <a:pt x="3004159" y="10025570"/>
                  </a:lnTo>
                  <a:lnTo>
                    <a:pt x="2984741" y="9990849"/>
                  </a:lnTo>
                  <a:lnTo>
                    <a:pt x="2959112" y="9967392"/>
                  </a:lnTo>
                  <a:lnTo>
                    <a:pt x="2953982" y="9962693"/>
                  </a:lnTo>
                  <a:lnTo>
                    <a:pt x="2944545" y="9957752"/>
                  </a:lnTo>
                  <a:lnTo>
                    <a:pt x="2944545" y="10073335"/>
                  </a:lnTo>
                  <a:lnTo>
                    <a:pt x="2937675" y="10107955"/>
                  </a:lnTo>
                  <a:lnTo>
                    <a:pt x="2918155" y="10135375"/>
                  </a:lnTo>
                  <a:lnTo>
                    <a:pt x="2887586" y="10153421"/>
                  </a:lnTo>
                  <a:lnTo>
                    <a:pt x="2847556" y="10159911"/>
                  </a:lnTo>
                  <a:lnTo>
                    <a:pt x="2805976" y="10152393"/>
                  </a:lnTo>
                  <a:lnTo>
                    <a:pt x="2775000" y="10132149"/>
                  </a:lnTo>
                  <a:lnTo>
                    <a:pt x="2756077" y="10102672"/>
                  </a:lnTo>
                  <a:lnTo>
                    <a:pt x="2750578" y="10067417"/>
                  </a:lnTo>
                  <a:lnTo>
                    <a:pt x="2756268" y="10034537"/>
                  </a:lnTo>
                  <a:lnTo>
                    <a:pt x="2772943" y="10006228"/>
                  </a:lnTo>
                  <a:lnTo>
                    <a:pt x="2800286" y="9983457"/>
                  </a:lnTo>
                  <a:lnTo>
                    <a:pt x="2837853" y="9967392"/>
                  </a:lnTo>
                  <a:lnTo>
                    <a:pt x="2881973" y="9983457"/>
                  </a:lnTo>
                  <a:lnTo>
                    <a:pt x="2915831" y="10005276"/>
                  </a:lnTo>
                  <a:lnTo>
                    <a:pt x="2937103" y="10034537"/>
                  </a:lnTo>
                  <a:lnTo>
                    <a:pt x="2944545" y="10073335"/>
                  </a:lnTo>
                  <a:lnTo>
                    <a:pt x="2944545" y="9957752"/>
                  </a:lnTo>
                  <a:lnTo>
                    <a:pt x="2913227" y="9941344"/>
                  </a:lnTo>
                  <a:lnTo>
                    <a:pt x="2913227" y="9939134"/>
                  </a:lnTo>
                  <a:lnTo>
                    <a:pt x="2942653" y="9920389"/>
                  </a:lnTo>
                  <a:lnTo>
                    <a:pt x="2950857" y="9915169"/>
                  </a:lnTo>
                  <a:lnTo>
                    <a:pt x="2975495" y="9887115"/>
                  </a:lnTo>
                  <a:lnTo>
                    <a:pt x="2988932" y="9856711"/>
                  </a:lnTo>
                  <a:lnTo>
                    <a:pt x="2993009" y="9825698"/>
                  </a:lnTo>
                  <a:lnTo>
                    <a:pt x="2987370" y="9790049"/>
                  </a:lnTo>
                  <a:lnTo>
                    <a:pt x="2970453" y="9757537"/>
                  </a:lnTo>
                  <a:lnTo>
                    <a:pt x="2965907" y="9753232"/>
                  </a:lnTo>
                  <a:lnTo>
                    <a:pt x="2942259" y="9730905"/>
                  </a:lnTo>
                  <a:lnTo>
                    <a:pt x="2930372" y="9725495"/>
                  </a:lnTo>
                  <a:lnTo>
                    <a:pt x="2930372" y="9832365"/>
                  </a:lnTo>
                  <a:lnTo>
                    <a:pt x="2924708" y="9862706"/>
                  </a:lnTo>
                  <a:lnTo>
                    <a:pt x="2909112" y="9887585"/>
                  </a:lnTo>
                  <a:lnTo>
                    <a:pt x="2885668" y="9906876"/>
                  </a:lnTo>
                  <a:lnTo>
                    <a:pt x="2856496" y="9920389"/>
                  </a:lnTo>
                  <a:lnTo>
                    <a:pt x="2818307" y="9906876"/>
                  </a:lnTo>
                  <a:lnTo>
                    <a:pt x="2789275" y="9888233"/>
                  </a:lnTo>
                  <a:lnTo>
                    <a:pt x="2770606" y="9863214"/>
                  </a:lnTo>
                  <a:lnTo>
                    <a:pt x="2770505" y="9862706"/>
                  </a:lnTo>
                  <a:lnTo>
                    <a:pt x="2764028" y="9830879"/>
                  </a:lnTo>
                  <a:lnTo>
                    <a:pt x="2769539" y="9801098"/>
                  </a:lnTo>
                  <a:lnTo>
                    <a:pt x="2785745" y="9776371"/>
                  </a:lnTo>
                  <a:lnTo>
                    <a:pt x="2812161" y="9759480"/>
                  </a:lnTo>
                  <a:lnTo>
                    <a:pt x="2848279" y="9753232"/>
                  </a:lnTo>
                  <a:lnTo>
                    <a:pt x="2885998" y="9760153"/>
                  </a:lnTo>
                  <a:lnTo>
                    <a:pt x="2911449" y="9778263"/>
                  </a:lnTo>
                  <a:lnTo>
                    <a:pt x="2925838" y="9803651"/>
                  </a:lnTo>
                  <a:lnTo>
                    <a:pt x="2930372" y="9832365"/>
                  </a:lnTo>
                  <a:lnTo>
                    <a:pt x="2930372" y="9725495"/>
                  </a:lnTo>
                  <a:lnTo>
                    <a:pt x="2902788" y="9712909"/>
                  </a:lnTo>
                  <a:lnTo>
                    <a:pt x="2852026" y="9706292"/>
                  </a:lnTo>
                  <a:lnTo>
                    <a:pt x="2803791" y="9712350"/>
                  </a:lnTo>
                  <a:lnTo>
                    <a:pt x="2762529" y="9729610"/>
                  </a:lnTo>
                  <a:lnTo>
                    <a:pt x="2730398" y="9756775"/>
                  </a:lnTo>
                  <a:lnTo>
                    <a:pt x="2709545" y="9792500"/>
                  </a:lnTo>
                  <a:lnTo>
                    <a:pt x="2702115" y="9835451"/>
                  </a:lnTo>
                  <a:lnTo>
                    <a:pt x="2706560" y="9866465"/>
                  </a:lnTo>
                  <a:lnTo>
                    <a:pt x="2720378" y="9895992"/>
                  </a:lnTo>
                  <a:lnTo>
                    <a:pt x="2744266" y="9922446"/>
                  </a:lnTo>
                  <a:lnTo>
                    <a:pt x="2778925" y="9944278"/>
                  </a:lnTo>
                  <a:lnTo>
                    <a:pt x="2779636" y="9946627"/>
                  </a:lnTo>
                  <a:lnTo>
                    <a:pt x="2739440" y="9968992"/>
                  </a:lnTo>
                  <a:lnTo>
                    <a:pt x="2709164" y="9998075"/>
                  </a:lnTo>
                  <a:lnTo>
                    <a:pt x="2690076" y="10033889"/>
                  </a:lnTo>
                  <a:lnTo>
                    <a:pt x="2683421" y="10076409"/>
                  </a:lnTo>
                  <a:lnTo>
                    <a:pt x="2690596" y="10117264"/>
                  </a:lnTo>
                  <a:lnTo>
                    <a:pt x="2711462" y="10153244"/>
                  </a:lnTo>
                  <a:lnTo>
                    <a:pt x="2744990" y="10181920"/>
                  </a:lnTo>
                  <a:lnTo>
                    <a:pt x="2790202" y="10200907"/>
                  </a:lnTo>
                  <a:lnTo>
                    <a:pt x="2846070" y="10207765"/>
                  </a:lnTo>
                  <a:lnTo>
                    <a:pt x="2898724" y="10201199"/>
                  </a:lnTo>
                  <a:lnTo>
                    <a:pt x="2944050" y="10182390"/>
                  </a:lnTo>
                  <a:lnTo>
                    <a:pt x="2970974" y="10159911"/>
                  </a:lnTo>
                  <a:lnTo>
                    <a:pt x="2979534" y="10152774"/>
                  </a:lnTo>
                  <a:lnTo>
                    <a:pt x="3002661" y="10113734"/>
                  </a:lnTo>
                  <a:lnTo>
                    <a:pt x="3010928" y="10066655"/>
                  </a:lnTo>
                  <a:close/>
                </a:path>
                <a:path w="4813935" h="10208260">
                  <a:moveTo>
                    <a:pt x="3010928" y="1107122"/>
                  </a:moveTo>
                  <a:lnTo>
                    <a:pt x="3004159" y="1066025"/>
                  </a:lnTo>
                  <a:lnTo>
                    <a:pt x="2984741" y="1031290"/>
                  </a:lnTo>
                  <a:lnTo>
                    <a:pt x="2953982" y="1003134"/>
                  </a:lnTo>
                  <a:lnTo>
                    <a:pt x="2944545" y="998194"/>
                  </a:lnTo>
                  <a:lnTo>
                    <a:pt x="2944545" y="1113802"/>
                  </a:lnTo>
                  <a:lnTo>
                    <a:pt x="2937675" y="1148422"/>
                  </a:lnTo>
                  <a:lnTo>
                    <a:pt x="2918155" y="1175842"/>
                  </a:lnTo>
                  <a:lnTo>
                    <a:pt x="2887586" y="1193888"/>
                  </a:lnTo>
                  <a:lnTo>
                    <a:pt x="2847556" y="1200378"/>
                  </a:lnTo>
                  <a:lnTo>
                    <a:pt x="2805976" y="1192847"/>
                  </a:lnTo>
                  <a:lnTo>
                    <a:pt x="2775000" y="1172591"/>
                  </a:lnTo>
                  <a:lnTo>
                    <a:pt x="2756077" y="1143101"/>
                  </a:lnTo>
                  <a:lnTo>
                    <a:pt x="2750578" y="1107846"/>
                  </a:lnTo>
                  <a:lnTo>
                    <a:pt x="2750705" y="1107122"/>
                  </a:lnTo>
                  <a:lnTo>
                    <a:pt x="2756255" y="1075004"/>
                  </a:lnTo>
                  <a:lnTo>
                    <a:pt x="2772943" y="1046683"/>
                  </a:lnTo>
                  <a:lnTo>
                    <a:pt x="2800286" y="1023924"/>
                  </a:lnTo>
                  <a:lnTo>
                    <a:pt x="2837853" y="1007897"/>
                  </a:lnTo>
                  <a:lnTo>
                    <a:pt x="2881973" y="1023924"/>
                  </a:lnTo>
                  <a:lnTo>
                    <a:pt x="2915831" y="1045730"/>
                  </a:lnTo>
                  <a:lnTo>
                    <a:pt x="2937103" y="1075004"/>
                  </a:lnTo>
                  <a:lnTo>
                    <a:pt x="2944545" y="1113802"/>
                  </a:lnTo>
                  <a:lnTo>
                    <a:pt x="2944545" y="998194"/>
                  </a:lnTo>
                  <a:lnTo>
                    <a:pt x="2913227" y="981760"/>
                  </a:lnTo>
                  <a:lnTo>
                    <a:pt x="2913227" y="979500"/>
                  </a:lnTo>
                  <a:lnTo>
                    <a:pt x="2942577" y="960856"/>
                  </a:lnTo>
                  <a:lnTo>
                    <a:pt x="2950857" y="955598"/>
                  </a:lnTo>
                  <a:lnTo>
                    <a:pt x="2975495" y="927557"/>
                  </a:lnTo>
                  <a:lnTo>
                    <a:pt x="2988932" y="897128"/>
                  </a:lnTo>
                  <a:lnTo>
                    <a:pt x="2993009" y="866063"/>
                  </a:lnTo>
                  <a:lnTo>
                    <a:pt x="2987370" y="830440"/>
                  </a:lnTo>
                  <a:lnTo>
                    <a:pt x="2970453" y="797928"/>
                  </a:lnTo>
                  <a:lnTo>
                    <a:pt x="2966047" y="793750"/>
                  </a:lnTo>
                  <a:lnTo>
                    <a:pt x="2942259" y="771283"/>
                  </a:lnTo>
                  <a:lnTo>
                    <a:pt x="2930372" y="765860"/>
                  </a:lnTo>
                  <a:lnTo>
                    <a:pt x="2930372" y="872832"/>
                  </a:lnTo>
                  <a:lnTo>
                    <a:pt x="2924708" y="903135"/>
                  </a:lnTo>
                  <a:lnTo>
                    <a:pt x="2909112" y="928001"/>
                  </a:lnTo>
                  <a:lnTo>
                    <a:pt x="2885668" y="947293"/>
                  </a:lnTo>
                  <a:lnTo>
                    <a:pt x="2856496" y="960856"/>
                  </a:lnTo>
                  <a:lnTo>
                    <a:pt x="2818295" y="947293"/>
                  </a:lnTo>
                  <a:lnTo>
                    <a:pt x="2789275" y="928662"/>
                  </a:lnTo>
                  <a:lnTo>
                    <a:pt x="2770606" y="903643"/>
                  </a:lnTo>
                  <a:lnTo>
                    <a:pt x="2770505" y="903135"/>
                  </a:lnTo>
                  <a:lnTo>
                    <a:pt x="2764028" y="871296"/>
                  </a:lnTo>
                  <a:lnTo>
                    <a:pt x="2769539" y="841552"/>
                  </a:lnTo>
                  <a:lnTo>
                    <a:pt x="2785745" y="816851"/>
                  </a:lnTo>
                  <a:lnTo>
                    <a:pt x="2812161" y="799985"/>
                  </a:lnTo>
                  <a:lnTo>
                    <a:pt x="2848279" y="793750"/>
                  </a:lnTo>
                  <a:lnTo>
                    <a:pt x="2885998" y="800646"/>
                  </a:lnTo>
                  <a:lnTo>
                    <a:pt x="2911449" y="818730"/>
                  </a:lnTo>
                  <a:lnTo>
                    <a:pt x="2925838" y="844105"/>
                  </a:lnTo>
                  <a:lnTo>
                    <a:pt x="2930372" y="872832"/>
                  </a:lnTo>
                  <a:lnTo>
                    <a:pt x="2930372" y="765860"/>
                  </a:lnTo>
                  <a:lnTo>
                    <a:pt x="2902788" y="753275"/>
                  </a:lnTo>
                  <a:lnTo>
                    <a:pt x="2852026" y="746658"/>
                  </a:lnTo>
                  <a:lnTo>
                    <a:pt x="2803791" y="752716"/>
                  </a:lnTo>
                  <a:lnTo>
                    <a:pt x="2762529" y="769988"/>
                  </a:lnTo>
                  <a:lnTo>
                    <a:pt x="2730398" y="797140"/>
                  </a:lnTo>
                  <a:lnTo>
                    <a:pt x="2709545" y="832866"/>
                  </a:lnTo>
                  <a:lnTo>
                    <a:pt x="2702115" y="875817"/>
                  </a:lnTo>
                  <a:lnTo>
                    <a:pt x="2706560" y="906907"/>
                  </a:lnTo>
                  <a:lnTo>
                    <a:pt x="2720378" y="936447"/>
                  </a:lnTo>
                  <a:lnTo>
                    <a:pt x="2744266" y="962901"/>
                  </a:lnTo>
                  <a:lnTo>
                    <a:pt x="2778925" y="984745"/>
                  </a:lnTo>
                  <a:lnTo>
                    <a:pt x="2779636" y="987005"/>
                  </a:lnTo>
                  <a:lnTo>
                    <a:pt x="2739440" y="1009370"/>
                  </a:lnTo>
                  <a:lnTo>
                    <a:pt x="2709164" y="1038466"/>
                  </a:lnTo>
                  <a:lnTo>
                    <a:pt x="2690076" y="1074293"/>
                  </a:lnTo>
                  <a:lnTo>
                    <a:pt x="2683421" y="1116825"/>
                  </a:lnTo>
                  <a:lnTo>
                    <a:pt x="2690596" y="1157693"/>
                  </a:lnTo>
                  <a:lnTo>
                    <a:pt x="2711462" y="1193660"/>
                  </a:lnTo>
                  <a:lnTo>
                    <a:pt x="2744990" y="1222324"/>
                  </a:lnTo>
                  <a:lnTo>
                    <a:pt x="2790202" y="1241285"/>
                  </a:lnTo>
                  <a:lnTo>
                    <a:pt x="2846070" y="1248143"/>
                  </a:lnTo>
                  <a:lnTo>
                    <a:pt x="2898724" y="1241564"/>
                  </a:lnTo>
                  <a:lnTo>
                    <a:pt x="2944050" y="1222781"/>
                  </a:lnTo>
                  <a:lnTo>
                    <a:pt x="2970911" y="1200378"/>
                  </a:lnTo>
                  <a:lnTo>
                    <a:pt x="2979534" y="1193190"/>
                  </a:lnTo>
                  <a:lnTo>
                    <a:pt x="3002661" y="1154163"/>
                  </a:lnTo>
                  <a:lnTo>
                    <a:pt x="3010928" y="1107122"/>
                  </a:lnTo>
                  <a:close/>
                </a:path>
                <a:path w="4813935" h="10208260">
                  <a:moveTo>
                    <a:pt x="3011652" y="7711872"/>
                  </a:moveTo>
                  <a:lnTo>
                    <a:pt x="3008134" y="7649642"/>
                  </a:lnTo>
                  <a:lnTo>
                    <a:pt x="2997733" y="7595641"/>
                  </a:lnTo>
                  <a:lnTo>
                    <a:pt x="2980702" y="7550391"/>
                  </a:lnTo>
                  <a:lnTo>
                    <a:pt x="2959087" y="7517092"/>
                  </a:lnTo>
                  <a:lnTo>
                    <a:pt x="2946031" y="7504341"/>
                  </a:lnTo>
                  <a:lnTo>
                    <a:pt x="2946031" y="7714856"/>
                  </a:lnTo>
                  <a:lnTo>
                    <a:pt x="2942158" y="7783449"/>
                  </a:lnTo>
                  <a:lnTo>
                    <a:pt x="2930436" y="7839545"/>
                  </a:lnTo>
                  <a:lnTo>
                    <a:pt x="2910738" y="7881569"/>
                  </a:lnTo>
                  <a:lnTo>
                    <a:pt x="2882900" y="7907947"/>
                  </a:lnTo>
                  <a:lnTo>
                    <a:pt x="2846794" y="7917091"/>
                  </a:lnTo>
                  <a:lnTo>
                    <a:pt x="2813647" y="7908633"/>
                  </a:lnTo>
                  <a:lnTo>
                    <a:pt x="2786354" y="7883804"/>
                  </a:lnTo>
                  <a:lnTo>
                    <a:pt x="2765806" y="7843418"/>
                  </a:lnTo>
                  <a:lnTo>
                    <a:pt x="2752839" y="7788326"/>
                  </a:lnTo>
                  <a:lnTo>
                    <a:pt x="2748318" y="7719327"/>
                  </a:lnTo>
                  <a:lnTo>
                    <a:pt x="2748369" y="7718603"/>
                  </a:lnTo>
                  <a:lnTo>
                    <a:pt x="2753131" y="7647584"/>
                  </a:lnTo>
                  <a:lnTo>
                    <a:pt x="2766707" y="7591095"/>
                  </a:lnTo>
                  <a:lnTo>
                    <a:pt x="2787815" y="7550251"/>
                  </a:lnTo>
                  <a:lnTo>
                    <a:pt x="2815183" y="7525448"/>
                  </a:lnTo>
                  <a:lnTo>
                    <a:pt x="2847556" y="7517092"/>
                  </a:lnTo>
                  <a:lnTo>
                    <a:pt x="2883865" y="7526198"/>
                  </a:lnTo>
                  <a:lnTo>
                    <a:pt x="2911551" y="7552322"/>
                  </a:lnTo>
                  <a:lnTo>
                    <a:pt x="2930918" y="7593660"/>
                  </a:lnTo>
                  <a:lnTo>
                    <a:pt x="2942310" y="7648435"/>
                  </a:lnTo>
                  <a:lnTo>
                    <a:pt x="2942374" y="7649642"/>
                  </a:lnTo>
                  <a:lnTo>
                    <a:pt x="2946031" y="7714856"/>
                  </a:lnTo>
                  <a:lnTo>
                    <a:pt x="2946031" y="7504341"/>
                  </a:lnTo>
                  <a:lnTo>
                    <a:pt x="2927527" y="7487894"/>
                  </a:lnTo>
                  <a:lnTo>
                    <a:pt x="2892196" y="7471791"/>
                  </a:lnTo>
                  <a:lnTo>
                    <a:pt x="2891891" y="7471791"/>
                  </a:lnTo>
                  <a:lnTo>
                    <a:pt x="2851264" y="7466355"/>
                  </a:lnTo>
                  <a:lnTo>
                    <a:pt x="2810916" y="7471791"/>
                  </a:lnTo>
                  <a:lnTo>
                    <a:pt x="2774772" y="7487894"/>
                  </a:lnTo>
                  <a:lnTo>
                    <a:pt x="2743631" y="7514349"/>
                  </a:lnTo>
                  <a:lnTo>
                    <a:pt x="2718016" y="7551013"/>
                  </a:lnTo>
                  <a:lnTo>
                    <a:pt x="2698864" y="7597445"/>
                  </a:lnTo>
                  <a:lnTo>
                    <a:pt x="2686824" y="7653401"/>
                  </a:lnTo>
                  <a:lnTo>
                    <a:pt x="2682659" y="7718603"/>
                  </a:lnTo>
                  <a:lnTo>
                    <a:pt x="2682710" y="7719327"/>
                  </a:lnTo>
                  <a:lnTo>
                    <a:pt x="2687040" y="7782928"/>
                  </a:lnTo>
                  <a:lnTo>
                    <a:pt x="2687155" y="7783449"/>
                  </a:lnTo>
                  <a:lnTo>
                    <a:pt x="2698534" y="7838173"/>
                  </a:lnTo>
                  <a:lnTo>
                    <a:pt x="2716593" y="7884046"/>
                  </a:lnTo>
                  <a:lnTo>
                    <a:pt x="2740634" y="7920253"/>
                  </a:lnTo>
                  <a:lnTo>
                    <a:pt x="2770098" y="7946479"/>
                  </a:lnTo>
                  <a:lnTo>
                    <a:pt x="2804439" y="7962443"/>
                  </a:lnTo>
                  <a:lnTo>
                    <a:pt x="2843098" y="7967827"/>
                  </a:lnTo>
                  <a:lnTo>
                    <a:pt x="2881172" y="7963598"/>
                  </a:lnTo>
                  <a:lnTo>
                    <a:pt x="2914739" y="7951025"/>
                  </a:lnTo>
                  <a:lnTo>
                    <a:pt x="2943631" y="7930337"/>
                  </a:lnTo>
                  <a:lnTo>
                    <a:pt x="2954744" y="7917091"/>
                  </a:lnTo>
                  <a:lnTo>
                    <a:pt x="2967647" y="7901711"/>
                  </a:lnTo>
                  <a:lnTo>
                    <a:pt x="2986633" y="7865351"/>
                  </a:lnTo>
                  <a:lnTo>
                    <a:pt x="3000413" y="7821460"/>
                  </a:lnTo>
                  <a:lnTo>
                    <a:pt x="3008807" y="7770228"/>
                  </a:lnTo>
                  <a:lnTo>
                    <a:pt x="3011652" y="7711872"/>
                  </a:lnTo>
                  <a:close/>
                </a:path>
                <a:path w="4813935" h="10208260">
                  <a:moveTo>
                    <a:pt x="3012414" y="6177559"/>
                  </a:moveTo>
                  <a:lnTo>
                    <a:pt x="3007423" y="6119406"/>
                  </a:lnTo>
                  <a:lnTo>
                    <a:pt x="2992894" y="6069508"/>
                  </a:lnTo>
                  <a:lnTo>
                    <a:pt x="2969437" y="6028893"/>
                  </a:lnTo>
                  <a:lnTo>
                    <a:pt x="2946031" y="6006541"/>
                  </a:lnTo>
                  <a:lnTo>
                    <a:pt x="2946031" y="6169342"/>
                  </a:lnTo>
                  <a:lnTo>
                    <a:pt x="2946031" y="6179820"/>
                  </a:lnTo>
                  <a:lnTo>
                    <a:pt x="2924073" y="6213437"/>
                  </a:lnTo>
                  <a:lnTo>
                    <a:pt x="2875648" y="6240132"/>
                  </a:lnTo>
                  <a:lnTo>
                    <a:pt x="2844584" y="6243967"/>
                  </a:lnTo>
                  <a:lnTo>
                    <a:pt x="2806090" y="6236373"/>
                  </a:lnTo>
                  <a:lnTo>
                    <a:pt x="2776690" y="6215151"/>
                  </a:lnTo>
                  <a:lnTo>
                    <a:pt x="2757906" y="6182588"/>
                  </a:lnTo>
                  <a:lnTo>
                    <a:pt x="2751302" y="6140996"/>
                  </a:lnTo>
                  <a:lnTo>
                    <a:pt x="2758363" y="6093612"/>
                  </a:lnTo>
                  <a:lnTo>
                    <a:pt x="2778074" y="6056300"/>
                  </a:lnTo>
                  <a:lnTo>
                    <a:pt x="2808287" y="6031852"/>
                  </a:lnTo>
                  <a:lnTo>
                    <a:pt x="2846794" y="6023089"/>
                  </a:lnTo>
                  <a:lnTo>
                    <a:pt x="2891256" y="6034303"/>
                  </a:lnTo>
                  <a:lnTo>
                    <a:pt x="2922155" y="6065177"/>
                  </a:lnTo>
                  <a:lnTo>
                    <a:pt x="2940177" y="6111570"/>
                  </a:lnTo>
                  <a:lnTo>
                    <a:pt x="2946031" y="6169342"/>
                  </a:lnTo>
                  <a:lnTo>
                    <a:pt x="2946031" y="6006541"/>
                  </a:lnTo>
                  <a:lnTo>
                    <a:pt x="2937713" y="5998591"/>
                  </a:lnTo>
                  <a:lnTo>
                    <a:pt x="2898368" y="5979655"/>
                  </a:lnTo>
                  <a:lnTo>
                    <a:pt x="2852026" y="5973115"/>
                  </a:lnTo>
                  <a:lnTo>
                    <a:pt x="2805303" y="5979515"/>
                  </a:lnTo>
                  <a:lnTo>
                    <a:pt x="2764980" y="5997410"/>
                  </a:lnTo>
                  <a:lnTo>
                    <a:pt x="2731998" y="6024880"/>
                  </a:lnTo>
                  <a:lnTo>
                    <a:pt x="2707297" y="6059995"/>
                  </a:lnTo>
                  <a:lnTo>
                    <a:pt x="2691777" y="6100838"/>
                  </a:lnTo>
                  <a:lnTo>
                    <a:pt x="2686405" y="6145466"/>
                  </a:lnTo>
                  <a:lnTo>
                    <a:pt x="2692920" y="6192723"/>
                  </a:lnTo>
                  <a:lnTo>
                    <a:pt x="2711691" y="6233528"/>
                  </a:lnTo>
                  <a:lnTo>
                    <a:pt x="2741523" y="6265557"/>
                  </a:lnTo>
                  <a:lnTo>
                    <a:pt x="2781236" y="6286487"/>
                  </a:lnTo>
                  <a:lnTo>
                    <a:pt x="2829649" y="6293980"/>
                  </a:lnTo>
                  <a:lnTo>
                    <a:pt x="2864180" y="6290437"/>
                  </a:lnTo>
                  <a:lnTo>
                    <a:pt x="2894838" y="6280188"/>
                  </a:lnTo>
                  <a:lnTo>
                    <a:pt x="2921431" y="6263754"/>
                  </a:lnTo>
                  <a:lnTo>
                    <a:pt x="2941485" y="6243967"/>
                  </a:lnTo>
                  <a:lnTo>
                    <a:pt x="2943771" y="6241707"/>
                  </a:lnTo>
                  <a:lnTo>
                    <a:pt x="2946031" y="6241707"/>
                  </a:lnTo>
                  <a:lnTo>
                    <a:pt x="2936748" y="6282055"/>
                  </a:lnTo>
                  <a:lnTo>
                    <a:pt x="2904172" y="6346482"/>
                  </a:lnTo>
                  <a:lnTo>
                    <a:pt x="2859722" y="6388481"/>
                  </a:lnTo>
                  <a:lnTo>
                    <a:pt x="2808427" y="6411989"/>
                  </a:lnTo>
                  <a:lnTo>
                    <a:pt x="2764688" y="6419367"/>
                  </a:lnTo>
                  <a:lnTo>
                    <a:pt x="2738551" y="6420701"/>
                  </a:lnTo>
                  <a:lnTo>
                    <a:pt x="2727426" y="6420104"/>
                  </a:lnTo>
                  <a:lnTo>
                    <a:pt x="2727426" y="6473825"/>
                  </a:lnTo>
                  <a:lnTo>
                    <a:pt x="2770594" y="6472352"/>
                  </a:lnTo>
                  <a:lnTo>
                    <a:pt x="2826715" y="6462560"/>
                  </a:lnTo>
                  <a:lnTo>
                    <a:pt x="2863977" y="6449098"/>
                  </a:lnTo>
                  <a:lnTo>
                    <a:pt x="2898457" y="6429896"/>
                  </a:lnTo>
                  <a:lnTo>
                    <a:pt x="2928886" y="6405169"/>
                  </a:lnTo>
                  <a:lnTo>
                    <a:pt x="2955912" y="6373952"/>
                  </a:lnTo>
                  <a:lnTo>
                    <a:pt x="2978912" y="6335776"/>
                  </a:lnTo>
                  <a:lnTo>
                    <a:pt x="2996768" y="6290437"/>
                  </a:lnTo>
                  <a:lnTo>
                    <a:pt x="3007449" y="6241707"/>
                  </a:lnTo>
                  <a:lnTo>
                    <a:pt x="3008312" y="6237770"/>
                  </a:lnTo>
                  <a:lnTo>
                    <a:pt x="3008414" y="6236373"/>
                  </a:lnTo>
                  <a:lnTo>
                    <a:pt x="3012414" y="6177559"/>
                  </a:lnTo>
                  <a:close/>
                </a:path>
                <a:path w="4813935" h="10208260">
                  <a:moveTo>
                    <a:pt x="3012414" y="3937673"/>
                  </a:moveTo>
                  <a:lnTo>
                    <a:pt x="3007423" y="3879519"/>
                  </a:lnTo>
                  <a:lnTo>
                    <a:pt x="2992894" y="3829608"/>
                  </a:lnTo>
                  <a:lnTo>
                    <a:pt x="2969437" y="3788994"/>
                  </a:lnTo>
                  <a:lnTo>
                    <a:pt x="2946031" y="3766655"/>
                  </a:lnTo>
                  <a:lnTo>
                    <a:pt x="2946031" y="3929456"/>
                  </a:lnTo>
                  <a:lnTo>
                    <a:pt x="2946031" y="3939921"/>
                  </a:lnTo>
                  <a:lnTo>
                    <a:pt x="2924073" y="3973538"/>
                  </a:lnTo>
                  <a:lnTo>
                    <a:pt x="2875648" y="4000233"/>
                  </a:lnTo>
                  <a:lnTo>
                    <a:pt x="2844584" y="4004068"/>
                  </a:lnTo>
                  <a:lnTo>
                    <a:pt x="2806090" y="3996486"/>
                  </a:lnTo>
                  <a:lnTo>
                    <a:pt x="2776690" y="3975252"/>
                  </a:lnTo>
                  <a:lnTo>
                    <a:pt x="2757906" y="3942689"/>
                  </a:lnTo>
                  <a:lnTo>
                    <a:pt x="2751302" y="3901097"/>
                  </a:lnTo>
                  <a:lnTo>
                    <a:pt x="2758363" y="3853726"/>
                  </a:lnTo>
                  <a:lnTo>
                    <a:pt x="2778074" y="3816426"/>
                  </a:lnTo>
                  <a:lnTo>
                    <a:pt x="2808287" y="3792004"/>
                  </a:lnTo>
                  <a:lnTo>
                    <a:pt x="2846794" y="3783241"/>
                  </a:lnTo>
                  <a:lnTo>
                    <a:pt x="2891256" y="3794442"/>
                  </a:lnTo>
                  <a:lnTo>
                    <a:pt x="2922155" y="3825303"/>
                  </a:lnTo>
                  <a:lnTo>
                    <a:pt x="2940177" y="3871684"/>
                  </a:lnTo>
                  <a:lnTo>
                    <a:pt x="2946031" y="3929456"/>
                  </a:lnTo>
                  <a:lnTo>
                    <a:pt x="2946031" y="3766655"/>
                  </a:lnTo>
                  <a:lnTo>
                    <a:pt x="2937713" y="3758704"/>
                  </a:lnTo>
                  <a:lnTo>
                    <a:pt x="2898368" y="3739769"/>
                  </a:lnTo>
                  <a:lnTo>
                    <a:pt x="2852026" y="3733228"/>
                  </a:lnTo>
                  <a:lnTo>
                    <a:pt x="2805303" y="3739616"/>
                  </a:lnTo>
                  <a:lnTo>
                    <a:pt x="2764980" y="3757511"/>
                  </a:lnTo>
                  <a:lnTo>
                    <a:pt x="2731998" y="3784981"/>
                  </a:lnTo>
                  <a:lnTo>
                    <a:pt x="2707297" y="3820096"/>
                  </a:lnTo>
                  <a:lnTo>
                    <a:pt x="2691777" y="3860939"/>
                  </a:lnTo>
                  <a:lnTo>
                    <a:pt x="2686405" y="3905567"/>
                  </a:lnTo>
                  <a:lnTo>
                    <a:pt x="2692920" y="3952824"/>
                  </a:lnTo>
                  <a:lnTo>
                    <a:pt x="2711691" y="3993629"/>
                  </a:lnTo>
                  <a:lnTo>
                    <a:pt x="2741523" y="4025671"/>
                  </a:lnTo>
                  <a:lnTo>
                    <a:pt x="2781236" y="4046588"/>
                  </a:lnTo>
                  <a:lnTo>
                    <a:pt x="2829649" y="4054081"/>
                  </a:lnTo>
                  <a:lnTo>
                    <a:pt x="2864167" y="4050550"/>
                  </a:lnTo>
                  <a:lnTo>
                    <a:pt x="2894838" y="4040289"/>
                  </a:lnTo>
                  <a:lnTo>
                    <a:pt x="2921431" y="4023868"/>
                  </a:lnTo>
                  <a:lnTo>
                    <a:pt x="2941485" y="4004068"/>
                  </a:lnTo>
                  <a:lnTo>
                    <a:pt x="2943771" y="4001808"/>
                  </a:lnTo>
                  <a:lnTo>
                    <a:pt x="2946031" y="4001808"/>
                  </a:lnTo>
                  <a:lnTo>
                    <a:pt x="2936748" y="4042156"/>
                  </a:lnTo>
                  <a:lnTo>
                    <a:pt x="2904172" y="4106583"/>
                  </a:lnTo>
                  <a:lnTo>
                    <a:pt x="2859722" y="4148582"/>
                  </a:lnTo>
                  <a:lnTo>
                    <a:pt x="2808427" y="4172115"/>
                  </a:lnTo>
                  <a:lnTo>
                    <a:pt x="2764688" y="4179493"/>
                  </a:lnTo>
                  <a:lnTo>
                    <a:pt x="2738551" y="4180802"/>
                  </a:lnTo>
                  <a:lnTo>
                    <a:pt x="2727426" y="4180217"/>
                  </a:lnTo>
                  <a:lnTo>
                    <a:pt x="2727426" y="4233926"/>
                  </a:lnTo>
                  <a:lnTo>
                    <a:pt x="2770594" y="4232453"/>
                  </a:lnTo>
                  <a:lnTo>
                    <a:pt x="2826715" y="4222674"/>
                  </a:lnTo>
                  <a:lnTo>
                    <a:pt x="2863977" y="4209199"/>
                  </a:lnTo>
                  <a:lnTo>
                    <a:pt x="2898457" y="4189996"/>
                  </a:lnTo>
                  <a:lnTo>
                    <a:pt x="2909760" y="4180802"/>
                  </a:lnTo>
                  <a:lnTo>
                    <a:pt x="2928886" y="4165269"/>
                  </a:lnTo>
                  <a:lnTo>
                    <a:pt x="2955912" y="4134078"/>
                  </a:lnTo>
                  <a:lnTo>
                    <a:pt x="2978912" y="4095902"/>
                  </a:lnTo>
                  <a:lnTo>
                    <a:pt x="2996768" y="4050550"/>
                  </a:lnTo>
                  <a:lnTo>
                    <a:pt x="3007449" y="4001808"/>
                  </a:lnTo>
                  <a:lnTo>
                    <a:pt x="3008312" y="3997871"/>
                  </a:lnTo>
                  <a:lnTo>
                    <a:pt x="3008414" y="3996486"/>
                  </a:lnTo>
                  <a:lnTo>
                    <a:pt x="3012414" y="3937673"/>
                  </a:lnTo>
                  <a:close/>
                </a:path>
                <a:path w="4813935" h="10208260">
                  <a:moveTo>
                    <a:pt x="3012414" y="204584"/>
                  </a:moveTo>
                  <a:lnTo>
                    <a:pt x="3007423" y="146380"/>
                  </a:lnTo>
                  <a:lnTo>
                    <a:pt x="2992894" y="96431"/>
                  </a:lnTo>
                  <a:lnTo>
                    <a:pt x="2969437" y="55791"/>
                  </a:lnTo>
                  <a:lnTo>
                    <a:pt x="2946031" y="33439"/>
                  </a:lnTo>
                  <a:lnTo>
                    <a:pt x="2946031" y="196329"/>
                  </a:lnTo>
                  <a:lnTo>
                    <a:pt x="2946031" y="206794"/>
                  </a:lnTo>
                  <a:lnTo>
                    <a:pt x="2924073" y="240398"/>
                  </a:lnTo>
                  <a:lnTo>
                    <a:pt x="2875648" y="267030"/>
                  </a:lnTo>
                  <a:lnTo>
                    <a:pt x="2844584" y="270852"/>
                  </a:lnTo>
                  <a:lnTo>
                    <a:pt x="2806090" y="263271"/>
                  </a:lnTo>
                  <a:lnTo>
                    <a:pt x="2776690" y="242074"/>
                  </a:lnTo>
                  <a:lnTo>
                    <a:pt x="2757906" y="209524"/>
                  </a:lnTo>
                  <a:lnTo>
                    <a:pt x="2751302" y="167932"/>
                  </a:lnTo>
                  <a:lnTo>
                    <a:pt x="2758363" y="120548"/>
                  </a:lnTo>
                  <a:lnTo>
                    <a:pt x="2778074" y="83248"/>
                  </a:lnTo>
                  <a:lnTo>
                    <a:pt x="2808287" y="58826"/>
                  </a:lnTo>
                  <a:lnTo>
                    <a:pt x="2846794" y="50063"/>
                  </a:lnTo>
                  <a:lnTo>
                    <a:pt x="2891256" y="61277"/>
                  </a:lnTo>
                  <a:lnTo>
                    <a:pt x="2922155" y="92151"/>
                  </a:lnTo>
                  <a:lnTo>
                    <a:pt x="2940177" y="138544"/>
                  </a:lnTo>
                  <a:lnTo>
                    <a:pt x="2946031" y="196329"/>
                  </a:lnTo>
                  <a:lnTo>
                    <a:pt x="2946031" y="33439"/>
                  </a:lnTo>
                  <a:lnTo>
                    <a:pt x="2937713" y="25488"/>
                  </a:lnTo>
                  <a:lnTo>
                    <a:pt x="2898368" y="6540"/>
                  </a:lnTo>
                  <a:lnTo>
                    <a:pt x="2852026" y="0"/>
                  </a:lnTo>
                  <a:lnTo>
                    <a:pt x="2805303" y="6400"/>
                  </a:lnTo>
                  <a:lnTo>
                    <a:pt x="2764980" y="24295"/>
                  </a:lnTo>
                  <a:lnTo>
                    <a:pt x="2731998" y="51777"/>
                  </a:lnTo>
                  <a:lnTo>
                    <a:pt x="2707297" y="86906"/>
                  </a:lnTo>
                  <a:lnTo>
                    <a:pt x="2691777" y="127774"/>
                  </a:lnTo>
                  <a:lnTo>
                    <a:pt x="2686405" y="172440"/>
                  </a:lnTo>
                  <a:lnTo>
                    <a:pt x="2692920" y="219671"/>
                  </a:lnTo>
                  <a:lnTo>
                    <a:pt x="2711691" y="260464"/>
                  </a:lnTo>
                  <a:lnTo>
                    <a:pt x="2741523" y="292493"/>
                  </a:lnTo>
                  <a:lnTo>
                    <a:pt x="2781236" y="313423"/>
                  </a:lnTo>
                  <a:lnTo>
                    <a:pt x="2829649" y="320916"/>
                  </a:lnTo>
                  <a:lnTo>
                    <a:pt x="2864167" y="317360"/>
                  </a:lnTo>
                  <a:lnTo>
                    <a:pt x="2894838" y="307098"/>
                  </a:lnTo>
                  <a:lnTo>
                    <a:pt x="2921431" y="290664"/>
                  </a:lnTo>
                  <a:lnTo>
                    <a:pt x="2941536" y="270852"/>
                  </a:lnTo>
                  <a:lnTo>
                    <a:pt x="2943771" y="268630"/>
                  </a:lnTo>
                  <a:lnTo>
                    <a:pt x="2946031" y="268630"/>
                  </a:lnTo>
                  <a:lnTo>
                    <a:pt x="2936748" y="308965"/>
                  </a:lnTo>
                  <a:lnTo>
                    <a:pt x="2904172" y="373405"/>
                  </a:lnTo>
                  <a:lnTo>
                    <a:pt x="2859722" y="415417"/>
                  </a:lnTo>
                  <a:lnTo>
                    <a:pt x="2808427" y="438937"/>
                  </a:lnTo>
                  <a:lnTo>
                    <a:pt x="2764688" y="446328"/>
                  </a:lnTo>
                  <a:lnTo>
                    <a:pt x="2738551" y="447662"/>
                  </a:lnTo>
                  <a:lnTo>
                    <a:pt x="2727426" y="447128"/>
                  </a:lnTo>
                  <a:lnTo>
                    <a:pt x="2727426" y="500761"/>
                  </a:lnTo>
                  <a:lnTo>
                    <a:pt x="2770594" y="499300"/>
                  </a:lnTo>
                  <a:lnTo>
                    <a:pt x="2826715" y="489508"/>
                  </a:lnTo>
                  <a:lnTo>
                    <a:pt x="2863977" y="476046"/>
                  </a:lnTo>
                  <a:lnTo>
                    <a:pt x="2898457" y="456844"/>
                  </a:lnTo>
                  <a:lnTo>
                    <a:pt x="2909760" y="447662"/>
                  </a:lnTo>
                  <a:lnTo>
                    <a:pt x="2928886" y="432142"/>
                  </a:lnTo>
                  <a:lnTo>
                    <a:pt x="2955912" y="400939"/>
                  </a:lnTo>
                  <a:lnTo>
                    <a:pt x="2978912" y="362762"/>
                  </a:lnTo>
                  <a:lnTo>
                    <a:pt x="2996781" y="317360"/>
                  </a:lnTo>
                  <a:lnTo>
                    <a:pt x="3007461" y="268630"/>
                  </a:lnTo>
                  <a:lnTo>
                    <a:pt x="3008312" y="264756"/>
                  </a:lnTo>
                  <a:lnTo>
                    <a:pt x="3008414" y="263271"/>
                  </a:lnTo>
                  <a:lnTo>
                    <a:pt x="3012414" y="204584"/>
                  </a:lnTo>
                  <a:close/>
                </a:path>
                <a:path w="4813935" h="10208260">
                  <a:moveTo>
                    <a:pt x="3013913" y="8543582"/>
                  </a:moveTo>
                  <a:lnTo>
                    <a:pt x="3006941" y="8490890"/>
                  </a:lnTo>
                  <a:lnTo>
                    <a:pt x="2987141" y="8447481"/>
                  </a:lnTo>
                  <a:lnTo>
                    <a:pt x="2956217" y="8414753"/>
                  </a:lnTo>
                  <a:lnTo>
                    <a:pt x="2947517" y="8410308"/>
                  </a:lnTo>
                  <a:lnTo>
                    <a:pt x="2947517" y="8547278"/>
                  </a:lnTo>
                  <a:lnTo>
                    <a:pt x="2940697" y="8594763"/>
                  </a:lnTo>
                  <a:lnTo>
                    <a:pt x="2921406" y="8631530"/>
                  </a:lnTo>
                  <a:lnTo>
                    <a:pt x="2891485" y="8655279"/>
                  </a:lnTo>
                  <a:lnTo>
                    <a:pt x="2852750" y="8663699"/>
                  </a:lnTo>
                  <a:lnTo>
                    <a:pt x="2807360" y="8653247"/>
                  </a:lnTo>
                  <a:lnTo>
                    <a:pt x="2774264" y="8624265"/>
                  </a:lnTo>
                  <a:lnTo>
                    <a:pt x="2753753" y="8580310"/>
                  </a:lnTo>
                  <a:lnTo>
                    <a:pt x="2746108" y="8524938"/>
                  </a:lnTo>
                  <a:lnTo>
                    <a:pt x="2746641" y="8516379"/>
                  </a:lnTo>
                  <a:lnTo>
                    <a:pt x="2770251" y="8471675"/>
                  </a:lnTo>
                  <a:lnTo>
                    <a:pt x="2813735" y="8442833"/>
                  </a:lnTo>
                  <a:lnTo>
                    <a:pt x="2818714" y="8440496"/>
                  </a:lnTo>
                  <a:lnTo>
                    <a:pt x="2888678" y="8443722"/>
                  </a:lnTo>
                  <a:lnTo>
                    <a:pt x="2920200" y="8465668"/>
                  </a:lnTo>
                  <a:lnTo>
                    <a:pt x="2940405" y="8500643"/>
                  </a:lnTo>
                  <a:lnTo>
                    <a:pt x="2947517" y="8547278"/>
                  </a:lnTo>
                  <a:lnTo>
                    <a:pt x="2947517" y="8410308"/>
                  </a:lnTo>
                  <a:lnTo>
                    <a:pt x="2915843" y="8394090"/>
                  </a:lnTo>
                  <a:lnTo>
                    <a:pt x="2867685" y="8386902"/>
                  </a:lnTo>
                  <a:lnTo>
                    <a:pt x="2829991" y="8391334"/>
                  </a:lnTo>
                  <a:lnTo>
                    <a:pt x="2797975" y="8403272"/>
                  </a:lnTo>
                  <a:lnTo>
                    <a:pt x="2797835" y="8403272"/>
                  </a:lnTo>
                  <a:lnTo>
                    <a:pt x="2771089" y="8421179"/>
                  </a:lnTo>
                  <a:lnTo>
                    <a:pt x="2750578" y="8442833"/>
                  </a:lnTo>
                  <a:lnTo>
                    <a:pt x="2748318" y="8442833"/>
                  </a:lnTo>
                  <a:lnTo>
                    <a:pt x="2760268" y="8395906"/>
                  </a:lnTo>
                  <a:lnTo>
                    <a:pt x="2782862" y="8352625"/>
                  </a:lnTo>
                  <a:lnTo>
                    <a:pt x="2816326" y="8315566"/>
                  </a:lnTo>
                  <a:lnTo>
                    <a:pt x="2860941" y="8287334"/>
                  </a:lnTo>
                  <a:lnTo>
                    <a:pt x="2916923" y="8270481"/>
                  </a:lnTo>
                  <a:lnTo>
                    <a:pt x="2944317" y="8267497"/>
                  </a:lnTo>
                  <a:lnTo>
                    <a:pt x="2945688" y="8267497"/>
                  </a:lnTo>
                  <a:lnTo>
                    <a:pt x="2955442" y="8267205"/>
                  </a:lnTo>
                  <a:lnTo>
                    <a:pt x="2966161" y="8267497"/>
                  </a:lnTo>
                  <a:lnTo>
                    <a:pt x="2966161" y="8267205"/>
                  </a:lnTo>
                  <a:lnTo>
                    <a:pt x="2966161" y="8213738"/>
                  </a:lnTo>
                  <a:lnTo>
                    <a:pt x="2918409" y="8217484"/>
                  </a:lnTo>
                  <a:lnTo>
                    <a:pt x="2874035" y="8226272"/>
                  </a:lnTo>
                  <a:lnTo>
                    <a:pt x="2833001" y="8241284"/>
                  </a:lnTo>
                  <a:lnTo>
                    <a:pt x="2795892" y="8262302"/>
                  </a:lnTo>
                  <a:lnTo>
                    <a:pt x="2763266" y="8289125"/>
                  </a:lnTo>
                  <a:lnTo>
                    <a:pt x="2736392" y="8321027"/>
                  </a:lnTo>
                  <a:lnTo>
                    <a:pt x="2713736" y="8359203"/>
                  </a:lnTo>
                  <a:lnTo>
                    <a:pt x="2696311" y="8403272"/>
                  </a:lnTo>
                  <a:lnTo>
                    <a:pt x="2685148" y="8452790"/>
                  </a:lnTo>
                  <a:lnTo>
                    <a:pt x="2681173" y="8507743"/>
                  </a:lnTo>
                  <a:lnTo>
                    <a:pt x="2681249" y="8508670"/>
                  </a:lnTo>
                  <a:lnTo>
                    <a:pt x="2685237" y="8558898"/>
                  </a:lnTo>
                  <a:lnTo>
                    <a:pt x="2697048" y="8603882"/>
                  </a:lnTo>
                  <a:lnTo>
                    <a:pt x="2716060" y="8642045"/>
                  </a:lnTo>
                  <a:lnTo>
                    <a:pt x="2741701" y="8672805"/>
                  </a:lnTo>
                  <a:lnTo>
                    <a:pt x="2773400" y="8695525"/>
                  </a:lnTo>
                  <a:lnTo>
                    <a:pt x="2810611" y="8709609"/>
                  </a:lnTo>
                  <a:lnTo>
                    <a:pt x="2852750" y="8714448"/>
                  </a:lnTo>
                  <a:lnTo>
                    <a:pt x="2899664" y="8707945"/>
                  </a:lnTo>
                  <a:lnTo>
                    <a:pt x="2939300" y="8689873"/>
                  </a:lnTo>
                  <a:lnTo>
                    <a:pt x="2969488" y="8663699"/>
                  </a:lnTo>
                  <a:lnTo>
                    <a:pt x="2971101" y="8662314"/>
                  </a:lnTo>
                  <a:lnTo>
                    <a:pt x="2994507" y="8627339"/>
                  </a:lnTo>
                  <a:lnTo>
                    <a:pt x="3008960" y="8587067"/>
                  </a:lnTo>
                  <a:lnTo>
                    <a:pt x="3013913" y="8543582"/>
                  </a:lnTo>
                  <a:close/>
                </a:path>
                <a:path w="4813935" h="10208260">
                  <a:moveTo>
                    <a:pt x="3013913" y="7050303"/>
                  </a:moveTo>
                  <a:lnTo>
                    <a:pt x="3006941" y="6997624"/>
                  </a:lnTo>
                  <a:lnTo>
                    <a:pt x="2987141" y="6954215"/>
                  </a:lnTo>
                  <a:lnTo>
                    <a:pt x="2976422" y="6942874"/>
                  </a:lnTo>
                  <a:lnTo>
                    <a:pt x="2956217" y="6921487"/>
                  </a:lnTo>
                  <a:lnTo>
                    <a:pt x="2947517" y="6917042"/>
                  </a:lnTo>
                  <a:lnTo>
                    <a:pt x="2947517" y="7054050"/>
                  </a:lnTo>
                  <a:lnTo>
                    <a:pt x="2940697" y="7101510"/>
                  </a:lnTo>
                  <a:lnTo>
                    <a:pt x="2921406" y="7138276"/>
                  </a:lnTo>
                  <a:lnTo>
                    <a:pt x="2891485" y="7162038"/>
                  </a:lnTo>
                  <a:lnTo>
                    <a:pt x="2852750" y="7170471"/>
                  </a:lnTo>
                  <a:lnTo>
                    <a:pt x="2807360" y="7160006"/>
                  </a:lnTo>
                  <a:lnTo>
                    <a:pt x="2774264" y="7131012"/>
                  </a:lnTo>
                  <a:lnTo>
                    <a:pt x="2753753" y="7087044"/>
                  </a:lnTo>
                  <a:lnTo>
                    <a:pt x="2746108" y="7031660"/>
                  </a:lnTo>
                  <a:lnTo>
                    <a:pt x="2746641" y="7023113"/>
                  </a:lnTo>
                  <a:lnTo>
                    <a:pt x="2770251" y="6978447"/>
                  </a:lnTo>
                  <a:lnTo>
                    <a:pt x="2813735" y="6949592"/>
                  </a:lnTo>
                  <a:lnTo>
                    <a:pt x="2818714" y="6947255"/>
                  </a:lnTo>
                  <a:lnTo>
                    <a:pt x="2888678" y="6950481"/>
                  </a:lnTo>
                  <a:lnTo>
                    <a:pt x="2920200" y="6972427"/>
                  </a:lnTo>
                  <a:lnTo>
                    <a:pt x="2940405" y="7007390"/>
                  </a:lnTo>
                  <a:lnTo>
                    <a:pt x="2947517" y="7054050"/>
                  </a:lnTo>
                  <a:lnTo>
                    <a:pt x="2947517" y="6917042"/>
                  </a:lnTo>
                  <a:lnTo>
                    <a:pt x="2915843" y="6900824"/>
                  </a:lnTo>
                  <a:lnTo>
                    <a:pt x="2867685" y="6893623"/>
                  </a:lnTo>
                  <a:lnTo>
                    <a:pt x="2829991" y="6898056"/>
                  </a:lnTo>
                  <a:lnTo>
                    <a:pt x="2797975" y="6910006"/>
                  </a:lnTo>
                  <a:lnTo>
                    <a:pt x="2797848" y="6910006"/>
                  </a:lnTo>
                  <a:lnTo>
                    <a:pt x="2771089" y="6927913"/>
                  </a:lnTo>
                  <a:lnTo>
                    <a:pt x="2750578" y="6949592"/>
                  </a:lnTo>
                  <a:lnTo>
                    <a:pt x="2748318" y="6949592"/>
                  </a:lnTo>
                  <a:lnTo>
                    <a:pt x="2760268" y="6902653"/>
                  </a:lnTo>
                  <a:lnTo>
                    <a:pt x="2782862" y="6859359"/>
                  </a:lnTo>
                  <a:lnTo>
                    <a:pt x="2816326" y="6822300"/>
                  </a:lnTo>
                  <a:lnTo>
                    <a:pt x="2860941" y="6794055"/>
                  </a:lnTo>
                  <a:lnTo>
                    <a:pt x="2916923" y="6777202"/>
                  </a:lnTo>
                  <a:lnTo>
                    <a:pt x="2944545" y="6774218"/>
                  </a:lnTo>
                  <a:lnTo>
                    <a:pt x="2946298" y="6774218"/>
                  </a:lnTo>
                  <a:lnTo>
                    <a:pt x="2955442" y="6773939"/>
                  </a:lnTo>
                  <a:lnTo>
                    <a:pt x="2966161" y="6774218"/>
                  </a:lnTo>
                  <a:lnTo>
                    <a:pt x="2966161" y="6773939"/>
                  </a:lnTo>
                  <a:lnTo>
                    <a:pt x="2966161" y="6720459"/>
                  </a:lnTo>
                  <a:lnTo>
                    <a:pt x="2918409" y="6724205"/>
                  </a:lnTo>
                  <a:lnTo>
                    <a:pt x="2874035" y="6732994"/>
                  </a:lnTo>
                  <a:lnTo>
                    <a:pt x="2833001" y="6748005"/>
                  </a:lnTo>
                  <a:lnTo>
                    <a:pt x="2795892" y="6769036"/>
                  </a:lnTo>
                  <a:lnTo>
                    <a:pt x="2763266" y="6795884"/>
                  </a:lnTo>
                  <a:lnTo>
                    <a:pt x="2736392" y="6827774"/>
                  </a:lnTo>
                  <a:lnTo>
                    <a:pt x="2713736" y="6865925"/>
                  </a:lnTo>
                  <a:lnTo>
                    <a:pt x="2696311" y="6910006"/>
                  </a:lnTo>
                  <a:lnTo>
                    <a:pt x="2685135" y="6959562"/>
                  </a:lnTo>
                  <a:lnTo>
                    <a:pt x="2681173" y="7014464"/>
                  </a:lnTo>
                  <a:lnTo>
                    <a:pt x="2681249" y="7015416"/>
                  </a:lnTo>
                  <a:lnTo>
                    <a:pt x="2685237" y="7065645"/>
                  </a:lnTo>
                  <a:lnTo>
                    <a:pt x="2697048" y="7110628"/>
                  </a:lnTo>
                  <a:lnTo>
                    <a:pt x="2716060" y="7148804"/>
                  </a:lnTo>
                  <a:lnTo>
                    <a:pt x="2741701" y="7179564"/>
                  </a:lnTo>
                  <a:lnTo>
                    <a:pt x="2773400" y="7202297"/>
                  </a:lnTo>
                  <a:lnTo>
                    <a:pt x="2810611" y="7216381"/>
                  </a:lnTo>
                  <a:lnTo>
                    <a:pt x="2852750" y="7221207"/>
                  </a:lnTo>
                  <a:lnTo>
                    <a:pt x="2899664" y="7214717"/>
                  </a:lnTo>
                  <a:lnTo>
                    <a:pt x="2939300" y="7196633"/>
                  </a:lnTo>
                  <a:lnTo>
                    <a:pt x="2969463" y="7170471"/>
                  </a:lnTo>
                  <a:lnTo>
                    <a:pt x="2994507" y="7134072"/>
                  </a:lnTo>
                  <a:lnTo>
                    <a:pt x="3008960" y="7093788"/>
                  </a:lnTo>
                  <a:lnTo>
                    <a:pt x="3013913" y="7050303"/>
                  </a:lnTo>
                  <a:close/>
                </a:path>
                <a:path w="4813935" h="10208260">
                  <a:moveTo>
                    <a:pt x="3013913" y="5557075"/>
                  </a:moveTo>
                  <a:lnTo>
                    <a:pt x="3006941" y="5504370"/>
                  </a:lnTo>
                  <a:lnTo>
                    <a:pt x="2987141" y="5460962"/>
                  </a:lnTo>
                  <a:lnTo>
                    <a:pt x="2976397" y="5449595"/>
                  </a:lnTo>
                  <a:lnTo>
                    <a:pt x="2956217" y="5428234"/>
                  </a:lnTo>
                  <a:lnTo>
                    <a:pt x="2947517" y="5423789"/>
                  </a:lnTo>
                  <a:lnTo>
                    <a:pt x="2947517" y="5560771"/>
                  </a:lnTo>
                  <a:lnTo>
                    <a:pt x="2940697" y="5608231"/>
                  </a:lnTo>
                  <a:lnTo>
                    <a:pt x="2921406" y="5644997"/>
                  </a:lnTo>
                  <a:lnTo>
                    <a:pt x="2891485" y="5668759"/>
                  </a:lnTo>
                  <a:lnTo>
                    <a:pt x="2852750" y="5677192"/>
                  </a:lnTo>
                  <a:lnTo>
                    <a:pt x="2807360" y="5666727"/>
                  </a:lnTo>
                  <a:lnTo>
                    <a:pt x="2774264" y="5637733"/>
                  </a:lnTo>
                  <a:lnTo>
                    <a:pt x="2753753" y="5593778"/>
                  </a:lnTo>
                  <a:lnTo>
                    <a:pt x="2746108" y="5538432"/>
                  </a:lnTo>
                  <a:lnTo>
                    <a:pt x="2746641" y="5529872"/>
                  </a:lnTo>
                  <a:lnTo>
                    <a:pt x="2770251" y="5485168"/>
                  </a:lnTo>
                  <a:lnTo>
                    <a:pt x="2813735" y="5456313"/>
                  </a:lnTo>
                  <a:lnTo>
                    <a:pt x="2818714" y="5453977"/>
                  </a:lnTo>
                  <a:lnTo>
                    <a:pt x="2888678" y="5457202"/>
                  </a:lnTo>
                  <a:lnTo>
                    <a:pt x="2920200" y="5479161"/>
                  </a:lnTo>
                  <a:lnTo>
                    <a:pt x="2940405" y="5514124"/>
                  </a:lnTo>
                  <a:lnTo>
                    <a:pt x="2947517" y="5560771"/>
                  </a:lnTo>
                  <a:lnTo>
                    <a:pt x="2947517" y="5423789"/>
                  </a:lnTo>
                  <a:lnTo>
                    <a:pt x="2915843" y="5407584"/>
                  </a:lnTo>
                  <a:lnTo>
                    <a:pt x="2867685" y="5400383"/>
                  </a:lnTo>
                  <a:lnTo>
                    <a:pt x="2829991" y="5404828"/>
                  </a:lnTo>
                  <a:lnTo>
                    <a:pt x="2797975" y="5416766"/>
                  </a:lnTo>
                  <a:lnTo>
                    <a:pt x="2797835" y="5416766"/>
                  </a:lnTo>
                  <a:lnTo>
                    <a:pt x="2771089" y="5434660"/>
                  </a:lnTo>
                  <a:lnTo>
                    <a:pt x="2750578" y="5456313"/>
                  </a:lnTo>
                  <a:lnTo>
                    <a:pt x="2748318" y="5456313"/>
                  </a:lnTo>
                  <a:lnTo>
                    <a:pt x="2760268" y="5409374"/>
                  </a:lnTo>
                  <a:lnTo>
                    <a:pt x="2782862" y="5366080"/>
                  </a:lnTo>
                  <a:lnTo>
                    <a:pt x="2816326" y="5329021"/>
                  </a:lnTo>
                  <a:lnTo>
                    <a:pt x="2860941" y="5300789"/>
                  </a:lnTo>
                  <a:lnTo>
                    <a:pt x="2916923" y="5283974"/>
                  </a:lnTo>
                  <a:lnTo>
                    <a:pt x="2944317" y="5280990"/>
                  </a:lnTo>
                  <a:lnTo>
                    <a:pt x="2945688" y="5280990"/>
                  </a:lnTo>
                  <a:lnTo>
                    <a:pt x="2955442" y="5280685"/>
                  </a:lnTo>
                  <a:lnTo>
                    <a:pt x="2966161" y="5280990"/>
                  </a:lnTo>
                  <a:lnTo>
                    <a:pt x="2966161" y="5280685"/>
                  </a:lnTo>
                  <a:lnTo>
                    <a:pt x="2966161" y="5227180"/>
                  </a:lnTo>
                  <a:lnTo>
                    <a:pt x="2918409" y="5230977"/>
                  </a:lnTo>
                  <a:lnTo>
                    <a:pt x="2874035" y="5239740"/>
                  </a:lnTo>
                  <a:lnTo>
                    <a:pt x="2833001" y="5254752"/>
                  </a:lnTo>
                  <a:lnTo>
                    <a:pt x="2795892" y="5275783"/>
                  </a:lnTo>
                  <a:lnTo>
                    <a:pt x="2763266" y="5302605"/>
                  </a:lnTo>
                  <a:lnTo>
                    <a:pt x="2736392" y="5334520"/>
                  </a:lnTo>
                  <a:lnTo>
                    <a:pt x="2713736" y="5372684"/>
                  </a:lnTo>
                  <a:lnTo>
                    <a:pt x="2696311" y="5416766"/>
                  </a:lnTo>
                  <a:lnTo>
                    <a:pt x="2685148" y="5466283"/>
                  </a:lnTo>
                  <a:lnTo>
                    <a:pt x="2681173" y="5521223"/>
                  </a:lnTo>
                  <a:lnTo>
                    <a:pt x="2681249" y="5522163"/>
                  </a:lnTo>
                  <a:lnTo>
                    <a:pt x="2685237" y="5572391"/>
                  </a:lnTo>
                  <a:lnTo>
                    <a:pt x="2697048" y="5617362"/>
                  </a:lnTo>
                  <a:lnTo>
                    <a:pt x="2716060" y="5655538"/>
                  </a:lnTo>
                  <a:lnTo>
                    <a:pt x="2741701" y="5686285"/>
                  </a:lnTo>
                  <a:lnTo>
                    <a:pt x="2773400" y="5709018"/>
                  </a:lnTo>
                  <a:lnTo>
                    <a:pt x="2810611" y="5723102"/>
                  </a:lnTo>
                  <a:lnTo>
                    <a:pt x="2852750" y="5727928"/>
                  </a:lnTo>
                  <a:lnTo>
                    <a:pt x="2899664" y="5721439"/>
                  </a:lnTo>
                  <a:lnTo>
                    <a:pt x="2939300" y="5703367"/>
                  </a:lnTo>
                  <a:lnTo>
                    <a:pt x="2969488" y="5677192"/>
                  </a:lnTo>
                  <a:lnTo>
                    <a:pt x="2971101" y="5675795"/>
                  </a:lnTo>
                  <a:lnTo>
                    <a:pt x="2994507" y="5640832"/>
                  </a:lnTo>
                  <a:lnTo>
                    <a:pt x="3008960" y="5600560"/>
                  </a:lnTo>
                  <a:lnTo>
                    <a:pt x="3013913" y="5557075"/>
                  </a:lnTo>
                  <a:close/>
                </a:path>
                <a:path w="4813935" h="10208260">
                  <a:moveTo>
                    <a:pt x="3022117" y="4789551"/>
                  </a:moveTo>
                  <a:lnTo>
                    <a:pt x="2954248" y="4789551"/>
                  </a:lnTo>
                  <a:lnTo>
                    <a:pt x="2954248" y="4551477"/>
                  </a:lnTo>
                  <a:lnTo>
                    <a:pt x="2954248" y="4488053"/>
                  </a:lnTo>
                  <a:lnTo>
                    <a:pt x="2894546" y="4488053"/>
                  </a:lnTo>
                  <a:lnTo>
                    <a:pt x="2894546" y="4551477"/>
                  </a:lnTo>
                  <a:lnTo>
                    <a:pt x="2893555" y="4570501"/>
                  </a:lnTo>
                  <a:lnTo>
                    <a:pt x="2892310" y="4623117"/>
                  </a:lnTo>
                  <a:lnTo>
                    <a:pt x="2892285" y="4789551"/>
                  </a:lnTo>
                  <a:lnTo>
                    <a:pt x="2733383" y="4789551"/>
                  </a:lnTo>
                  <a:lnTo>
                    <a:pt x="2733383" y="4788014"/>
                  </a:lnTo>
                  <a:lnTo>
                    <a:pt x="2852026" y="4623117"/>
                  </a:lnTo>
                  <a:lnTo>
                    <a:pt x="2861894" y="4606480"/>
                  </a:lnTo>
                  <a:lnTo>
                    <a:pt x="2871622" y="4589538"/>
                  </a:lnTo>
                  <a:lnTo>
                    <a:pt x="2881604" y="4571492"/>
                  </a:lnTo>
                  <a:lnTo>
                    <a:pt x="2892285" y="4551477"/>
                  </a:lnTo>
                  <a:lnTo>
                    <a:pt x="2894546" y="4551477"/>
                  </a:lnTo>
                  <a:lnTo>
                    <a:pt x="2894546" y="4488053"/>
                  </a:lnTo>
                  <a:lnTo>
                    <a:pt x="2883395" y="4488053"/>
                  </a:lnTo>
                  <a:lnTo>
                    <a:pt x="2667000" y="4797730"/>
                  </a:lnTo>
                  <a:lnTo>
                    <a:pt x="2667000" y="4841011"/>
                  </a:lnTo>
                  <a:lnTo>
                    <a:pt x="2892285" y="4841011"/>
                  </a:lnTo>
                  <a:lnTo>
                    <a:pt x="2892285" y="4973104"/>
                  </a:lnTo>
                  <a:lnTo>
                    <a:pt x="2954248" y="4973104"/>
                  </a:lnTo>
                  <a:lnTo>
                    <a:pt x="2954248" y="4841011"/>
                  </a:lnTo>
                  <a:lnTo>
                    <a:pt x="3022117" y="4841011"/>
                  </a:lnTo>
                  <a:lnTo>
                    <a:pt x="3022117" y="4789551"/>
                  </a:lnTo>
                  <a:close/>
                </a:path>
                <a:path w="4813935" h="10208260">
                  <a:moveTo>
                    <a:pt x="3022117" y="1802993"/>
                  </a:moveTo>
                  <a:lnTo>
                    <a:pt x="2954248" y="1802993"/>
                  </a:lnTo>
                  <a:lnTo>
                    <a:pt x="2954248" y="1564970"/>
                  </a:lnTo>
                  <a:lnTo>
                    <a:pt x="2954248" y="1501546"/>
                  </a:lnTo>
                  <a:lnTo>
                    <a:pt x="2894546" y="1501546"/>
                  </a:lnTo>
                  <a:lnTo>
                    <a:pt x="2894546" y="1564970"/>
                  </a:lnTo>
                  <a:lnTo>
                    <a:pt x="2893555" y="1583994"/>
                  </a:lnTo>
                  <a:lnTo>
                    <a:pt x="2892310" y="1636610"/>
                  </a:lnTo>
                  <a:lnTo>
                    <a:pt x="2892285" y="1802993"/>
                  </a:lnTo>
                  <a:lnTo>
                    <a:pt x="2733383" y="1802993"/>
                  </a:lnTo>
                  <a:lnTo>
                    <a:pt x="2733383" y="1801507"/>
                  </a:lnTo>
                  <a:lnTo>
                    <a:pt x="2852026" y="1636610"/>
                  </a:lnTo>
                  <a:lnTo>
                    <a:pt x="2861894" y="1619948"/>
                  </a:lnTo>
                  <a:lnTo>
                    <a:pt x="2871609" y="1603019"/>
                  </a:lnTo>
                  <a:lnTo>
                    <a:pt x="2881604" y="1584972"/>
                  </a:lnTo>
                  <a:lnTo>
                    <a:pt x="2892285" y="1564970"/>
                  </a:lnTo>
                  <a:lnTo>
                    <a:pt x="2894546" y="1564970"/>
                  </a:lnTo>
                  <a:lnTo>
                    <a:pt x="2894546" y="1501546"/>
                  </a:lnTo>
                  <a:lnTo>
                    <a:pt x="2883395" y="1501546"/>
                  </a:lnTo>
                  <a:lnTo>
                    <a:pt x="2667000" y="1811210"/>
                  </a:lnTo>
                  <a:lnTo>
                    <a:pt x="2667000" y="1854504"/>
                  </a:lnTo>
                  <a:lnTo>
                    <a:pt x="2892285" y="1854504"/>
                  </a:lnTo>
                  <a:lnTo>
                    <a:pt x="2892285" y="1986584"/>
                  </a:lnTo>
                  <a:lnTo>
                    <a:pt x="2954248" y="1986584"/>
                  </a:lnTo>
                  <a:lnTo>
                    <a:pt x="2954248" y="1854504"/>
                  </a:lnTo>
                  <a:lnTo>
                    <a:pt x="3022117" y="1854504"/>
                  </a:lnTo>
                  <a:lnTo>
                    <a:pt x="3022117" y="1802993"/>
                  </a:lnTo>
                  <a:close/>
                </a:path>
                <a:path w="4813935" h="10208260">
                  <a:moveTo>
                    <a:pt x="3791013" y="7474572"/>
                  </a:moveTo>
                  <a:lnTo>
                    <a:pt x="3735057" y="7474572"/>
                  </a:lnTo>
                  <a:lnTo>
                    <a:pt x="3629139" y="7531316"/>
                  </a:lnTo>
                  <a:lnTo>
                    <a:pt x="3641814" y="7581227"/>
                  </a:lnTo>
                  <a:lnTo>
                    <a:pt x="3726116" y="7535735"/>
                  </a:lnTo>
                  <a:lnTo>
                    <a:pt x="3727615" y="7535735"/>
                  </a:lnTo>
                  <a:lnTo>
                    <a:pt x="3727615" y="7959611"/>
                  </a:lnTo>
                  <a:lnTo>
                    <a:pt x="3791013" y="7959611"/>
                  </a:lnTo>
                  <a:lnTo>
                    <a:pt x="3791013" y="7474572"/>
                  </a:lnTo>
                  <a:close/>
                </a:path>
                <a:path w="4813935" h="10208260">
                  <a:moveTo>
                    <a:pt x="3791013" y="4488053"/>
                  </a:moveTo>
                  <a:lnTo>
                    <a:pt x="3735057" y="4488053"/>
                  </a:lnTo>
                  <a:lnTo>
                    <a:pt x="3629139" y="4544796"/>
                  </a:lnTo>
                  <a:lnTo>
                    <a:pt x="3641814" y="4594720"/>
                  </a:lnTo>
                  <a:lnTo>
                    <a:pt x="3726116" y="4549216"/>
                  </a:lnTo>
                  <a:lnTo>
                    <a:pt x="3727615" y="4549216"/>
                  </a:lnTo>
                  <a:lnTo>
                    <a:pt x="3727615" y="4973104"/>
                  </a:lnTo>
                  <a:lnTo>
                    <a:pt x="3791013" y="4973104"/>
                  </a:lnTo>
                  <a:lnTo>
                    <a:pt x="3791013" y="4488053"/>
                  </a:lnTo>
                  <a:close/>
                </a:path>
                <a:path w="4813935" h="10208260">
                  <a:moveTo>
                    <a:pt x="3791013" y="754875"/>
                  </a:moveTo>
                  <a:lnTo>
                    <a:pt x="3735057" y="754875"/>
                  </a:lnTo>
                  <a:lnTo>
                    <a:pt x="3629139" y="811631"/>
                  </a:lnTo>
                  <a:lnTo>
                    <a:pt x="3641814" y="861593"/>
                  </a:lnTo>
                  <a:lnTo>
                    <a:pt x="3726116" y="816089"/>
                  </a:lnTo>
                  <a:lnTo>
                    <a:pt x="3727615" y="816089"/>
                  </a:lnTo>
                  <a:lnTo>
                    <a:pt x="3727615" y="1239926"/>
                  </a:lnTo>
                  <a:lnTo>
                    <a:pt x="3791013" y="1239926"/>
                  </a:lnTo>
                  <a:lnTo>
                    <a:pt x="3791013" y="754875"/>
                  </a:lnTo>
                  <a:close/>
                </a:path>
                <a:path w="4813935" h="10208260">
                  <a:moveTo>
                    <a:pt x="3884257" y="4069029"/>
                  </a:moveTo>
                  <a:lnTo>
                    <a:pt x="3878757" y="4026801"/>
                  </a:lnTo>
                  <a:lnTo>
                    <a:pt x="3841775" y="3964406"/>
                  </a:lnTo>
                  <a:lnTo>
                    <a:pt x="3791229" y="3932758"/>
                  </a:lnTo>
                  <a:lnTo>
                    <a:pt x="3738308" y="3919855"/>
                  </a:lnTo>
                  <a:lnTo>
                    <a:pt x="3710457" y="3918305"/>
                  </a:lnTo>
                  <a:lnTo>
                    <a:pt x="3698290" y="3918559"/>
                  </a:lnTo>
                  <a:lnTo>
                    <a:pt x="3688143" y="3919220"/>
                  </a:lnTo>
                  <a:lnTo>
                    <a:pt x="3670884" y="3921277"/>
                  </a:lnTo>
                  <a:lnTo>
                    <a:pt x="3689566" y="3796652"/>
                  </a:lnTo>
                  <a:lnTo>
                    <a:pt x="3874592" y="3796652"/>
                  </a:lnTo>
                  <a:lnTo>
                    <a:pt x="3874592" y="3741394"/>
                  </a:lnTo>
                  <a:lnTo>
                    <a:pt x="3642537" y="3741394"/>
                  </a:lnTo>
                  <a:lnTo>
                    <a:pt x="3611219" y="3974236"/>
                  </a:lnTo>
                  <a:lnTo>
                    <a:pt x="3641153" y="3970807"/>
                  </a:lnTo>
                  <a:lnTo>
                    <a:pt x="3658743" y="3969537"/>
                  </a:lnTo>
                  <a:lnTo>
                    <a:pt x="3740975" y="3977017"/>
                  </a:lnTo>
                  <a:lnTo>
                    <a:pt x="3784206" y="3999255"/>
                  </a:lnTo>
                  <a:lnTo>
                    <a:pt x="3809390" y="4033240"/>
                  </a:lnTo>
                  <a:lnTo>
                    <a:pt x="3817861" y="4076433"/>
                  </a:lnTo>
                  <a:lnTo>
                    <a:pt x="3808615" y="4120286"/>
                  </a:lnTo>
                  <a:lnTo>
                    <a:pt x="3783634" y="4153420"/>
                  </a:lnTo>
                  <a:lnTo>
                    <a:pt x="3747046" y="4174388"/>
                  </a:lnTo>
                  <a:lnTo>
                    <a:pt x="3702964" y="4181703"/>
                  </a:lnTo>
                  <a:lnTo>
                    <a:pt x="3671036" y="4179176"/>
                  </a:lnTo>
                  <a:lnTo>
                    <a:pt x="3642182" y="4172737"/>
                  </a:lnTo>
                  <a:lnTo>
                    <a:pt x="3617811" y="4164063"/>
                  </a:lnTo>
                  <a:lnTo>
                    <a:pt x="3599307" y="4154843"/>
                  </a:lnTo>
                  <a:lnTo>
                    <a:pt x="3582886" y="4204817"/>
                  </a:lnTo>
                  <a:lnTo>
                    <a:pt x="3604056" y="4215765"/>
                  </a:lnTo>
                  <a:lnTo>
                    <a:pt x="3632098" y="4225315"/>
                  </a:lnTo>
                  <a:lnTo>
                    <a:pt x="3665753" y="4232084"/>
                  </a:lnTo>
                  <a:lnTo>
                    <a:pt x="3703739" y="4234650"/>
                  </a:lnTo>
                  <a:lnTo>
                    <a:pt x="3753637" y="4228960"/>
                  </a:lnTo>
                  <a:lnTo>
                    <a:pt x="3797287" y="4212768"/>
                  </a:lnTo>
                  <a:lnTo>
                    <a:pt x="3833444" y="4187367"/>
                  </a:lnTo>
                  <a:lnTo>
                    <a:pt x="3860825" y="4154081"/>
                  </a:lnTo>
                  <a:lnTo>
                    <a:pt x="3878186" y="4114203"/>
                  </a:lnTo>
                  <a:lnTo>
                    <a:pt x="3884257" y="4069029"/>
                  </a:lnTo>
                  <a:close/>
                </a:path>
                <a:path w="4813935" h="10208260">
                  <a:moveTo>
                    <a:pt x="3885742" y="355993"/>
                  </a:moveTo>
                  <a:lnTo>
                    <a:pt x="3877233" y="309549"/>
                  </a:lnTo>
                  <a:lnTo>
                    <a:pt x="3854031" y="272707"/>
                  </a:lnTo>
                  <a:lnTo>
                    <a:pt x="3819639" y="246341"/>
                  </a:lnTo>
                  <a:lnTo>
                    <a:pt x="3777564" y="231394"/>
                  </a:lnTo>
                  <a:lnTo>
                    <a:pt x="3777564" y="229908"/>
                  </a:lnTo>
                  <a:lnTo>
                    <a:pt x="3816731" y="209956"/>
                  </a:lnTo>
                  <a:lnTo>
                    <a:pt x="3844709" y="183438"/>
                  </a:lnTo>
                  <a:lnTo>
                    <a:pt x="3861498" y="151625"/>
                  </a:lnTo>
                  <a:lnTo>
                    <a:pt x="3867099" y="115747"/>
                  </a:lnTo>
                  <a:lnTo>
                    <a:pt x="3858844" y="72771"/>
                  </a:lnTo>
                  <a:lnTo>
                    <a:pt x="3833520" y="35750"/>
                  </a:lnTo>
                  <a:lnTo>
                    <a:pt x="3790302" y="9791"/>
                  </a:lnTo>
                  <a:lnTo>
                    <a:pt x="3728326" y="0"/>
                  </a:lnTo>
                  <a:lnTo>
                    <a:pt x="3690048" y="3213"/>
                  </a:lnTo>
                  <a:lnTo>
                    <a:pt x="3654856" y="11684"/>
                  </a:lnTo>
                  <a:lnTo>
                    <a:pt x="3624694" y="23672"/>
                  </a:lnTo>
                  <a:lnTo>
                    <a:pt x="3601516" y="37426"/>
                  </a:lnTo>
                  <a:lnTo>
                    <a:pt x="3618712" y="85140"/>
                  </a:lnTo>
                  <a:lnTo>
                    <a:pt x="3637203" y="73837"/>
                  </a:lnTo>
                  <a:lnTo>
                    <a:pt x="3660457" y="63512"/>
                  </a:lnTo>
                  <a:lnTo>
                    <a:pt x="3687076" y="55968"/>
                  </a:lnTo>
                  <a:lnTo>
                    <a:pt x="3715651" y="53047"/>
                  </a:lnTo>
                  <a:lnTo>
                    <a:pt x="3754437" y="59016"/>
                  </a:lnTo>
                  <a:lnTo>
                    <a:pt x="3780840" y="75057"/>
                  </a:lnTo>
                  <a:lnTo>
                    <a:pt x="3795928" y="98386"/>
                  </a:lnTo>
                  <a:lnTo>
                    <a:pt x="3800716" y="126225"/>
                  </a:lnTo>
                  <a:lnTo>
                    <a:pt x="3790531" y="163258"/>
                  </a:lnTo>
                  <a:lnTo>
                    <a:pt x="3764534" y="188760"/>
                  </a:lnTo>
                  <a:lnTo>
                    <a:pt x="3729583" y="203504"/>
                  </a:lnTo>
                  <a:lnTo>
                    <a:pt x="3692537" y="208241"/>
                  </a:lnTo>
                  <a:lnTo>
                    <a:pt x="3655987" y="208241"/>
                  </a:lnTo>
                  <a:lnTo>
                    <a:pt x="3655987" y="257441"/>
                  </a:lnTo>
                  <a:lnTo>
                    <a:pt x="3692537" y="257441"/>
                  </a:lnTo>
                  <a:lnTo>
                    <a:pt x="3738765" y="263055"/>
                  </a:lnTo>
                  <a:lnTo>
                    <a:pt x="3778694" y="280504"/>
                  </a:lnTo>
                  <a:lnTo>
                    <a:pt x="3806875" y="310692"/>
                  </a:lnTo>
                  <a:lnTo>
                    <a:pt x="3817861" y="354495"/>
                  </a:lnTo>
                  <a:lnTo>
                    <a:pt x="3812895" y="386207"/>
                  </a:lnTo>
                  <a:lnTo>
                    <a:pt x="3794912" y="416623"/>
                  </a:lnTo>
                  <a:lnTo>
                    <a:pt x="3761003" y="439470"/>
                  </a:lnTo>
                  <a:lnTo>
                    <a:pt x="3708209" y="448475"/>
                  </a:lnTo>
                  <a:lnTo>
                    <a:pt x="3674846" y="445389"/>
                  </a:lnTo>
                  <a:lnTo>
                    <a:pt x="3644430" y="437705"/>
                  </a:lnTo>
                  <a:lnTo>
                    <a:pt x="3619042" y="427786"/>
                  </a:lnTo>
                  <a:lnTo>
                    <a:pt x="3600793" y="417969"/>
                  </a:lnTo>
                  <a:lnTo>
                    <a:pt x="3582886" y="468655"/>
                  </a:lnTo>
                  <a:lnTo>
                    <a:pt x="3604996" y="480441"/>
                  </a:lnTo>
                  <a:lnTo>
                    <a:pt x="3634448" y="490982"/>
                  </a:lnTo>
                  <a:lnTo>
                    <a:pt x="3669652" y="498563"/>
                  </a:lnTo>
                  <a:lnTo>
                    <a:pt x="3708971" y="501472"/>
                  </a:lnTo>
                  <a:lnTo>
                    <a:pt x="3762464" y="496087"/>
                  </a:lnTo>
                  <a:lnTo>
                    <a:pt x="3806507" y="480999"/>
                  </a:lnTo>
                  <a:lnTo>
                    <a:pt x="3840988" y="457835"/>
                  </a:lnTo>
                  <a:lnTo>
                    <a:pt x="3865765" y="428193"/>
                  </a:lnTo>
                  <a:lnTo>
                    <a:pt x="3880726" y="393712"/>
                  </a:lnTo>
                  <a:lnTo>
                    <a:pt x="3885742" y="355993"/>
                  </a:lnTo>
                  <a:close/>
                </a:path>
                <a:path w="4813935" h="10208260">
                  <a:moveTo>
                    <a:pt x="3894721" y="10145014"/>
                  </a:moveTo>
                  <a:lnTo>
                    <a:pt x="3676878" y="10145014"/>
                  </a:lnTo>
                  <a:lnTo>
                    <a:pt x="3676878" y="10143528"/>
                  </a:lnTo>
                  <a:lnTo>
                    <a:pt x="3715651" y="10107739"/>
                  </a:lnTo>
                  <a:lnTo>
                    <a:pt x="3763518" y="10060470"/>
                  </a:lnTo>
                  <a:lnTo>
                    <a:pt x="3804399" y="10016350"/>
                  </a:lnTo>
                  <a:lnTo>
                    <a:pt x="3837533" y="9974174"/>
                  </a:lnTo>
                  <a:lnTo>
                    <a:pt x="3862146" y="9932746"/>
                  </a:lnTo>
                  <a:lnTo>
                    <a:pt x="3877487" y="9890823"/>
                  </a:lnTo>
                  <a:lnTo>
                    <a:pt x="3882758" y="9847224"/>
                  </a:lnTo>
                  <a:lnTo>
                    <a:pt x="3877348" y="9805924"/>
                  </a:lnTo>
                  <a:lnTo>
                    <a:pt x="3860596" y="9767646"/>
                  </a:lnTo>
                  <a:lnTo>
                    <a:pt x="3831691" y="9735922"/>
                  </a:lnTo>
                  <a:lnTo>
                    <a:pt x="3789870" y="9714293"/>
                  </a:lnTo>
                  <a:lnTo>
                    <a:pt x="3734333" y="9706292"/>
                  </a:lnTo>
                  <a:lnTo>
                    <a:pt x="3693998" y="9710001"/>
                  </a:lnTo>
                  <a:lnTo>
                    <a:pt x="3657295" y="9720288"/>
                  </a:lnTo>
                  <a:lnTo>
                    <a:pt x="3624796" y="9735871"/>
                  </a:lnTo>
                  <a:lnTo>
                    <a:pt x="3597046" y="9755492"/>
                  </a:lnTo>
                  <a:lnTo>
                    <a:pt x="3617950" y="9801720"/>
                  </a:lnTo>
                  <a:lnTo>
                    <a:pt x="3637280" y="9787496"/>
                  </a:lnTo>
                  <a:lnTo>
                    <a:pt x="3661308" y="9774288"/>
                  </a:lnTo>
                  <a:lnTo>
                    <a:pt x="3689388" y="9764573"/>
                  </a:lnTo>
                  <a:lnTo>
                    <a:pt x="3720884" y="9760775"/>
                  </a:lnTo>
                  <a:lnTo>
                    <a:pt x="3766439" y="9768662"/>
                  </a:lnTo>
                  <a:lnTo>
                    <a:pt x="3796119" y="9789681"/>
                  </a:lnTo>
                  <a:lnTo>
                    <a:pt x="3812235" y="9819932"/>
                  </a:lnTo>
                  <a:lnTo>
                    <a:pt x="3817099" y="9855479"/>
                  </a:lnTo>
                  <a:lnTo>
                    <a:pt x="3812070" y="9891509"/>
                  </a:lnTo>
                  <a:lnTo>
                    <a:pt x="3797490" y="9927615"/>
                  </a:lnTo>
                  <a:lnTo>
                    <a:pt x="3773005" y="9965614"/>
                  </a:lnTo>
                  <a:lnTo>
                    <a:pt x="3738257" y="10007333"/>
                  </a:lnTo>
                  <a:lnTo>
                    <a:pt x="3692906" y="10054603"/>
                  </a:lnTo>
                  <a:lnTo>
                    <a:pt x="3585095" y="10159149"/>
                  </a:lnTo>
                  <a:lnTo>
                    <a:pt x="3585095" y="10199510"/>
                  </a:lnTo>
                  <a:lnTo>
                    <a:pt x="3894721" y="10199510"/>
                  </a:lnTo>
                  <a:lnTo>
                    <a:pt x="3894721" y="10145014"/>
                  </a:lnTo>
                  <a:close/>
                </a:path>
                <a:path w="4813935" h="10208260">
                  <a:moveTo>
                    <a:pt x="3899954" y="6727952"/>
                  </a:moveTo>
                  <a:lnTo>
                    <a:pt x="3594074" y="6727952"/>
                  </a:lnTo>
                  <a:lnTo>
                    <a:pt x="3594074" y="6782435"/>
                  </a:lnTo>
                  <a:lnTo>
                    <a:pt x="3831310" y="6782435"/>
                  </a:lnTo>
                  <a:lnTo>
                    <a:pt x="3831310" y="6783883"/>
                  </a:lnTo>
                  <a:lnTo>
                    <a:pt x="3620922" y="7212990"/>
                  </a:lnTo>
                  <a:lnTo>
                    <a:pt x="3688791" y="7212990"/>
                  </a:lnTo>
                  <a:lnTo>
                    <a:pt x="3899954" y="6771195"/>
                  </a:lnTo>
                  <a:lnTo>
                    <a:pt x="3899954" y="6727952"/>
                  </a:lnTo>
                  <a:close/>
                </a:path>
                <a:path w="4813935" h="10208260">
                  <a:moveTo>
                    <a:pt x="3906634" y="9320035"/>
                  </a:moveTo>
                  <a:lnTo>
                    <a:pt x="3899865" y="9278963"/>
                  </a:lnTo>
                  <a:lnTo>
                    <a:pt x="3880447" y="9244228"/>
                  </a:lnTo>
                  <a:lnTo>
                    <a:pt x="3849687" y="9216060"/>
                  </a:lnTo>
                  <a:lnTo>
                    <a:pt x="3840251" y="9211119"/>
                  </a:lnTo>
                  <a:lnTo>
                    <a:pt x="3840251" y="9326715"/>
                  </a:lnTo>
                  <a:lnTo>
                    <a:pt x="3833380" y="9361348"/>
                  </a:lnTo>
                  <a:lnTo>
                    <a:pt x="3813860" y="9388767"/>
                  </a:lnTo>
                  <a:lnTo>
                    <a:pt x="3783292" y="9406801"/>
                  </a:lnTo>
                  <a:lnTo>
                    <a:pt x="3743274" y="9413303"/>
                  </a:lnTo>
                  <a:lnTo>
                    <a:pt x="3701681" y="9405772"/>
                  </a:lnTo>
                  <a:lnTo>
                    <a:pt x="3670706" y="9385516"/>
                  </a:lnTo>
                  <a:lnTo>
                    <a:pt x="3651783" y="9356039"/>
                  </a:lnTo>
                  <a:lnTo>
                    <a:pt x="3646284" y="9320809"/>
                  </a:lnTo>
                  <a:lnTo>
                    <a:pt x="3651974" y="9287942"/>
                  </a:lnTo>
                  <a:lnTo>
                    <a:pt x="3668674" y="9259621"/>
                  </a:lnTo>
                  <a:lnTo>
                    <a:pt x="3696017" y="9236862"/>
                  </a:lnTo>
                  <a:lnTo>
                    <a:pt x="3733571" y="9220822"/>
                  </a:lnTo>
                  <a:lnTo>
                    <a:pt x="3777665" y="9236862"/>
                  </a:lnTo>
                  <a:lnTo>
                    <a:pt x="3811536" y="9258681"/>
                  </a:lnTo>
                  <a:lnTo>
                    <a:pt x="3832822" y="9287942"/>
                  </a:lnTo>
                  <a:lnTo>
                    <a:pt x="3840251" y="9326715"/>
                  </a:lnTo>
                  <a:lnTo>
                    <a:pt x="3840251" y="9211119"/>
                  </a:lnTo>
                  <a:lnTo>
                    <a:pt x="3808933" y="9194686"/>
                  </a:lnTo>
                  <a:lnTo>
                    <a:pt x="3808933" y="9192476"/>
                  </a:lnTo>
                  <a:lnTo>
                    <a:pt x="3838257" y="9173832"/>
                  </a:lnTo>
                  <a:lnTo>
                    <a:pt x="3846563" y="9168536"/>
                  </a:lnTo>
                  <a:lnTo>
                    <a:pt x="3871201" y="9140507"/>
                  </a:lnTo>
                  <a:lnTo>
                    <a:pt x="3884638" y="9110091"/>
                  </a:lnTo>
                  <a:lnTo>
                    <a:pt x="3888714" y="9079027"/>
                  </a:lnTo>
                  <a:lnTo>
                    <a:pt x="3883075" y="9043403"/>
                  </a:lnTo>
                  <a:lnTo>
                    <a:pt x="3866172" y="9010891"/>
                  </a:lnTo>
                  <a:lnTo>
                    <a:pt x="3861701" y="9006675"/>
                  </a:lnTo>
                  <a:lnTo>
                    <a:pt x="3837965" y="8984247"/>
                  </a:lnTo>
                  <a:lnTo>
                    <a:pt x="3826078" y="8978836"/>
                  </a:lnTo>
                  <a:lnTo>
                    <a:pt x="3826078" y="9085758"/>
                  </a:lnTo>
                  <a:lnTo>
                    <a:pt x="3820414" y="9116085"/>
                  </a:lnTo>
                  <a:lnTo>
                    <a:pt x="3804818" y="9140965"/>
                  </a:lnTo>
                  <a:lnTo>
                    <a:pt x="3781374" y="9160256"/>
                  </a:lnTo>
                  <a:lnTo>
                    <a:pt x="3752202" y="9173832"/>
                  </a:lnTo>
                  <a:lnTo>
                    <a:pt x="3714038" y="9160256"/>
                  </a:lnTo>
                  <a:lnTo>
                    <a:pt x="3684981" y="9141600"/>
                  </a:lnTo>
                  <a:lnTo>
                    <a:pt x="3666312" y="9116606"/>
                  </a:lnTo>
                  <a:lnTo>
                    <a:pt x="3666210" y="9116085"/>
                  </a:lnTo>
                  <a:lnTo>
                    <a:pt x="3659733" y="9084272"/>
                  </a:lnTo>
                  <a:lnTo>
                    <a:pt x="3665245" y="9054490"/>
                  </a:lnTo>
                  <a:lnTo>
                    <a:pt x="3681450" y="9029776"/>
                  </a:lnTo>
                  <a:lnTo>
                    <a:pt x="3707866" y="9012911"/>
                  </a:lnTo>
                  <a:lnTo>
                    <a:pt x="3743985" y="9006675"/>
                  </a:lnTo>
                  <a:lnTo>
                    <a:pt x="3781704" y="9013571"/>
                  </a:lnTo>
                  <a:lnTo>
                    <a:pt x="3807155" y="9031656"/>
                  </a:lnTo>
                  <a:lnTo>
                    <a:pt x="3821544" y="9057018"/>
                  </a:lnTo>
                  <a:lnTo>
                    <a:pt x="3826078" y="9085758"/>
                  </a:lnTo>
                  <a:lnTo>
                    <a:pt x="3826078" y="8978836"/>
                  </a:lnTo>
                  <a:lnTo>
                    <a:pt x="3798493" y="8966251"/>
                  </a:lnTo>
                  <a:lnTo>
                    <a:pt x="3747732" y="8959634"/>
                  </a:lnTo>
                  <a:lnTo>
                    <a:pt x="3699497" y="8965679"/>
                  </a:lnTo>
                  <a:lnTo>
                    <a:pt x="3658222" y="8982939"/>
                  </a:lnTo>
                  <a:lnTo>
                    <a:pt x="3626078" y="9010078"/>
                  </a:lnTo>
                  <a:lnTo>
                    <a:pt x="3605199" y="9045791"/>
                  </a:lnTo>
                  <a:lnTo>
                    <a:pt x="3597770" y="9088730"/>
                  </a:lnTo>
                  <a:lnTo>
                    <a:pt x="3602228" y="9119819"/>
                  </a:lnTo>
                  <a:lnTo>
                    <a:pt x="3616058" y="9149359"/>
                  </a:lnTo>
                  <a:lnTo>
                    <a:pt x="3639959" y="9175813"/>
                  </a:lnTo>
                  <a:lnTo>
                    <a:pt x="3674630" y="9197657"/>
                  </a:lnTo>
                  <a:lnTo>
                    <a:pt x="3675342" y="9199918"/>
                  </a:lnTo>
                  <a:lnTo>
                    <a:pt x="3635146" y="9222308"/>
                  </a:lnTo>
                  <a:lnTo>
                    <a:pt x="3604869" y="9251417"/>
                  </a:lnTo>
                  <a:lnTo>
                    <a:pt x="3585781" y="9287243"/>
                  </a:lnTo>
                  <a:lnTo>
                    <a:pt x="3579139" y="9329788"/>
                  </a:lnTo>
                  <a:lnTo>
                    <a:pt x="3586315" y="9370644"/>
                  </a:lnTo>
                  <a:lnTo>
                    <a:pt x="3607168" y="9406611"/>
                  </a:lnTo>
                  <a:lnTo>
                    <a:pt x="3640696" y="9435274"/>
                  </a:lnTo>
                  <a:lnTo>
                    <a:pt x="3685908" y="9454248"/>
                  </a:lnTo>
                  <a:lnTo>
                    <a:pt x="3741775" y="9461106"/>
                  </a:lnTo>
                  <a:lnTo>
                    <a:pt x="3794455" y="9454540"/>
                  </a:lnTo>
                  <a:lnTo>
                    <a:pt x="3839781" y="9435744"/>
                  </a:lnTo>
                  <a:lnTo>
                    <a:pt x="3866680" y="9413303"/>
                  </a:lnTo>
                  <a:lnTo>
                    <a:pt x="3875252" y="9406141"/>
                  </a:lnTo>
                  <a:lnTo>
                    <a:pt x="3898366" y="9367101"/>
                  </a:lnTo>
                  <a:lnTo>
                    <a:pt x="3906634" y="9320035"/>
                  </a:lnTo>
                  <a:close/>
                </a:path>
                <a:path w="4813935" h="10208260">
                  <a:moveTo>
                    <a:pt x="3906634" y="2600401"/>
                  </a:moveTo>
                  <a:lnTo>
                    <a:pt x="3899865" y="2559304"/>
                  </a:lnTo>
                  <a:lnTo>
                    <a:pt x="3880447" y="2524569"/>
                  </a:lnTo>
                  <a:lnTo>
                    <a:pt x="3849687" y="2496413"/>
                  </a:lnTo>
                  <a:lnTo>
                    <a:pt x="3840251" y="2491473"/>
                  </a:lnTo>
                  <a:lnTo>
                    <a:pt x="3840251" y="2607081"/>
                  </a:lnTo>
                  <a:lnTo>
                    <a:pt x="3833380" y="2641689"/>
                  </a:lnTo>
                  <a:lnTo>
                    <a:pt x="3813860" y="2669108"/>
                  </a:lnTo>
                  <a:lnTo>
                    <a:pt x="3783292" y="2687155"/>
                  </a:lnTo>
                  <a:lnTo>
                    <a:pt x="3743274" y="2693657"/>
                  </a:lnTo>
                  <a:lnTo>
                    <a:pt x="3701681" y="2686126"/>
                  </a:lnTo>
                  <a:lnTo>
                    <a:pt x="3670706" y="2665857"/>
                  </a:lnTo>
                  <a:lnTo>
                    <a:pt x="3651783" y="2636355"/>
                  </a:lnTo>
                  <a:lnTo>
                    <a:pt x="3646284" y="2601125"/>
                  </a:lnTo>
                  <a:lnTo>
                    <a:pt x="3646411" y="2600401"/>
                  </a:lnTo>
                  <a:lnTo>
                    <a:pt x="3651974" y="2568283"/>
                  </a:lnTo>
                  <a:lnTo>
                    <a:pt x="3668674" y="2539962"/>
                  </a:lnTo>
                  <a:lnTo>
                    <a:pt x="3696017" y="2517203"/>
                  </a:lnTo>
                  <a:lnTo>
                    <a:pt x="3733571" y="2501176"/>
                  </a:lnTo>
                  <a:lnTo>
                    <a:pt x="3777678" y="2517203"/>
                  </a:lnTo>
                  <a:lnTo>
                    <a:pt x="3811536" y="2539009"/>
                  </a:lnTo>
                  <a:lnTo>
                    <a:pt x="3832822" y="2568283"/>
                  </a:lnTo>
                  <a:lnTo>
                    <a:pt x="3840251" y="2607081"/>
                  </a:lnTo>
                  <a:lnTo>
                    <a:pt x="3840251" y="2491473"/>
                  </a:lnTo>
                  <a:lnTo>
                    <a:pt x="3808933" y="2475039"/>
                  </a:lnTo>
                  <a:lnTo>
                    <a:pt x="3808933" y="2472779"/>
                  </a:lnTo>
                  <a:lnTo>
                    <a:pt x="3838257" y="2454135"/>
                  </a:lnTo>
                  <a:lnTo>
                    <a:pt x="3846563" y="2448852"/>
                  </a:lnTo>
                  <a:lnTo>
                    <a:pt x="3871201" y="2420823"/>
                  </a:lnTo>
                  <a:lnTo>
                    <a:pt x="3884638" y="2390406"/>
                  </a:lnTo>
                  <a:lnTo>
                    <a:pt x="3888714" y="2359342"/>
                  </a:lnTo>
                  <a:lnTo>
                    <a:pt x="3883075" y="2323719"/>
                  </a:lnTo>
                  <a:lnTo>
                    <a:pt x="3866172" y="2291207"/>
                  </a:lnTo>
                  <a:lnTo>
                    <a:pt x="3861701" y="2286978"/>
                  </a:lnTo>
                  <a:lnTo>
                    <a:pt x="3837965" y="2264562"/>
                  </a:lnTo>
                  <a:lnTo>
                    <a:pt x="3826078" y="2259139"/>
                  </a:lnTo>
                  <a:lnTo>
                    <a:pt x="3826078" y="2366073"/>
                  </a:lnTo>
                  <a:lnTo>
                    <a:pt x="3820414" y="2396401"/>
                  </a:lnTo>
                  <a:lnTo>
                    <a:pt x="3804818" y="2421280"/>
                  </a:lnTo>
                  <a:lnTo>
                    <a:pt x="3781374" y="2440571"/>
                  </a:lnTo>
                  <a:lnTo>
                    <a:pt x="3752202" y="2454135"/>
                  </a:lnTo>
                  <a:lnTo>
                    <a:pt x="3714000" y="2440571"/>
                  </a:lnTo>
                  <a:lnTo>
                    <a:pt x="3684981" y="2421940"/>
                  </a:lnTo>
                  <a:lnTo>
                    <a:pt x="3666312" y="2396921"/>
                  </a:lnTo>
                  <a:lnTo>
                    <a:pt x="3666210" y="2396401"/>
                  </a:lnTo>
                  <a:lnTo>
                    <a:pt x="3659733" y="2364575"/>
                  </a:lnTo>
                  <a:lnTo>
                    <a:pt x="3665245" y="2334818"/>
                  </a:lnTo>
                  <a:lnTo>
                    <a:pt x="3681450" y="2310104"/>
                  </a:lnTo>
                  <a:lnTo>
                    <a:pt x="3707866" y="2293226"/>
                  </a:lnTo>
                  <a:lnTo>
                    <a:pt x="3743985" y="2286978"/>
                  </a:lnTo>
                  <a:lnTo>
                    <a:pt x="3781704" y="2293886"/>
                  </a:lnTo>
                  <a:lnTo>
                    <a:pt x="3807155" y="2311971"/>
                  </a:lnTo>
                  <a:lnTo>
                    <a:pt x="3821544" y="2337333"/>
                  </a:lnTo>
                  <a:lnTo>
                    <a:pt x="3826078" y="2366073"/>
                  </a:lnTo>
                  <a:lnTo>
                    <a:pt x="3826078" y="2259139"/>
                  </a:lnTo>
                  <a:lnTo>
                    <a:pt x="3798493" y="2246553"/>
                  </a:lnTo>
                  <a:lnTo>
                    <a:pt x="3747732" y="2239949"/>
                  </a:lnTo>
                  <a:lnTo>
                    <a:pt x="3699497" y="2245995"/>
                  </a:lnTo>
                  <a:lnTo>
                    <a:pt x="3658222" y="2263267"/>
                  </a:lnTo>
                  <a:lnTo>
                    <a:pt x="3626078" y="2290419"/>
                  </a:lnTo>
                  <a:lnTo>
                    <a:pt x="3605199" y="2326119"/>
                  </a:lnTo>
                  <a:lnTo>
                    <a:pt x="3597770" y="2369045"/>
                  </a:lnTo>
                  <a:lnTo>
                    <a:pt x="3602228" y="2400135"/>
                  </a:lnTo>
                  <a:lnTo>
                    <a:pt x="3616058" y="2429675"/>
                  </a:lnTo>
                  <a:lnTo>
                    <a:pt x="3639959" y="2456154"/>
                  </a:lnTo>
                  <a:lnTo>
                    <a:pt x="3674630" y="2478024"/>
                  </a:lnTo>
                  <a:lnTo>
                    <a:pt x="3675342" y="2480284"/>
                  </a:lnTo>
                  <a:lnTo>
                    <a:pt x="3635146" y="2502649"/>
                  </a:lnTo>
                  <a:lnTo>
                    <a:pt x="3604869" y="2531745"/>
                  </a:lnTo>
                  <a:lnTo>
                    <a:pt x="3585781" y="2567571"/>
                  </a:lnTo>
                  <a:lnTo>
                    <a:pt x="3579139" y="2610104"/>
                  </a:lnTo>
                  <a:lnTo>
                    <a:pt x="3586315" y="2650972"/>
                  </a:lnTo>
                  <a:lnTo>
                    <a:pt x="3607168" y="2686939"/>
                  </a:lnTo>
                  <a:lnTo>
                    <a:pt x="3640696" y="2715603"/>
                  </a:lnTo>
                  <a:lnTo>
                    <a:pt x="3685908" y="2734564"/>
                  </a:lnTo>
                  <a:lnTo>
                    <a:pt x="3741775" y="2741422"/>
                  </a:lnTo>
                  <a:lnTo>
                    <a:pt x="3794455" y="2734843"/>
                  </a:lnTo>
                  <a:lnTo>
                    <a:pt x="3839781" y="2716060"/>
                  </a:lnTo>
                  <a:lnTo>
                    <a:pt x="3866629" y="2693657"/>
                  </a:lnTo>
                  <a:lnTo>
                    <a:pt x="3875252" y="2686469"/>
                  </a:lnTo>
                  <a:lnTo>
                    <a:pt x="3898366" y="2647442"/>
                  </a:lnTo>
                  <a:lnTo>
                    <a:pt x="3906634" y="2600401"/>
                  </a:lnTo>
                  <a:close/>
                </a:path>
                <a:path w="4813935" h="10208260">
                  <a:moveTo>
                    <a:pt x="3907358" y="8458543"/>
                  </a:moveTo>
                  <a:lnTo>
                    <a:pt x="3903840" y="8396287"/>
                  </a:lnTo>
                  <a:lnTo>
                    <a:pt x="3893439" y="8342287"/>
                  </a:lnTo>
                  <a:lnTo>
                    <a:pt x="3876421" y="8297037"/>
                  </a:lnTo>
                  <a:lnTo>
                    <a:pt x="3854793" y="8263750"/>
                  </a:lnTo>
                  <a:lnTo>
                    <a:pt x="3853002" y="8260994"/>
                  </a:lnTo>
                  <a:lnTo>
                    <a:pt x="3841737" y="8250987"/>
                  </a:lnTo>
                  <a:lnTo>
                    <a:pt x="3841737" y="8461515"/>
                  </a:lnTo>
                  <a:lnTo>
                    <a:pt x="3837863" y="8530095"/>
                  </a:lnTo>
                  <a:lnTo>
                    <a:pt x="3826141" y="8586178"/>
                  </a:lnTo>
                  <a:lnTo>
                    <a:pt x="3806444" y="8628189"/>
                  </a:lnTo>
                  <a:lnTo>
                    <a:pt x="3778605" y="8654567"/>
                  </a:lnTo>
                  <a:lnTo>
                    <a:pt x="3742499" y="8663699"/>
                  </a:lnTo>
                  <a:lnTo>
                    <a:pt x="3709352" y="8655240"/>
                  </a:lnTo>
                  <a:lnTo>
                    <a:pt x="3682060" y="8630412"/>
                  </a:lnTo>
                  <a:lnTo>
                    <a:pt x="3661511" y="8590039"/>
                  </a:lnTo>
                  <a:lnTo>
                    <a:pt x="3648545" y="8534933"/>
                  </a:lnTo>
                  <a:lnTo>
                    <a:pt x="3644023" y="8465934"/>
                  </a:lnTo>
                  <a:lnTo>
                    <a:pt x="3644074" y="8465223"/>
                  </a:lnTo>
                  <a:lnTo>
                    <a:pt x="3648837" y="8394205"/>
                  </a:lnTo>
                  <a:lnTo>
                    <a:pt x="3662413" y="8337728"/>
                  </a:lnTo>
                  <a:lnTo>
                    <a:pt x="3683520" y="8296897"/>
                  </a:lnTo>
                  <a:lnTo>
                    <a:pt x="3710889" y="8272107"/>
                  </a:lnTo>
                  <a:lnTo>
                    <a:pt x="3743274" y="8263750"/>
                  </a:lnTo>
                  <a:lnTo>
                    <a:pt x="3779570" y="8272856"/>
                  </a:lnTo>
                  <a:lnTo>
                    <a:pt x="3807256" y="8298980"/>
                  </a:lnTo>
                  <a:lnTo>
                    <a:pt x="3826624" y="8340318"/>
                  </a:lnTo>
                  <a:lnTo>
                    <a:pt x="3838016" y="8395106"/>
                  </a:lnTo>
                  <a:lnTo>
                    <a:pt x="3838079" y="8396287"/>
                  </a:lnTo>
                  <a:lnTo>
                    <a:pt x="3841737" y="8461515"/>
                  </a:lnTo>
                  <a:lnTo>
                    <a:pt x="3841737" y="8250987"/>
                  </a:lnTo>
                  <a:lnTo>
                    <a:pt x="3823258" y="8234566"/>
                  </a:lnTo>
                  <a:lnTo>
                    <a:pt x="3787914" y="8218449"/>
                  </a:lnTo>
                  <a:lnTo>
                    <a:pt x="3787622" y="8218449"/>
                  </a:lnTo>
                  <a:lnTo>
                    <a:pt x="3746970" y="8213014"/>
                  </a:lnTo>
                  <a:lnTo>
                    <a:pt x="3706622" y="8218449"/>
                  </a:lnTo>
                  <a:lnTo>
                    <a:pt x="3670477" y="8234566"/>
                  </a:lnTo>
                  <a:lnTo>
                    <a:pt x="3639350" y="8260994"/>
                  </a:lnTo>
                  <a:lnTo>
                    <a:pt x="3613721" y="8297672"/>
                  </a:lnTo>
                  <a:lnTo>
                    <a:pt x="3594570" y="8344090"/>
                  </a:lnTo>
                  <a:lnTo>
                    <a:pt x="3582543" y="8400034"/>
                  </a:lnTo>
                  <a:lnTo>
                    <a:pt x="3578364" y="8465223"/>
                  </a:lnTo>
                  <a:lnTo>
                    <a:pt x="3578415" y="8465934"/>
                  </a:lnTo>
                  <a:lnTo>
                    <a:pt x="3582746" y="8529549"/>
                  </a:lnTo>
                  <a:lnTo>
                    <a:pt x="3582860" y="8530095"/>
                  </a:lnTo>
                  <a:lnTo>
                    <a:pt x="3594239" y="8584806"/>
                  </a:lnTo>
                  <a:lnTo>
                    <a:pt x="3612299" y="8630679"/>
                  </a:lnTo>
                  <a:lnTo>
                    <a:pt x="3636340" y="8666886"/>
                  </a:lnTo>
                  <a:lnTo>
                    <a:pt x="3665804" y="8693099"/>
                  </a:lnTo>
                  <a:lnTo>
                    <a:pt x="3700157" y="8709063"/>
                  </a:lnTo>
                  <a:lnTo>
                    <a:pt x="3738803" y="8714448"/>
                  </a:lnTo>
                  <a:lnTo>
                    <a:pt x="3776878" y="8710206"/>
                  </a:lnTo>
                  <a:lnTo>
                    <a:pt x="3810444" y="8697646"/>
                  </a:lnTo>
                  <a:lnTo>
                    <a:pt x="3839337" y="8676957"/>
                  </a:lnTo>
                  <a:lnTo>
                    <a:pt x="3850449" y="8663699"/>
                  </a:lnTo>
                  <a:lnTo>
                    <a:pt x="3863352" y="8648332"/>
                  </a:lnTo>
                  <a:lnTo>
                    <a:pt x="3882339" y="8611972"/>
                  </a:lnTo>
                  <a:lnTo>
                    <a:pt x="3896118" y="8568093"/>
                  </a:lnTo>
                  <a:lnTo>
                    <a:pt x="3904513" y="8516874"/>
                  </a:lnTo>
                  <a:lnTo>
                    <a:pt x="3907358" y="8458543"/>
                  </a:lnTo>
                  <a:close/>
                </a:path>
                <a:path w="4813935" h="10208260">
                  <a:moveTo>
                    <a:pt x="3908120" y="6177559"/>
                  </a:moveTo>
                  <a:lnTo>
                    <a:pt x="3903141" y="6119406"/>
                  </a:lnTo>
                  <a:lnTo>
                    <a:pt x="3888600" y="6069508"/>
                  </a:lnTo>
                  <a:lnTo>
                    <a:pt x="3865143" y="6028893"/>
                  </a:lnTo>
                  <a:lnTo>
                    <a:pt x="3841737" y="6006541"/>
                  </a:lnTo>
                  <a:lnTo>
                    <a:pt x="3841737" y="6169342"/>
                  </a:lnTo>
                  <a:lnTo>
                    <a:pt x="3841737" y="6179820"/>
                  </a:lnTo>
                  <a:lnTo>
                    <a:pt x="3819791" y="6213437"/>
                  </a:lnTo>
                  <a:lnTo>
                    <a:pt x="3771354" y="6240132"/>
                  </a:lnTo>
                  <a:lnTo>
                    <a:pt x="3740289" y="6243967"/>
                  </a:lnTo>
                  <a:lnTo>
                    <a:pt x="3701808" y="6236373"/>
                  </a:lnTo>
                  <a:lnTo>
                    <a:pt x="3672395" y="6215151"/>
                  </a:lnTo>
                  <a:lnTo>
                    <a:pt x="3653612" y="6182588"/>
                  </a:lnTo>
                  <a:lnTo>
                    <a:pt x="3647008" y="6140996"/>
                  </a:lnTo>
                  <a:lnTo>
                    <a:pt x="3654069" y="6093612"/>
                  </a:lnTo>
                  <a:lnTo>
                    <a:pt x="3673792" y="6056300"/>
                  </a:lnTo>
                  <a:lnTo>
                    <a:pt x="3703993" y="6031852"/>
                  </a:lnTo>
                  <a:lnTo>
                    <a:pt x="3742499" y="6023089"/>
                  </a:lnTo>
                  <a:lnTo>
                    <a:pt x="3786962" y="6034303"/>
                  </a:lnTo>
                  <a:lnTo>
                    <a:pt x="3817861" y="6065177"/>
                  </a:lnTo>
                  <a:lnTo>
                    <a:pt x="3835882" y="6111570"/>
                  </a:lnTo>
                  <a:lnTo>
                    <a:pt x="3841737" y="6169342"/>
                  </a:lnTo>
                  <a:lnTo>
                    <a:pt x="3841737" y="6006541"/>
                  </a:lnTo>
                  <a:lnTo>
                    <a:pt x="3833418" y="5998591"/>
                  </a:lnTo>
                  <a:lnTo>
                    <a:pt x="3794074" y="5979655"/>
                  </a:lnTo>
                  <a:lnTo>
                    <a:pt x="3747732" y="5973115"/>
                  </a:lnTo>
                  <a:lnTo>
                    <a:pt x="3701008" y="5979515"/>
                  </a:lnTo>
                  <a:lnTo>
                    <a:pt x="3660686" y="5997410"/>
                  </a:lnTo>
                  <a:lnTo>
                    <a:pt x="3627704" y="6024880"/>
                  </a:lnTo>
                  <a:lnTo>
                    <a:pt x="3603002" y="6059995"/>
                  </a:lnTo>
                  <a:lnTo>
                    <a:pt x="3587483" y="6100838"/>
                  </a:lnTo>
                  <a:lnTo>
                    <a:pt x="3582111" y="6145466"/>
                  </a:lnTo>
                  <a:lnTo>
                    <a:pt x="3588626" y="6192723"/>
                  </a:lnTo>
                  <a:lnTo>
                    <a:pt x="3607397" y="6233528"/>
                  </a:lnTo>
                  <a:lnTo>
                    <a:pt x="3637229" y="6265557"/>
                  </a:lnTo>
                  <a:lnTo>
                    <a:pt x="3676942" y="6286487"/>
                  </a:lnTo>
                  <a:lnTo>
                    <a:pt x="3725354" y="6293980"/>
                  </a:lnTo>
                  <a:lnTo>
                    <a:pt x="3759885" y="6290437"/>
                  </a:lnTo>
                  <a:lnTo>
                    <a:pt x="3790543" y="6280188"/>
                  </a:lnTo>
                  <a:lnTo>
                    <a:pt x="3817150" y="6263754"/>
                  </a:lnTo>
                  <a:lnTo>
                    <a:pt x="3837190" y="6243967"/>
                  </a:lnTo>
                  <a:lnTo>
                    <a:pt x="3839476" y="6241707"/>
                  </a:lnTo>
                  <a:lnTo>
                    <a:pt x="3841737" y="6241707"/>
                  </a:lnTo>
                  <a:lnTo>
                    <a:pt x="3832453" y="6282055"/>
                  </a:lnTo>
                  <a:lnTo>
                    <a:pt x="3799878" y="6346482"/>
                  </a:lnTo>
                  <a:lnTo>
                    <a:pt x="3755428" y="6388481"/>
                  </a:lnTo>
                  <a:lnTo>
                    <a:pt x="3704145" y="6411989"/>
                  </a:lnTo>
                  <a:lnTo>
                    <a:pt x="3660394" y="6419367"/>
                  </a:lnTo>
                  <a:lnTo>
                    <a:pt x="3634282" y="6420701"/>
                  </a:lnTo>
                  <a:lnTo>
                    <a:pt x="3623183" y="6420104"/>
                  </a:lnTo>
                  <a:lnTo>
                    <a:pt x="3623183" y="6473825"/>
                  </a:lnTo>
                  <a:lnTo>
                    <a:pt x="3666299" y="6472352"/>
                  </a:lnTo>
                  <a:lnTo>
                    <a:pt x="3722420" y="6462560"/>
                  </a:lnTo>
                  <a:lnTo>
                    <a:pt x="3759682" y="6449098"/>
                  </a:lnTo>
                  <a:lnTo>
                    <a:pt x="3794163" y="6429896"/>
                  </a:lnTo>
                  <a:lnTo>
                    <a:pt x="3824592" y="6405169"/>
                  </a:lnTo>
                  <a:lnTo>
                    <a:pt x="3851618" y="6373952"/>
                  </a:lnTo>
                  <a:lnTo>
                    <a:pt x="3874617" y="6335776"/>
                  </a:lnTo>
                  <a:lnTo>
                    <a:pt x="3892473" y="6290437"/>
                  </a:lnTo>
                  <a:lnTo>
                    <a:pt x="3903154" y="6241707"/>
                  </a:lnTo>
                  <a:lnTo>
                    <a:pt x="3904018" y="6237770"/>
                  </a:lnTo>
                  <a:lnTo>
                    <a:pt x="3904119" y="6236373"/>
                  </a:lnTo>
                  <a:lnTo>
                    <a:pt x="3908120" y="6177559"/>
                  </a:lnTo>
                  <a:close/>
                </a:path>
                <a:path w="4813935" h="10208260">
                  <a:moveTo>
                    <a:pt x="3908120" y="5430952"/>
                  </a:moveTo>
                  <a:lnTo>
                    <a:pt x="3903141" y="5372773"/>
                  </a:lnTo>
                  <a:lnTo>
                    <a:pt x="3888600" y="5322862"/>
                  </a:lnTo>
                  <a:lnTo>
                    <a:pt x="3865143" y="5282235"/>
                  </a:lnTo>
                  <a:lnTo>
                    <a:pt x="3841737" y="5259883"/>
                  </a:lnTo>
                  <a:lnTo>
                    <a:pt x="3841737" y="5422735"/>
                  </a:lnTo>
                  <a:lnTo>
                    <a:pt x="3841737" y="5433161"/>
                  </a:lnTo>
                  <a:lnTo>
                    <a:pt x="3819791" y="5466816"/>
                  </a:lnTo>
                  <a:lnTo>
                    <a:pt x="3771354" y="5493512"/>
                  </a:lnTo>
                  <a:lnTo>
                    <a:pt x="3740289" y="5497347"/>
                  </a:lnTo>
                  <a:lnTo>
                    <a:pt x="3701808" y="5489765"/>
                  </a:lnTo>
                  <a:lnTo>
                    <a:pt x="3672395" y="5468531"/>
                  </a:lnTo>
                  <a:lnTo>
                    <a:pt x="3653612" y="5435955"/>
                  </a:lnTo>
                  <a:lnTo>
                    <a:pt x="3647008" y="5394337"/>
                  </a:lnTo>
                  <a:lnTo>
                    <a:pt x="3654069" y="5346954"/>
                  </a:lnTo>
                  <a:lnTo>
                    <a:pt x="3673792" y="5309654"/>
                  </a:lnTo>
                  <a:lnTo>
                    <a:pt x="3703993" y="5285232"/>
                  </a:lnTo>
                  <a:lnTo>
                    <a:pt x="3742499" y="5276469"/>
                  </a:lnTo>
                  <a:lnTo>
                    <a:pt x="3786962" y="5287683"/>
                  </a:lnTo>
                  <a:lnTo>
                    <a:pt x="3817861" y="5318544"/>
                  </a:lnTo>
                  <a:lnTo>
                    <a:pt x="3835882" y="5364937"/>
                  </a:lnTo>
                  <a:lnTo>
                    <a:pt x="3841737" y="5422735"/>
                  </a:lnTo>
                  <a:lnTo>
                    <a:pt x="3841737" y="5259883"/>
                  </a:lnTo>
                  <a:lnTo>
                    <a:pt x="3833418" y="5251932"/>
                  </a:lnTo>
                  <a:lnTo>
                    <a:pt x="3794074" y="5232997"/>
                  </a:lnTo>
                  <a:lnTo>
                    <a:pt x="3747732" y="5226456"/>
                  </a:lnTo>
                  <a:lnTo>
                    <a:pt x="3701008" y="5232844"/>
                  </a:lnTo>
                  <a:lnTo>
                    <a:pt x="3660686" y="5250751"/>
                  </a:lnTo>
                  <a:lnTo>
                    <a:pt x="3627704" y="5278221"/>
                  </a:lnTo>
                  <a:lnTo>
                    <a:pt x="3603002" y="5313350"/>
                  </a:lnTo>
                  <a:lnTo>
                    <a:pt x="3587483" y="5354193"/>
                  </a:lnTo>
                  <a:lnTo>
                    <a:pt x="3582111" y="5398846"/>
                  </a:lnTo>
                  <a:lnTo>
                    <a:pt x="3588626" y="5446103"/>
                  </a:lnTo>
                  <a:lnTo>
                    <a:pt x="3607397" y="5486908"/>
                  </a:lnTo>
                  <a:lnTo>
                    <a:pt x="3637229" y="5518950"/>
                  </a:lnTo>
                  <a:lnTo>
                    <a:pt x="3676942" y="5539867"/>
                  </a:lnTo>
                  <a:lnTo>
                    <a:pt x="3725354" y="5547372"/>
                  </a:lnTo>
                  <a:lnTo>
                    <a:pt x="3759924" y="5543804"/>
                  </a:lnTo>
                  <a:lnTo>
                    <a:pt x="3790543" y="5533555"/>
                  </a:lnTo>
                  <a:lnTo>
                    <a:pt x="3817150" y="5517121"/>
                  </a:lnTo>
                  <a:lnTo>
                    <a:pt x="3837190" y="5497347"/>
                  </a:lnTo>
                  <a:lnTo>
                    <a:pt x="3839476" y="5495087"/>
                  </a:lnTo>
                  <a:lnTo>
                    <a:pt x="3841737" y="5495087"/>
                  </a:lnTo>
                  <a:lnTo>
                    <a:pt x="3832453" y="5535422"/>
                  </a:lnTo>
                  <a:lnTo>
                    <a:pt x="3799878" y="5599836"/>
                  </a:lnTo>
                  <a:lnTo>
                    <a:pt x="3755428" y="5641835"/>
                  </a:lnTo>
                  <a:lnTo>
                    <a:pt x="3704145" y="5665355"/>
                  </a:lnTo>
                  <a:lnTo>
                    <a:pt x="3660394" y="5672747"/>
                  </a:lnTo>
                  <a:lnTo>
                    <a:pt x="3634282" y="5674068"/>
                  </a:lnTo>
                  <a:lnTo>
                    <a:pt x="3623183" y="5673496"/>
                  </a:lnTo>
                  <a:lnTo>
                    <a:pt x="3623183" y="5727204"/>
                  </a:lnTo>
                  <a:lnTo>
                    <a:pt x="3666299" y="5725706"/>
                  </a:lnTo>
                  <a:lnTo>
                    <a:pt x="3722420" y="5715927"/>
                  </a:lnTo>
                  <a:lnTo>
                    <a:pt x="3759682" y="5702478"/>
                  </a:lnTo>
                  <a:lnTo>
                    <a:pt x="3794163" y="5683275"/>
                  </a:lnTo>
                  <a:lnTo>
                    <a:pt x="3824592" y="5658548"/>
                  </a:lnTo>
                  <a:lnTo>
                    <a:pt x="3851618" y="5627332"/>
                  </a:lnTo>
                  <a:lnTo>
                    <a:pt x="3874617" y="5589143"/>
                  </a:lnTo>
                  <a:lnTo>
                    <a:pt x="3892473" y="5543804"/>
                  </a:lnTo>
                  <a:lnTo>
                    <a:pt x="3903154" y="5495087"/>
                  </a:lnTo>
                  <a:lnTo>
                    <a:pt x="3904119" y="5489765"/>
                  </a:lnTo>
                  <a:lnTo>
                    <a:pt x="3908120" y="5430952"/>
                  </a:lnTo>
                  <a:close/>
                </a:path>
                <a:path w="4813935" h="10208260">
                  <a:moveTo>
                    <a:pt x="3909618" y="3317176"/>
                  </a:moveTo>
                  <a:lnTo>
                    <a:pt x="3902646" y="3264484"/>
                  </a:lnTo>
                  <a:lnTo>
                    <a:pt x="3882847" y="3221075"/>
                  </a:lnTo>
                  <a:lnTo>
                    <a:pt x="3851922" y="3188347"/>
                  </a:lnTo>
                  <a:lnTo>
                    <a:pt x="3843223" y="3183902"/>
                  </a:lnTo>
                  <a:lnTo>
                    <a:pt x="3843223" y="3320872"/>
                  </a:lnTo>
                  <a:lnTo>
                    <a:pt x="3836403" y="3368332"/>
                  </a:lnTo>
                  <a:lnTo>
                    <a:pt x="3817124" y="3405098"/>
                  </a:lnTo>
                  <a:lnTo>
                    <a:pt x="3787216" y="3428860"/>
                  </a:lnTo>
                  <a:lnTo>
                    <a:pt x="3748506" y="3437293"/>
                  </a:lnTo>
                  <a:lnTo>
                    <a:pt x="3703091" y="3426841"/>
                  </a:lnTo>
                  <a:lnTo>
                    <a:pt x="3669982" y="3397859"/>
                  </a:lnTo>
                  <a:lnTo>
                    <a:pt x="3649459" y="3353905"/>
                  </a:lnTo>
                  <a:lnTo>
                    <a:pt x="3641814" y="3298533"/>
                  </a:lnTo>
                  <a:lnTo>
                    <a:pt x="3642360" y="3289973"/>
                  </a:lnTo>
                  <a:lnTo>
                    <a:pt x="3665956" y="3245269"/>
                  </a:lnTo>
                  <a:lnTo>
                    <a:pt x="3709441" y="3216414"/>
                  </a:lnTo>
                  <a:lnTo>
                    <a:pt x="3743274" y="3209696"/>
                  </a:lnTo>
                  <a:lnTo>
                    <a:pt x="3784384" y="3217303"/>
                  </a:lnTo>
                  <a:lnTo>
                    <a:pt x="3815905" y="3239262"/>
                  </a:lnTo>
                  <a:lnTo>
                    <a:pt x="3836111" y="3274237"/>
                  </a:lnTo>
                  <a:lnTo>
                    <a:pt x="3843223" y="3320872"/>
                  </a:lnTo>
                  <a:lnTo>
                    <a:pt x="3843223" y="3183902"/>
                  </a:lnTo>
                  <a:lnTo>
                    <a:pt x="3811549" y="3167684"/>
                  </a:lnTo>
                  <a:lnTo>
                    <a:pt x="3763391" y="3160496"/>
                  </a:lnTo>
                  <a:lnTo>
                    <a:pt x="3725697" y="3164929"/>
                  </a:lnTo>
                  <a:lnTo>
                    <a:pt x="3693680" y="3176867"/>
                  </a:lnTo>
                  <a:lnTo>
                    <a:pt x="3693553" y="3176867"/>
                  </a:lnTo>
                  <a:lnTo>
                    <a:pt x="3666794" y="3194774"/>
                  </a:lnTo>
                  <a:lnTo>
                    <a:pt x="3646284" y="3216414"/>
                  </a:lnTo>
                  <a:lnTo>
                    <a:pt x="3644023" y="3216414"/>
                  </a:lnTo>
                  <a:lnTo>
                    <a:pt x="3655974" y="3169488"/>
                  </a:lnTo>
                  <a:lnTo>
                    <a:pt x="3678567" y="3126206"/>
                  </a:lnTo>
                  <a:lnTo>
                    <a:pt x="3712032" y="3089148"/>
                  </a:lnTo>
                  <a:lnTo>
                    <a:pt x="3756647" y="3060903"/>
                  </a:lnTo>
                  <a:lnTo>
                    <a:pt x="3812629" y="3044075"/>
                  </a:lnTo>
                  <a:lnTo>
                    <a:pt x="3840022" y="3041091"/>
                  </a:lnTo>
                  <a:lnTo>
                    <a:pt x="3841394" y="3041091"/>
                  </a:lnTo>
                  <a:lnTo>
                    <a:pt x="3851148" y="3040799"/>
                  </a:lnTo>
                  <a:lnTo>
                    <a:pt x="3861866" y="3041091"/>
                  </a:lnTo>
                  <a:lnTo>
                    <a:pt x="3861866" y="3040799"/>
                  </a:lnTo>
                  <a:lnTo>
                    <a:pt x="3861866" y="2987332"/>
                  </a:lnTo>
                  <a:lnTo>
                    <a:pt x="3814114" y="2991078"/>
                  </a:lnTo>
                  <a:lnTo>
                    <a:pt x="3769741" y="2999867"/>
                  </a:lnTo>
                  <a:lnTo>
                    <a:pt x="3728707" y="3014878"/>
                  </a:lnTo>
                  <a:lnTo>
                    <a:pt x="3691598" y="3035897"/>
                  </a:lnTo>
                  <a:lnTo>
                    <a:pt x="3658971" y="3062719"/>
                  </a:lnTo>
                  <a:lnTo>
                    <a:pt x="3632098" y="3094621"/>
                  </a:lnTo>
                  <a:lnTo>
                    <a:pt x="3609441" y="3132798"/>
                  </a:lnTo>
                  <a:lnTo>
                    <a:pt x="3592017" y="3176867"/>
                  </a:lnTo>
                  <a:lnTo>
                    <a:pt x="3580854" y="3226384"/>
                  </a:lnTo>
                  <a:lnTo>
                    <a:pt x="3576878" y="3281337"/>
                  </a:lnTo>
                  <a:lnTo>
                    <a:pt x="3576955" y="3282264"/>
                  </a:lnTo>
                  <a:lnTo>
                    <a:pt x="3580942" y="3332492"/>
                  </a:lnTo>
                  <a:lnTo>
                    <a:pt x="3592766" y="3377463"/>
                  </a:lnTo>
                  <a:lnTo>
                    <a:pt x="3611778" y="3415639"/>
                  </a:lnTo>
                  <a:lnTo>
                    <a:pt x="3637419" y="3446399"/>
                  </a:lnTo>
                  <a:lnTo>
                    <a:pt x="3669131" y="3469119"/>
                  </a:lnTo>
                  <a:lnTo>
                    <a:pt x="3706342" y="3483203"/>
                  </a:lnTo>
                  <a:lnTo>
                    <a:pt x="3748506" y="3488029"/>
                  </a:lnTo>
                  <a:lnTo>
                    <a:pt x="3795395" y="3481540"/>
                  </a:lnTo>
                  <a:lnTo>
                    <a:pt x="3835019" y="3463467"/>
                  </a:lnTo>
                  <a:lnTo>
                    <a:pt x="3865207" y="3437293"/>
                  </a:lnTo>
                  <a:lnTo>
                    <a:pt x="3866819" y="3435908"/>
                  </a:lnTo>
                  <a:lnTo>
                    <a:pt x="3890213" y="3400933"/>
                  </a:lnTo>
                  <a:lnTo>
                    <a:pt x="3904665" y="3360661"/>
                  </a:lnTo>
                  <a:lnTo>
                    <a:pt x="3909618" y="3317176"/>
                  </a:lnTo>
                  <a:close/>
                </a:path>
                <a:path w="4813935" h="10208260">
                  <a:moveTo>
                    <a:pt x="3917823" y="1802993"/>
                  </a:moveTo>
                  <a:lnTo>
                    <a:pt x="3849954" y="1802993"/>
                  </a:lnTo>
                  <a:lnTo>
                    <a:pt x="3849954" y="1564970"/>
                  </a:lnTo>
                  <a:lnTo>
                    <a:pt x="3849954" y="1501546"/>
                  </a:lnTo>
                  <a:lnTo>
                    <a:pt x="3790251" y="1501546"/>
                  </a:lnTo>
                  <a:lnTo>
                    <a:pt x="3790251" y="1564970"/>
                  </a:lnTo>
                  <a:lnTo>
                    <a:pt x="3789273" y="1583994"/>
                  </a:lnTo>
                  <a:lnTo>
                    <a:pt x="3788067" y="1636610"/>
                  </a:lnTo>
                  <a:lnTo>
                    <a:pt x="3788041" y="1802993"/>
                  </a:lnTo>
                  <a:lnTo>
                    <a:pt x="3629139" y="1802993"/>
                  </a:lnTo>
                  <a:lnTo>
                    <a:pt x="3629139" y="1801507"/>
                  </a:lnTo>
                  <a:lnTo>
                    <a:pt x="3747732" y="1636610"/>
                  </a:lnTo>
                  <a:lnTo>
                    <a:pt x="3757612" y="1619948"/>
                  </a:lnTo>
                  <a:lnTo>
                    <a:pt x="3767328" y="1603019"/>
                  </a:lnTo>
                  <a:lnTo>
                    <a:pt x="3777335" y="1584972"/>
                  </a:lnTo>
                  <a:lnTo>
                    <a:pt x="3788041" y="1564970"/>
                  </a:lnTo>
                  <a:lnTo>
                    <a:pt x="3790251" y="1564970"/>
                  </a:lnTo>
                  <a:lnTo>
                    <a:pt x="3790251" y="1501546"/>
                  </a:lnTo>
                  <a:lnTo>
                    <a:pt x="3779101" y="1501546"/>
                  </a:lnTo>
                  <a:lnTo>
                    <a:pt x="3562705" y="1811210"/>
                  </a:lnTo>
                  <a:lnTo>
                    <a:pt x="3562705" y="1854504"/>
                  </a:lnTo>
                  <a:lnTo>
                    <a:pt x="3788041" y="1854504"/>
                  </a:lnTo>
                  <a:lnTo>
                    <a:pt x="3788041" y="1986584"/>
                  </a:lnTo>
                  <a:lnTo>
                    <a:pt x="3849954" y="1986584"/>
                  </a:lnTo>
                  <a:lnTo>
                    <a:pt x="3849954" y="1854504"/>
                  </a:lnTo>
                  <a:lnTo>
                    <a:pt x="3917823" y="1854504"/>
                  </a:lnTo>
                  <a:lnTo>
                    <a:pt x="3917823" y="1802993"/>
                  </a:lnTo>
                  <a:close/>
                </a:path>
                <a:path w="4813935" h="10208260">
                  <a:moveTo>
                    <a:pt x="4686719" y="9714370"/>
                  </a:moveTo>
                  <a:lnTo>
                    <a:pt x="4630763" y="9714370"/>
                  </a:lnTo>
                  <a:lnTo>
                    <a:pt x="4524794" y="9771202"/>
                  </a:lnTo>
                  <a:lnTo>
                    <a:pt x="4537532" y="9821177"/>
                  </a:lnTo>
                  <a:lnTo>
                    <a:pt x="4621822" y="9775622"/>
                  </a:lnTo>
                  <a:lnTo>
                    <a:pt x="4623320" y="9775622"/>
                  </a:lnTo>
                  <a:lnTo>
                    <a:pt x="4623320" y="10199510"/>
                  </a:lnTo>
                  <a:lnTo>
                    <a:pt x="4686719" y="10199510"/>
                  </a:lnTo>
                  <a:lnTo>
                    <a:pt x="4686719" y="9714370"/>
                  </a:lnTo>
                  <a:close/>
                </a:path>
                <a:path w="4813935" h="10208260">
                  <a:moveTo>
                    <a:pt x="4686719" y="8221180"/>
                  </a:moveTo>
                  <a:lnTo>
                    <a:pt x="4630763" y="8221180"/>
                  </a:lnTo>
                  <a:lnTo>
                    <a:pt x="4524794" y="8277923"/>
                  </a:lnTo>
                  <a:lnTo>
                    <a:pt x="4537532" y="8327898"/>
                  </a:lnTo>
                  <a:lnTo>
                    <a:pt x="4621822" y="8282394"/>
                  </a:lnTo>
                  <a:lnTo>
                    <a:pt x="4623320" y="8282394"/>
                  </a:lnTo>
                  <a:lnTo>
                    <a:pt x="4623320" y="8706231"/>
                  </a:lnTo>
                  <a:lnTo>
                    <a:pt x="4686719" y="8706231"/>
                  </a:lnTo>
                  <a:lnTo>
                    <a:pt x="4686719" y="8221180"/>
                  </a:lnTo>
                  <a:close/>
                </a:path>
                <a:path w="4813935" h="10208260">
                  <a:moveTo>
                    <a:pt x="4686719" y="7474572"/>
                  </a:moveTo>
                  <a:lnTo>
                    <a:pt x="4630763" y="7474572"/>
                  </a:lnTo>
                  <a:lnTo>
                    <a:pt x="4524794" y="7531316"/>
                  </a:lnTo>
                  <a:lnTo>
                    <a:pt x="4537532" y="7581227"/>
                  </a:lnTo>
                  <a:lnTo>
                    <a:pt x="4621822" y="7535735"/>
                  </a:lnTo>
                  <a:lnTo>
                    <a:pt x="4623320" y="7535735"/>
                  </a:lnTo>
                  <a:lnTo>
                    <a:pt x="4623320" y="7959611"/>
                  </a:lnTo>
                  <a:lnTo>
                    <a:pt x="4686719" y="7959611"/>
                  </a:lnTo>
                  <a:lnTo>
                    <a:pt x="4686719" y="7474572"/>
                  </a:lnTo>
                  <a:close/>
                </a:path>
                <a:path w="4813935" h="10208260">
                  <a:moveTo>
                    <a:pt x="4686719" y="8267"/>
                  </a:moveTo>
                  <a:lnTo>
                    <a:pt x="4630763" y="8267"/>
                  </a:lnTo>
                  <a:lnTo>
                    <a:pt x="4524794" y="64960"/>
                  </a:lnTo>
                  <a:lnTo>
                    <a:pt x="4537532" y="114884"/>
                  </a:lnTo>
                  <a:lnTo>
                    <a:pt x="4621822" y="69519"/>
                  </a:lnTo>
                  <a:lnTo>
                    <a:pt x="4623320" y="69519"/>
                  </a:lnTo>
                  <a:lnTo>
                    <a:pt x="4623320" y="493255"/>
                  </a:lnTo>
                  <a:lnTo>
                    <a:pt x="4686719" y="493255"/>
                  </a:lnTo>
                  <a:lnTo>
                    <a:pt x="4686719" y="8267"/>
                  </a:lnTo>
                  <a:close/>
                </a:path>
                <a:path w="4813935" h="10208260">
                  <a:moveTo>
                    <a:pt x="4779962" y="1082522"/>
                  </a:moveTo>
                  <a:lnTo>
                    <a:pt x="4774476" y="1040282"/>
                  </a:lnTo>
                  <a:lnTo>
                    <a:pt x="4737481" y="977874"/>
                  </a:lnTo>
                  <a:lnTo>
                    <a:pt x="4686935" y="946251"/>
                  </a:lnTo>
                  <a:lnTo>
                    <a:pt x="4634014" y="933348"/>
                  </a:lnTo>
                  <a:lnTo>
                    <a:pt x="4606163" y="931799"/>
                  </a:lnTo>
                  <a:lnTo>
                    <a:pt x="4593996" y="932040"/>
                  </a:lnTo>
                  <a:lnTo>
                    <a:pt x="4583862" y="932700"/>
                  </a:lnTo>
                  <a:lnTo>
                    <a:pt x="4566640" y="934720"/>
                  </a:lnTo>
                  <a:lnTo>
                    <a:pt x="4585271" y="810133"/>
                  </a:lnTo>
                  <a:lnTo>
                    <a:pt x="4770298" y="810133"/>
                  </a:lnTo>
                  <a:lnTo>
                    <a:pt x="4770298" y="754875"/>
                  </a:lnTo>
                  <a:lnTo>
                    <a:pt x="4538294" y="754875"/>
                  </a:lnTo>
                  <a:lnTo>
                    <a:pt x="4506925" y="987717"/>
                  </a:lnTo>
                  <a:lnTo>
                    <a:pt x="4521073" y="985951"/>
                  </a:lnTo>
                  <a:lnTo>
                    <a:pt x="4536846" y="984250"/>
                  </a:lnTo>
                  <a:lnTo>
                    <a:pt x="4554448" y="982980"/>
                  </a:lnTo>
                  <a:lnTo>
                    <a:pt x="4574083" y="982484"/>
                  </a:lnTo>
                  <a:lnTo>
                    <a:pt x="4636681" y="990460"/>
                  </a:lnTo>
                  <a:lnTo>
                    <a:pt x="4679912" y="1012710"/>
                  </a:lnTo>
                  <a:lnTo>
                    <a:pt x="4705096" y="1046695"/>
                  </a:lnTo>
                  <a:lnTo>
                    <a:pt x="4713579" y="1089914"/>
                  </a:lnTo>
                  <a:lnTo>
                    <a:pt x="4704334" y="1133767"/>
                  </a:lnTo>
                  <a:lnTo>
                    <a:pt x="4679340" y="1166914"/>
                  </a:lnTo>
                  <a:lnTo>
                    <a:pt x="4642751" y="1187881"/>
                  </a:lnTo>
                  <a:lnTo>
                    <a:pt x="4598670" y="1195197"/>
                  </a:lnTo>
                  <a:lnTo>
                    <a:pt x="4566742" y="1192657"/>
                  </a:lnTo>
                  <a:lnTo>
                    <a:pt x="4537888" y="1186205"/>
                  </a:lnTo>
                  <a:lnTo>
                    <a:pt x="4513491" y="1177518"/>
                  </a:lnTo>
                  <a:lnTo>
                    <a:pt x="4494962" y="1168285"/>
                  </a:lnTo>
                  <a:lnTo>
                    <a:pt x="4478591" y="1218298"/>
                  </a:lnTo>
                  <a:lnTo>
                    <a:pt x="4499762" y="1229245"/>
                  </a:lnTo>
                  <a:lnTo>
                    <a:pt x="4527816" y="1238808"/>
                  </a:lnTo>
                  <a:lnTo>
                    <a:pt x="4561459" y="1245577"/>
                  </a:lnTo>
                  <a:lnTo>
                    <a:pt x="4599444" y="1248143"/>
                  </a:lnTo>
                  <a:lnTo>
                    <a:pt x="4649343" y="1242453"/>
                  </a:lnTo>
                  <a:lnTo>
                    <a:pt x="4692993" y="1226248"/>
                  </a:lnTo>
                  <a:lnTo>
                    <a:pt x="4729150" y="1200848"/>
                  </a:lnTo>
                  <a:lnTo>
                    <a:pt x="4756531" y="1167549"/>
                  </a:lnTo>
                  <a:lnTo>
                    <a:pt x="4773892" y="1127671"/>
                  </a:lnTo>
                  <a:lnTo>
                    <a:pt x="4779962" y="1082522"/>
                  </a:lnTo>
                  <a:close/>
                </a:path>
                <a:path w="4813935" h="10208260">
                  <a:moveTo>
                    <a:pt x="4781448" y="6329058"/>
                  </a:moveTo>
                  <a:lnTo>
                    <a:pt x="4772939" y="6282626"/>
                  </a:lnTo>
                  <a:lnTo>
                    <a:pt x="4749749" y="6245771"/>
                  </a:lnTo>
                  <a:lnTo>
                    <a:pt x="4715357" y="6219393"/>
                  </a:lnTo>
                  <a:lnTo>
                    <a:pt x="4673270" y="6204420"/>
                  </a:lnTo>
                  <a:lnTo>
                    <a:pt x="4673270" y="6202985"/>
                  </a:lnTo>
                  <a:lnTo>
                    <a:pt x="4712449" y="6183020"/>
                  </a:lnTo>
                  <a:lnTo>
                    <a:pt x="4740427" y="6156503"/>
                  </a:lnTo>
                  <a:lnTo>
                    <a:pt x="4757217" y="6124664"/>
                  </a:lnTo>
                  <a:lnTo>
                    <a:pt x="4762805" y="6088773"/>
                  </a:lnTo>
                  <a:lnTo>
                    <a:pt x="4754550" y="6045809"/>
                  </a:lnTo>
                  <a:lnTo>
                    <a:pt x="4729238" y="6008814"/>
                  </a:lnTo>
                  <a:lnTo>
                    <a:pt x="4686008" y="5982894"/>
                  </a:lnTo>
                  <a:lnTo>
                    <a:pt x="4624032" y="5973115"/>
                  </a:lnTo>
                  <a:lnTo>
                    <a:pt x="4585767" y="5976328"/>
                  </a:lnTo>
                  <a:lnTo>
                    <a:pt x="4550562" y="5984773"/>
                  </a:lnTo>
                  <a:lnTo>
                    <a:pt x="4520400" y="5996711"/>
                  </a:lnTo>
                  <a:lnTo>
                    <a:pt x="4497222" y="6010402"/>
                  </a:lnTo>
                  <a:lnTo>
                    <a:pt x="4514367" y="6058166"/>
                  </a:lnTo>
                  <a:lnTo>
                    <a:pt x="4532884" y="6046863"/>
                  </a:lnTo>
                  <a:lnTo>
                    <a:pt x="4556150" y="6036526"/>
                  </a:lnTo>
                  <a:lnTo>
                    <a:pt x="4582769" y="6028982"/>
                  </a:lnTo>
                  <a:lnTo>
                    <a:pt x="4611357" y="6026074"/>
                  </a:lnTo>
                  <a:lnTo>
                    <a:pt x="4650143" y="6032043"/>
                  </a:lnTo>
                  <a:lnTo>
                    <a:pt x="4676546" y="6048095"/>
                  </a:lnTo>
                  <a:lnTo>
                    <a:pt x="4691634" y="6071438"/>
                  </a:lnTo>
                  <a:lnTo>
                    <a:pt x="4696422" y="6099238"/>
                  </a:lnTo>
                  <a:lnTo>
                    <a:pt x="4686236" y="6136284"/>
                  </a:lnTo>
                  <a:lnTo>
                    <a:pt x="4660239" y="6161811"/>
                  </a:lnTo>
                  <a:lnTo>
                    <a:pt x="4625302" y="6176556"/>
                  </a:lnTo>
                  <a:lnTo>
                    <a:pt x="4588256" y="6181306"/>
                  </a:lnTo>
                  <a:lnTo>
                    <a:pt x="4551692" y="6181306"/>
                  </a:lnTo>
                  <a:lnTo>
                    <a:pt x="4551692" y="6230556"/>
                  </a:lnTo>
                  <a:lnTo>
                    <a:pt x="4588256" y="6230556"/>
                  </a:lnTo>
                  <a:lnTo>
                    <a:pt x="4634471" y="6236157"/>
                  </a:lnTo>
                  <a:lnTo>
                    <a:pt x="4674400" y="6253581"/>
                  </a:lnTo>
                  <a:lnTo>
                    <a:pt x="4702581" y="6283744"/>
                  </a:lnTo>
                  <a:lnTo>
                    <a:pt x="4713579" y="6327572"/>
                  </a:lnTo>
                  <a:lnTo>
                    <a:pt x="4708601" y="6359271"/>
                  </a:lnTo>
                  <a:lnTo>
                    <a:pt x="4690630" y="6389700"/>
                  </a:lnTo>
                  <a:lnTo>
                    <a:pt x="4656709" y="6412573"/>
                  </a:lnTo>
                  <a:lnTo>
                    <a:pt x="4603915" y="6421602"/>
                  </a:lnTo>
                  <a:lnTo>
                    <a:pt x="4570552" y="6418491"/>
                  </a:lnTo>
                  <a:lnTo>
                    <a:pt x="4540135" y="6410769"/>
                  </a:lnTo>
                  <a:lnTo>
                    <a:pt x="4514735" y="6400825"/>
                  </a:lnTo>
                  <a:lnTo>
                    <a:pt x="4496460" y="6391034"/>
                  </a:lnTo>
                  <a:lnTo>
                    <a:pt x="4478591" y="6441732"/>
                  </a:lnTo>
                  <a:lnTo>
                    <a:pt x="4500702" y="6453479"/>
                  </a:lnTo>
                  <a:lnTo>
                    <a:pt x="4530153" y="6464033"/>
                  </a:lnTo>
                  <a:lnTo>
                    <a:pt x="4565358" y="6471628"/>
                  </a:lnTo>
                  <a:lnTo>
                    <a:pt x="4604677" y="6474549"/>
                  </a:lnTo>
                  <a:lnTo>
                    <a:pt x="4658169" y="6469151"/>
                  </a:lnTo>
                  <a:lnTo>
                    <a:pt x="4702213" y="6454064"/>
                  </a:lnTo>
                  <a:lnTo>
                    <a:pt x="4736693" y="6430886"/>
                  </a:lnTo>
                  <a:lnTo>
                    <a:pt x="4761471" y="6401244"/>
                  </a:lnTo>
                  <a:lnTo>
                    <a:pt x="4776432" y="6366764"/>
                  </a:lnTo>
                  <a:lnTo>
                    <a:pt x="4781448" y="6329058"/>
                  </a:lnTo>
                  <a:close/>
                </a:path>
                <a:path w="4813935" h="10208260">
                  <a:moveTo>
                    <a:pt x="4781448" y="3342500"/>
                  </a:moveTo>
                  <a:lnTo>
                    <a:pt x="4772939" y="3296094"/>
                  </a:lnTo>
                  <a:lnTo>
                    <a:pt x="4749749" y="3259251"/>
                  </a:lnTo>
                  <a:lnTo>
                    <a:pt x="4715357" y="3232886"/>
                  </a:lnTo>
                  <a:lnTo>
                    <a:pt x="4673270" y="3217913"/>
                  </a:lnTo>
                  <a:lnTo>
                    <a:pt x="4673270" y="3216414"/>
                  </a:lnTo>
                  <a:lnTo>
                    <a:pt x="4712449" y="3196501"/>
                  </a:lnTo>
                  <a:lnTo>
                    <a:pt x="4740427" y="3169983"/>
                  </a:lnTo>
                  <a:lnTo>
                    <a:pt x="4757217" y="3138157"/>
                  </a:lnTo>
                  <a:lnTo>
                    <a:pt x="4762805" y="3102254"/>
                  </a:lnTo>
                  <a:lnTo>
                    <a:pt x="4754550" y="3059290"/>
                  </a:lnTo>
                  <a:lnTo>
                    <a:pt x="4729238" y="3022282"/>
                  </a:lnTo>
                  <a:lnTo>
                    <a:pt x="4686008" y="2996336"/>
                  </a:lnTo>
                  <a:lnTo>
                    <a:pt x="4624032" y="2986557"/>
                  </a:lnTo>
                  <a:lnTo>
                    <a:pt x="4585767" y="2989770"/>
                  </a:lnTo>
                  <a:lnTo>
                    <a:pt x="4550562" y="2998241"/>
                  </a:lnTo>
                  <a:lnTo>
                    <a:pt x="4520400" y="3010192"/>
                  </a:lnTo>
                  <a:lnTo>
                    <a:pt x="4497222" y="3023895"/>
                  </a:lnTo>
                  <a:lnTo>
                    <a:pt x="4514367" y="3071647"/>
                  </a:lnTo>
                  <a:lnTo>
                    <a:pt x="4532884" y="3060357"/>
                  </a:lnTo>
                  <a:lnTo>
                    <a:pt x="4556150" y="3050019"/>
                  </a:lnTo>
                  <a:lnTo>
                    <a:pt x="4582769" y="3042475"/>
                  </a:lnTo>
                  <a:lnTo>
                    <a:pt x="4611357" y="3039554"/>
                  </a:lnTo>
                  <a:lnTo>
                    <a:pt x="4650143" y="3045536"/>
                  </a:lnTo>
                  <a:lnTo>
                    <a:pt x="4676546" y="3061589"/>
                  </a:lnTo>
                  <a:lnTo>
                    <a:pt x="4691634" y="3084919"/>
                  </a:lnTo>
                  <a:lnTo>
                    <a:pt x="4696422" y="3112732"/>
                  </a:lnTo>
                  <a:lnTo>
                    <a:pt x="4686236" y="3149777"/>
                  </a:lnTo>
                  <a:lnTo>
                    <a:pt x="4660239" y="3175292"/>
                  </a:lnTo>
                  <a:lnTo>
                    <a:pt x="4625302" y="3190049"/>
                  </a:lnTo>
                  <a:lnTo>
                    <a:pt x="4588256" y="3194799"/>
                  </a:lnTo>
                  <a:lnTo>
                    <a:pt x="4551692" y="3194799"/>
                  </a:lnTo>
                  <a:lnTo>
                    <a:pt x="4551692" y="3244050"/>
                  </a:lnTo>
                  <a:lnTo>
                    <a:pt x="4588256" y="3244050"/>
                  </a:lnTo>
                  <a:lnTo>
                    <a:pt x="4634471" y="3249650"/>
                  </a:lnTo>
                  <a:lnTo>
                    <a:pt x="4674400" y="3267075"/>
                  </a:lnTo>
                  <a:lnTo>
                    <a:pt x="4702581" y="3297237"/>
                  </a:lnTo>
                  <a:lnTo>
                    <a:pt x="4713579" y="3341052"/>
                  </a:lnTo>
                  <a:lnTo>
                    <a:pt x="4708601" y="3372751"/>
                  </a:lnTo>
                  <a:lnTo>
                    <a:pt x="4690630" y="3403168"/>
                  </a:lnTo>
                  <a:lnTo>
                    <a:pt x="4656709" y="3426028"/>
                  </a:lnTo>
                  <a:lnTo>
                    <a:pt x="4603915" y="3435032"/>
                  </a:lnTo>
                  <a:lnTo>
                    <a:pt x="4570552" y="3431933"/>
                  </a:lnTo>
                  <a:lnTo>
                    <a:pt x="4540135" y="3424224"/>
                  </a:lnTo>
                  <a:lnTo>
                    <a:pt x="4514735" y="3414280"/>
                  </a:lnTo>
                  <a:lnTo>
                    <a:pt x="4496460" y="3404476"/>
                  </a:lnTo>
                  <a:lnTo>
                    <a:pt x="4478591" y="3455212"/>
                  </a:lnTo>
                  <a:lnTo>
                    <a:pt x="4500702" y="3466960"/>
                  </a:lnTo>
                  <a:lnTo>
                    <a:pt x="4530153" y="3477501"/>
                  </a:lnTo>
                  <a:lnTo>
                    <a:pt x="4565358" y="3485108"/>
                  </a:lnTo>
                  <a:lnTo>
                    <a:pt x="4604677" y="3488029"/>
                  </a:lnTo>
                  <a:lnTo>
                    <a:pt x="4658169" y="3482644"/>
                  </a:lnTo>
                  <a:lnTo>
                    <a:pt x="4702213" y="3467544"/>
                  </a:lnTo>
                  <a:lnTo>
                    <a:pt x="4736693" y="3444367"/>
                  </a:lnTo>
                  <a:lnTo>
                    <a:pt x="4761471" y="3414712"/>
                  </a:lnTo>
                  <a:lnTo>
                    <a:pt x="4776432" y="3380219"/>
                  </a:lnTo>
                  <a:lnTo>
                    <a:pt x="4781448" y="3342500"/>
                  </a:lnTo>
                  <a:close/>
                </a:path>
                <a:path w="4813935" h="10208260">
                  <a:moveTo>
                    <a:pt x="4803064" y="2485466"/>
                  </a:moveTo>
                  <a:lnTo>
                    <a:pt x="4799546" y="2423210"/>
                  </a:lnTo>
                  <a:lnTo>
                    <a:pt x="4789144" y="2369223"/>
                  </a:lnTo>
                  <a:lnTo>
                    <a:pt x="4772368" y="2324608"/>
                  </a:lnTo>
                  <a:lnTo>
                    <a:pt x="4750511" y="2290686"/>
                  </a:lnTo>
                  <a:lnTo>
                    <a:pt x="4737443" y="2277910"/>
                  </a:lnTo>
                  <a:lnTo>
                    <a:pt x="4737443" y="2488450"/>
                  </a:lnTo>
                  <a:lnTo>
                    <a:pt x="4733582" y="2557043"/>
                  </a:lnTo>
                  <a:lnTo>
                    <a:pt x="4721872" y="2613139"/>
                  </a:lnTo>
                  <a:lnTo>
                    <a:pt x="4702175" y="2655163"/>
                  </a:lnTo>
                  <a:lnTo>
                    <a:pt x="4674336" y="2681541"/>
                  </a:lnTo>
                  <a:lnTo>
                    <a:pt x="4638205" y="2690685"/>
                  </a:lnTo>
                  <a:lnTo>
                    <a:pt x="4605058" y="2682227"/>
                  </a:lnTo>
                  <a:lnTo>
                    <a:pt x="4577791" y="2657386"/>
                  </a:lnTo>
                  <a:lnTo>
                    <a:pt x="4557242" y="2617012"/>
                  </a:lnTo>
                  <a:lnTo>
                    <a:pt x="4544288" y="2561920"/>
                  </a:lnTo>
                  <a:lnTo>
                    <a:pt x="4539780" y="2492921"/>
                  </a:lnTo>
                  <a:lnTo>
                    <a:pt x="4539831" y="2492197"/>
                  </a:lnTo>
                  <a:lnTo>
                    <a:pt x="4544580" y="2421178"/>
                  </a:lnTo>
                  <a:lnTo>
                    <a:pt x="4558157" y="2364689"/>
                  </a:lnTo>
                  <a:lnTo>
                    <a:pt x="4579239" y="2323846"/>
                  </a:lnTo>
                  <a:lnTo>
                    <a:pt x="4606595" y="2299043"/>
                  </a:lnTo>
                  <a:lnTo>
                    <a:pt x="4638980" y="2290686"/>
                  </a:lnTo>
                  <a:lnTo>
                    <a:pt x="4675276" y="2299792"/>
                  </a:lnTo>
                  <a:lnTo>
                    <a:pt x="4702962" y="2325903"/>
                  </a:lnTo>
                  <a:lnTo>
                    <a:pt x="4722330" y="2367254"/>
                  </a:lnTo>
                  <a:lnTo>
                    <a:pt x="4733722" y="2422029"/>
                  </a:lnTo>
                  <a:lnTo>
                    <a:pt x="4733785" y="2423210"/>
                  </a:lnTo>
                  <a:lnTo>
                    <a:pt x="4737443" y="2488450"/>
                  </a:lnTo>
                  <a:lnTo>
                    <a:pt x="4737443" y="2277910"/>
                  </a:lnTo>
                  <a:lnTo>
                    <a:pt x="4718964" y="2261489"/>
                  </a:lnTo>
                  <a:lnTo>
                    <a:pt x="4683620" y="2245385"/>
                  </a:lnTo>
                  <a:lnTo>
                    <a:pt x="4683328" y="2245385"/>
                  </a:lnTo>
                  <a:lnTo>
                    <a:pt x="4642675" y="2239949"/>
                  </a:lnTo>
                  <a:lnTo>
                    <a:pt x="4602327" y="2245385"/>
                  </a:lnTo>
                  <a:lnTo>
                    <a:pt x="4566183" y="2261489"/>
                  </a:lnTo>
                  <a:lnTo>
                    <a:pt x="4535068" y="2287930"/>
                  </a:lnTo>
                  <a:lnTo>
                    <a:pt x="4509427" y="2324608"/>
                  </a:lnTo>
                  <a:lnTo>
                    <a:pt x="4490275" y="2371039"/>
                  </a:lnTo>
                  <a:lnTo>
                    <a:pt x="4478248" y="2426995"/>
                  </a:lnTo>
                  <a:lnTo>
                    <a:pt x="4474070" y="2492197"/>
                  </a:lnTo>
                  <a:lnTo>
                    <a:pt x="4474121" y="2492921"/>
                  </a:lnTo>
                  <a:lnTo>
                    <a:pt x="4478452" y="2556510"/>
                  </a:lnTo>
                  <a:lnTo>
                    <a:pt x="4478566" y="2557043"/>
                  </a:lnTo>
                  <a:lnTo>
                    <a:pt x="4489958" y="2611767"/>
                  </a:lnTo>
                  <a:lnTo>
                    <a:pt x="4508017" y="2657640"/>
                  </a:lnTo>
                  <a:lnTo>
                    <a:pt x="4532058" y="2693847"/>
                  </a:lnTo>
                  <a:lnTo>
                    <a:pt x="4561535" y="2720073"/>
                  </a:lnTo>
                  <a:lnTo>
                    <a:pt x="4595876" y="2736037"/>
                  </a:lnTo>
                  <a:lnTo>
                    <a:pt x="4634509" y="2741422"/>
                  </a:lnTo>
                  <a:lnTo>
                    <a:pt x="4672584" y="2737180"/>
                  </a:lnTo>
                  <a:lnTo>
                    <a:pt x="4735042" y="2703919"/>
                  </a:lnTo>
                  <a:lnTo>
                    <a:pt x="4778045" y="2638920"/>
                  </a:lnTo>
                  <a:lnTo>
                    <a:pt x="4791824" y="2595029"/>
                  </a:lnTo>
                  <a:lnTo>
                    <a:pt x="4800231" y="2543810"/>
                  </a:lnTo>
                  <a:lnTo>
                    <a:pt x="4803064" y="2485466"/>
                  </a:lnTo>
                  <a:close/>
                </a:path>
                <a:path w="4813935" h="10208260">
                  <a:moveTo>
                    <a:pt x="4803064" y="1738858"/>
                  </a:moveTo>
                  <a:lnTo>
                    <a:pt x="4799546" y="1676603"/>
                  </a:lnTo>
                  <a:lnTo>
                    <a:pt x="4789144" y="1622602"/>
                  </a:lnTo>
                  <a:lnTo>
                    <a:pt x="4772126" y="1577340"/>
                  </a:lnTo>
                  <a:lnTo>
                    <a:pt x="4772037" y="1577213"/>
                  </a:lnTo>
                  <a:lnTo>
                    <a:pt x="4750511" y="1544066"/>
                  </a:lnTo>
                  <a:lnTo>
                    <a:pt x="4748720" y="1541310"/>
                  </a:lnTo>
                  <a:lnTo>
                    <a:pt x="4737443" y="1531302"/>
                  </a:lnTo>
                  <a:lnTo>
                    <a:pt x="4737443" y="1741830"/>
                  </a:lnTo>
                  <a:lnTo>
                    <a:pt x="4733582" y="1810410"/>
                  </a:lnTo>
                  <a:lnTo>
                    <a:pt x="4721872" y="1866493"/>
                  </a:lnTo>
                  <a:lnTo>
                    <a:pt x="4702175" y="1908505"/>
                  </a:lnTo>
                  <a:lnTo>
                    <a:pt x="4674336" y="1934870"/>
                  </a:lnTo>
                  <a:lnTo>
                    <a:pt x="4638205" y="1944014"/>
                  </a:lnTo>
                  <a:lnTo>
                    <a:pt x="4605058" y="1935556"/>
                  </a:lnTo>
                  <a:lnTo>
                    <a:pt x="4577791" y="1910740"/>
                  </a:lnTo>
                  <a:lnTo>
                    <a:pt x="4557242" y="1870367"/>
                  </a:lnTo>
                  <a:lnTo>
                    <a:pt x="4544288" y="1815274"/>
                  </a:lnTo>
                  <a:lnTo>
                    <a:pt x="4539780" y="1746250"/>
                  </a:lnTo>
                  <a:lnTo>
                    <a:pt x="4539831" y="1745526"/>
                  </a:lnTo>
                  <a:lnTo>
                    <a:pt x="4544580" y="1674520"/>
                  </a:lnTo>
                  <a:lnTo>
                    <a:pt x="4558157" y="1618043"/>
                  </a:lnTo>
                  <a:lnTo>
                    <a:pt x="4579239" y="1577213"/>
                  </a:lnTo>
                  <a:lnTo>
                    <a:pt x="4606595" y="1552422"/>
                  </a:lnTo>
                  <a:lnTo>
                    <a:pt x="4638980" y="1544066"/>
                  </a:lnTo>
                  <a:lnTo>
                    <a:pt x="4675276" y="1553171"/>
                  </a:lnTo>
                  <a:lnTo>
                    <a:pt x="4702962" y="1579295"/>
                  </a:lnTo>
                  <a:lnTo>
                    <a:pt x="4722330" y="1620634"/>
                  </a:lnTo>
                  <a:lnTo>
                    <a:pt x="4733722" y="1675409"/>
                  </a:lnTo>
                  <a:lnTo>
                    <a:pt x="4733785" y="1676603"/>
                  </a:lnTo>
                  <a:lnTo>
                    <a:pt x="4737443" y="1741830"/>
                  </a:lnTo>
                  <a:lnTo>
                    <a:pt x="4737443" y="1531302"/>
                  </a:lnTo>
                  <a:lnTo>
                    <a:pt x="4718964" y="1514881"/>
                  </a:lnTo>
                  <a:lnTo>
                    <a:pt x="4683620" y="1498765"/>
                  </a:lnTo>
                  <a:lnTo>
                    <a:pt x="4683328" y="1498765"/>
                  </a:lnTo>
                  <a:lnTo>
                    <a:pt x="4642675" y="1493329"/>
                  </a:lnTo>
                  <a:lnTo>
                    <a:pt x="4602327" y="1498765"/>
                  </a:lnTo>
                  <a:lnTo>
                    <a:pt x="4566183" y="1514881"/>
                  </a:lnTo>
                  <a:lnTo>
                    <a:pt x="4535055" y="1541310"/>
                  </a:lnTo>
                  <a:lnTo>
                    <a:pt x="4509427" y="1577987"/>
                  </a:lnTo>
                  <a:lnTo>
                    <a:pt x="4490275" y="1624406"/>
                  </a:lnTo>
                  <a:lnTo>
                    <a:pt x="4478248" y="1680349"/>
                  </a:lnTo>
                  <a:lnTo>
                    <a:pt x="4474070" y="1745526"/>
                  </a:lnTo>
                  <a:lnTo>
                    <a:pt x="4474121" y="1746250"/>
                  </a:lnTo>
                  <a:lnTo>
                    <a:pt x="4478452" y="1809864"/>
                  </a:lnTo>
                  <a:lnTo>
                    <a:pt x="4478566" y="1810410"/>
                  </a:lnTo>
                  <a:lnTo>
                    <a:pt x="4489958" y="1865122"/>
                  </a:lnTo>
                  <a:lnTo>
                    <a:pt x="4508017" y="1910994"/>
                  </a:lnTo>
                  <a:lnTo>
                    <a:pt x="4532058" y="1947189"/>
                  </a:lnTo>
                  <a:lnTo>
                    <a:pt x="4561535" y="1973414"/>
                  </a:lnTo>
                  <a:lnTo>
                    <a:pt x="4595876" y="1989366"/>
                  </a:lnTo>
                  <a:lnTo>
                    <a:pt x="4634509" y="1994750"/>
                  </a:lnTo>
                  <a:lnTo>
                    <a:pt x="4672584" y="1990521"/>
                  </a:lnTo>
                  <a:lnTo>
                    <a:pt x="4706163" y="1977961"/>
                  </a:lnTo>
                  <a:lnTo>
                    <a:pt x="4735042" y="1957260"/>
                  </a:lnTo>
                  <a:lnTo>
                    <a:pt x="4746155" y="1944014"/>
                  </a:lnTo>
                  <a:lnTo>
                    <a:pt x="4759058" y="1928647"/>
                  </a:lnTo>
                  <a:lnTo>
                    <a:pt x="4778045" y="1892287"/>
                  </a:lnTo>
                  <a:lnTo>
                    <a:pt x="4791824" y="1848408"/>
                  </a:lnTo>
                  <a:lnTo>
                    <a:pt x="4800231" y="1797189"/>
                  </a:lnTo>
                  <a:lnTo>
                    <a:pt x="4803064" y="1738858"/>
                  </a:lnTo>
                  <a:close/>
                </a:path>
                <a:path w="4813935" h="10208260">
                  <a:moveTo>
                    <a:pt x="4803826" y="6924180"/>
                  </a:moveTo>
                  <a:lnTo>
                    <a:pt x="4798847" y="6866026"/>
                  </a:lnTo>
                  <a:lnTo>
                    <a:pt x="4784306" y="6816128"/>
                  </a:lnTo>
                  <a:lnTo>
                    <a:pt x="4760849" y="6775501"/>
                  </a:lnTo>
                  <a:lnTo>
                    <a:pt x="4737443" y="6753149"/>
                  </a:lnTo>
                  <a:lnTo>
                    <a:pt x="4737443" y="6915963"/>
                  </a:lnTo>
                  <a:lnTo>
                    <a:pt x="4737443" y="6926440"/>
                  </a:lnTo>
                  <a:lnTo>
                    <a:pt x="4715497" y="6960082"/>
                  </a:lnTo>
                  <a:lnTo>
                    <a:pt x="4667059" y="6986791"/>
                  </a:lnTo>
                  <a:lnTo>
                    <a:pt x="4635995" y="6990626"/>
                  </a:lnTo>
                  <a:lnTo>
                    <a:pt x="4597514" y="6983031"/>
                  </a:lnTo>
                  <a:lnTo>
                    <a:pt x="4568101" y="6961784"/>
                  </a:lnTo>
                  <a:lnTo>
                    <a:pt x="4549318" y="6929209"/>
                  </a:lnTo>
                  <a:lnTo>
                    <a:pt x="4542714" y="6887616"/>
                  </a:lnTo>
                  <a:lnTo>
                    <a:pt x="4549775" y="6840233"/>
                  </a:lnTo>
                  <a:lnTo>
                    <a:pt x="4569498" y="6802933"/>
                  </a:lnTo>
                  <a:lnTo>
                    <a:pt x="4599698" y="6778511"/>
                  </a:lnTo>
                  <a:lnTo>
                    <a:pt x="4638205" y="6769748"/>
                  </a:lnTo>
                  <a:lnTo>
                    <a:pt x="4682668" y="6780962"/>
                  </a:lnTo>
                  <a:lnTo>
                    <a:pt x="4713567" y="6811810"/>
                  </a:lnTo>
                  <a:lnTo>
                    <a:pt x="4731588" y="6858190"/>
                  </a:lnTo>
                  <a:lnTo>
                    <a:pt x="4737443" y="6915963"/>
                  </a:lnTo>
                  <a:lnTo>
                    <a:pt x="4737443" y="6753149"/>
                  </a:lnTo>
                  <a:lnTo>
                    <a:pt x="4729137" y="6745211"/>
                  </a:lnTo>
                  <a:lnTo>
                    <a:pt x="4689780" y="6726275"/>
                  </a:lnTo>
                  <a:lnTo>
                    <a:pt x="4643437" y="6719735"/>
                  </a:lnTo>
                  <a:lnTo>
                    <a:pt x="4596714" y="6726123"/>
                  </a:lnTo>
                  <a:lnTo>
                    <a:pt x="4556391" y="6744030"/>
                  </a:lnTo>
                  <a:lnTo>
                    <a:pt x="4523410" y="6771500"/>
                  </a:lnTo>
                  <a:lnTo>
                    <a:pt x="4498708" y="6806628"/>
                  </a:lnTo>
                  <a:lnTo>
                    <a:pt x="4483201" y="6847484"/>
                  </a:lnTo>
                  <a:lnTo>
                    <a:pt x="4477817" y="6892125"/>
                  </a:lnTo>
                  <a:lnTo>
                    <a:pt x="4484332" y="6939356"/>
                  </a:lnTo>
                  <a:lnTo>
                    <a:pt x="4503102" y="6980148"/>
                  </a:lnTo>
                  <a:lnTo>
                    <a:pt x="4532935" y="7012178"/>
                  </a:lnTo>
                  <a:lnTo>
                    <a:pt x="4572647" y="7033107"/>
                  </a:lnTo>
                  <a:lnTo>
                    <a:pt x="4621060" y="7040600"/>
                  </a:lnTo>
                  <a:lnTo>
                    <a:pt x="4655578" y="7037057"/>
                  </a:lnTo>
                  <a:lnTo>
                    <a:pt x="4686249" y="7026808"/>
                  </a:lnTo>
                  <a:lnTo>
                    <a:pt x="4712855" y="7010400"/>
                  </a:lnTo>
                  <a:lnTo>
                    <a:pt x="4732896" y="6990626"/>
                  </a:lnTo>
                  <a:lnTo>
                    <a:pt x="4735195" y="6988365"/>
                  </a:lnTo>
                  <a:lnTo>
                    <a:pt x="4737443" y="6988365"/>
                  </a:lnTo>
                  <a:lnTo>
                    <a:pt x="4728172" y="7028688"/>
                  </a:lnTo>
                  <a:lnTo>
                    <a:pt x="4695596" y="7093102"/>
                  </a:lnTo>
                  <a:lnTo>
                    <a:pt x="4651133" y="7135114"/>
                  </a:lnTo>
                  <a:lnTo>
                    <a:pt x="4599851" y="7158634"/>
                  </a:lnTo>
                  <a:lnTo>
                    <a:pt x="4556099" y="7166026"/>
                  </a:lnTo>
                  <a:lnTo>
                    <a:pt x="4529988" y="7167346"/>
                  </a:lnTo>
                  <a:lnTo>
                    <a:pt x="4518888" y="7166775"/>
                  </a:lnTo>
                  <a:lnTo>
                    <a:pt x="4518888" y="7220445"/>
                  </a:lnTo>
                  <a:lnTo>
                    <a:pt x="4562005" y="7218972"/>
                  </a:lnTo>
                  <a:lnTo>
                    <a:pt x="4618126" y="7209180"/>
                  </a:lnTo>
                  <a:lnTo>
                    <a:pt x="4655388" y="7195731"/>
                  </a:lnTo>
                  <a:lnTo>
                    <a:pt x="4689868" y="7176529"/>
                  </a:lnTo>
                  <a:lnTo>
                    <a:pt x="4720298" y="7151776"/>
                  </a:lnTo>
                  <a:lnTo>
                    <a:pt x="4747323" y="7120585"/>
                  </a:lnTo>
                  <a:lnTo>
                    <a:pt x="4770323" y="7082409"/>
                  </a:lnTo>
                  <a:lnTo>
                    <a:pt x="4788179" y="7037057"/>
                  </a:lnTo>
                  <a:lnTo>
                    <a:pt x="4798860" y="6988365"/>
                  </a:lnTo>
                  <a:lnTo>
                    <a:pt x="4799825" y="6983031"/>
                  </a:lnTo>
                  <a:lnTo>
                    <a:pt x="4803826" y="6924180"/>
                  </a:lnTo>
                  <a:close/>
                </a:path>
                <a:path w="4813935" h="10208260">
                  <a:moveTo>
                    <a:pt x="4803826" y="4684280"/>
                  </a:moveTo>
                  <a:lnTo>
                    <a:pt x="4798847" y="4626127"/>
                  </a:lnTo>
                  <a:lnTo>
                    <a:pt x="4784306" y="4576229"/>
                  </a:lnTo>
                  <a:lnTo>
                    <a:pt x="4760849" y="4535614"/>
                  </a:lnTo>
                  <a:lnTo>
                    <a:pt x="4737443" y="4513250"/>
                  </a:lnTo>
                  <a:lnTo>
                    <a:pt x="4737443" y="4676114"/>
                  </a:lnTo>
                  <a:lnTo>
                    <a:pt x="4737443" y="4686541"/>
                  </a:lnTo>
                  <a:lnTo>
                    <a:pt x="4715497" y="4720183"/>
                  </a:lnTo>
                  <a:lnTo>
                    <a:pt x="4667059" y="4746891"/>
                  </a:lnTo>
                  <a:lnTo>
                    <a:pt x="4635995" y="4750727"/>
                  </a:lnTo>
                  <a:lnTo>
                    <a:pt x="4597514" y="4743132"/>
                  </a:lnTo>
                  <a:lnTo>
                    <a:pt x="4568101" y="4721898"/>
                  </a:lnTo>
                  <a:lnTo>
                    <a:pt x="4549318" y="4689310"/>
                  </a:lnTo>
                  <a:lnTo>
                    <a:pt x="4542714" y="4647717"/>
                  </a:lnTo>
                  <a:lnTo>
                    <a:pt x="4549775" y="4600333"/>
                  </a:lnTo>
                  <a:lnTo>
                    <a:pt x="4569498" y="4563046"/>
                  </a:lnTo>
                  <a:lnTo>
                    <a:pt x="4599698" y="4538611"/>
                  </a:lnTo>
                  <a:lnTo>
                    <a:pt x="4638205" y="4529861"/>
                  </a:lnTo>
                  <a:lnTo>
                    <a:pt x="4682668" y="4541063"/>
                  </a:lnTo>
                  <a:lnTo>
                    <a:pt x="4713567" y="4571924"/>
                  </a:lnTo>
                  <a:lnTo>
                    <a:pt x="4731588" y="4618317"/>
                  </a:lnTo>
                  <a:lnTo>
                    <a:pt x="4737443" y="4676114"/>
                  </a:lnTo>
                  <a:lnTo>
                    <a:pt x="4737443" y="4513250"/>
                  </a:lnTo>
                  <a:lnTo>
                    <a:pt x="4729137" y="4505312"/>
                  </a:lnTo>
                  <a:lnTo>
                    <a:pt x="4689780" y="4486376"/>
                  </a:lnTo>
                  <a:lnTo>
                    <a:pt x="4643437" y="4479836"/>
                  </a:lnTo>
                  <a:lnTo>
                    <a:pt x="4596714" y="4486237"/>
                  </a:lnTo>
                  <a:lnTo>
                    <a:pt x="4556391" y="4504131"/>
                  </a:lnTo>
                  <a:lnTo>
                    <a:pt x="4523410" y="4531601"/>
                  </a:lnTo>
                  <a:lnTo>
                    <a:pt x="4498708" y="4566729"/>
                  </a:lnTo>
                  <a:lnTo>
                    <a:pt x="4483201" y="4607585"/>
                  </a:lnTo>
                  <a:lnTo>
                    <a:pt x="4477817" y="4652238"/>
                  </a:lnTo>
                  <a:lnTo>
                    <a:pt x="4484332" y="4699470"/>
                  </a:lnTo>
                  <a:lnTo>
                    <a:pt x="4503102" y="4740262"/>
                  </a:lnTo>
                  <a:lnTo>
                    <a:pt x="4532935" y="4772279"/>
                  </a:lnTo>
                  <a:lnTo>
                    <a:pt x="4572647" y="4793208"/>
                  </a:lnTo>
                  <a:lnTo>
                    <a:pt x="4621060" y="4800701"/>
                  </a:lnTo>
                  <a:lnTo>
                    <a:pt x="4655578" y="4797158"/>
                  </a:lnTo>
                  <a:lnTo>
                    <a:pt x="4686249" y="4786909"/>
                  </a:lnTo>
                  <a:lnTo>
                    <a:pt x="4712855" y="4770501"/>
                  </a:lnTo>
                  <a:lnTo>
                    <a:pt x="4732896" y="4750727"/>
                  </a:lnTo>
                  <a:lnTo>
                    <a:pt x="4735195" y="4748479"/>
                  </a:lnTo>
                  <a:lnTo>
                    <a:pt x="4737443" y="4748479"/>
                  </a:lnTo>
                  <a:lnTo>
                    <a:pt x="4728172" y="4788801"/>
                  </a:lnTo>
                  <a:lnTo>
                    <a:pt x="4695596" y="4853203"/>
                  </a:lnTo>
                  <a:lnTo>
                    <a:pt x="4651133" y="4895215"/>
                  </a:lnTo>
                  <a:lnTo>
                    <a:pt x="4599851" y="4918735"/>
                  </a:lnTo>
                  <a:lnTo>
                    <a:pt x="4556099" y="4926127"/>
                  </a:lnTo>
                  <a:lnTo>
                    <a:pt x="4529988" y="4927447"/>
                  </a:lnTo>
                  <a:lnTo>
                    <a:pt x="4518888" y="4926876"/>
                  </a:lnTo>
                  <a:lnTo>
                    <a:pt x="4518888" y="4980597"/>
                  </a:lnTo>
                  <a:lnTo>
                    <a:pt x="4562005" y="4979098"/>
                  </a:lnTo>
                  <a:lnTo>
                    <a:pt x="4618126" y="4969294"/>
                  </a:lnTo>
                  <a:lnTo>
                    <a:pt x="4655388" y="4955845"/>
                  </a:lnTo>
                  <a:lnTo>
                    <a:pt x="4689868" y="4936655"/>
                  </a:lnTo>
                  <a:lnTo>
                    <a:pt x="4701197" y="4927447"/>
                  </a:lnTo>
                  <a:lnTo>
                    <a:pt x="4720298" y="4911928"/>
                  </a:lnTo>
                  <a:lnTo>
                    <a:pt x="4747323" y="4880711"/>
                  </a:lnTo>
                  <a:lnTo>
                    <a:pt x="4770323" y="4842522"/>
                  </a:lnTo>
                  <a:lnTo>
                    <a:pt x="4788179" y="4797158"/>
                  </a:lnTo>
                  <a:lnTo>
                    <a:pt x="4798860" y="4748479"/>
                  </a:lnTo>
                  <a:lnTo>
                    <a:pt x="4799825" y="4743132"/>
                  </a:lnTo>
                  <a:lnTo>
                    <a:pt x="4803826" y="4684280"/>
                  </a:lnTo>
                  <a:close/>
                </a:path>
                <a:path w="4813935" h="10208260">
                  <a:moveTo>
                    <a:pt x="4813528" y="9269298"/>
                  </a:moveTo>
                  <a:lnTo>
                    <a:pt x="4745660" y="9269298"/>
                  </a:lnTo>
                  <a:lnTo>
                    <a:pt x="4745660" y="9031275"/>
                  </a:lnTo>
                  <a:lnTo>
                    <a:pt x="4745660" y="8967851"/>
                  </a:lnTo>
                  <a:lnTo>
                    <a:pt x="4685957" y="8967851"/>
                  </a:lnTo>
                  <a:lnTo>
                    <a:pt x="4685957" y="9031275"/>
                  </a:lnTo>
                  <a:lnTo>
                    <a:pt x="4684979" y="9050299"/>
                  </a:lnTo>
                  <a:lnTo>
                    <a:pt x="4683772" y="9102903"/>
                  </a:lnTo>
                  <a:lnTo>
                    <a:pt x="4683747" y="9269298"/>
                  </a:lnTo>
                  <a:lnTo>
                    <a:pt x="4524794" y="9269298"/>
                  </a:lnTo>
                  <a:lnTo>
                    <a:pt x="4524794" y="9267812"/>
                  </a:lnTo>
                  <a:lnTo>
                    <a:pt x="4643437" y="9102903"/>
                  </a:lnTo>
                  <a:lnTo>
                    <a:pt x="4653318" y="9086253"/>
                  </a:lnTo>
                  <a:lnTo>
                    <a:pt x="4663033" y="9069324"/>
                  </a:lnTo>
                  <a:lnTo>
                    <a:pt x="4673041" y="9051277"/>
                  </a:lnTo>
                  <a:lnTo>
                    <a:pt x="4683747" y="9031275"/>
                  </a:lnTo>
                  <a:lnTo>
                    <a:pt x="4685957" y="9031275"/>
                  </a:lnTo>
                  <a:lnTo>
                    <a:pt x="4685957" y="8967851"/>
                  </a:lnTo>
                  <a:lnTo>
                    <a:pt x="4674806" y="8967851"/>
                  </a:lnTo>
                  <a:lnTo>
                    <a:pt x="4458411" y="9277515"/>
                  </a:lnTo>
                  <a:lnTo>
                    <a:pt x="4458411" y="9320809"/>
                  </a:lnTo>
                  <a:lnTo>
                    <a:pt x="4683747" y="9320809"/>
                  </a:lnTo>
                  <a:lnTo>
                    <a:pt x="4683747" y="9452889"/>
                  </a:lnTo>
                  <a:lnTo>
                    <a:pt x="4745660" y="9452889"/>
                  </a:lnTo>
                  <a:lnTo>
                    <a:pt x="4745660" y="9320809"/>
                  </a:lnTo>
                  <a:lnTo>
                    <a:pt x="4813528" y="9320809"/>
                  </a:lnTo>
                  <a:lnTo>
                    <a:pt x="4813528" y="9269298"/>
                  </a:lnTo>
                  <a:close/>
                </a:path>
                <a:path w="4813935" h="10208260">
                  <a:moveTo>
                    <a:pt x="4813528" y="5536171"/>
                  </a:moveTo>
                  <a:lnTo>
                    <a:pt x="4745660" y="5536171"/>
                  </a:lnTo>
                  <a:lnTo>
                    <a:pt x="4745660" y="5298097"/>
                  </a:lnTo>
                  <a:lnTo>
                    <a:pt x="4745660" y="5234673"/>
                  </a:lnTo>
                  <a:lnTo>
                    <a:pt x="4685957" y="5234673"/>
                  </a:lnTo>
                  <a:lnTo>
                    <a:pt x="4685957" y="5298097"/>
                  </a:lnTo>
                  <a:lnTo>
                    <a:pt x="4684979" y="5317147"/>
                  </a:lnTo>
                  <a:lnTo>
                    <a:pt x="4683772" y="5369738"/>
                  </a:lnTo>
                  <a:lnTo>
                    <a:pt x="4683747" y="5536171"/>
                  </a:lnTo>
                  <a:lnTo>
                    <a:pt x="4524794" y="5536171"/>
                  </a:lnTo>
                  <a:lnTo>
                    <a:pt x="4524794" y="5534634"/>
                  </a:lnTo>
                  <a:lnTo>
                    <a:pt x="4643437" y="5369738"/>
                  </a:lnTo>
                  <a:lnTo>
                    <a:pt x="4653318" y="5353113"/>
                  </a:lnTo>
                  <a:lnTo>
                    <a:pt x="4663046" y="5336171"/>
                  </a:lnTo>
                  <a:lnTo>
                    <a:pt x="4673041" y="5318125"/>
                  </a:lnTo>
                  <a:lnTo>
                    <a:pt x="4683747" y="5298097"/>
                  </a:lnTo>
                  <a:lnTo>
                    <a:pt x="4685957" y="5298097"/>
                  </a:lnTo>
                  <a:lnTo>
                    <a:pt x="4685957" y="5234673"/>
                  </a:lnTo>
                  <a:lnTo>
                    <a:pt x="4674806" y="5234673"/>
                  </a:lnTo>
                  <a:lnTo>
                    <a:pt x="4458411" y="5544388"/>
                  </a:lnTo>
                  <a:lnTo>
                    <a:pt x="4458411" y="5587631"/>
                  </a:lnTo>
                  <a:lnTo>
                    <a:pt x="4683747" y="5587631"/>
                  </a:lnTo>
                  <a:lnTo>
                    <a:pt x="4683747" y="5719711"/>
                  </a:lnTo>
                  <a:lnTo>
                    <a:pt x="4745660" y="5719711"/>
                  </a:lnTo>
                  <a:lnTo>
                    <a:pt x="4745660" y="5587631"/>
                  </a:lnTo>
                  <a:lnTo>
                    <a:pt x="4813528" y="5587631"/>
                  </a:lnTo>
                  <a:lnTo>
                    <a:pt x="4813528" y="5536171"/>
                  </a:lnTo>
                  <a:close/>
                </a:path>
                <a:path w="4813935" h="10208260">
                  <a:moveTo>
                    <a:pt x="4813528" y="4042892"/>
                  </a:moveTo>
                  <a:lnTo>
                    <a:pt x="4745660" y="4042892"/>
                  </a:lnTo>
                  <a:lnTo>
                    <a:pt x="4745660" y="3804869"/>
                  </a:lnTo>
                  <a:lnTo>
                    <a:pt x="4745660" y="3741394"/>
                  </a:lnTo>
                  <a:lnTo>
                    <a:pt x="4685957" y="3741394"/>
                  </a:lnTo>
                  <a:lnTo>
                    <a:pt x="4685957" y="3804869"/>
                  </a:lnTo>
                  <a:lnTo>
                    <a:pt x="4684979" y="3823893"/>
                  </a:lnTo>
                  <a:lnTo>
                    <a:pt x="4683772" y="3876497"/>
                  </a:lnTo>
                  <a:lnTo>
                    <a:pt x="4683747" y="4042892"/>
                  </a:lnTo>
                  <a:lnTo>
                    <a:pt x="4524794" y="4042892"/>
                  </a:lnTo>
                  <a:lnTo>
                    <a:pt x="4524794" y="4041406"/>
                  </a:lnTo>
                  <a:lnTo>
                    <a:pt x="4643437" y="3876497"/>
                  </a:lnTo>
                  <a:lnTo>
                    <a:pt x="4653318" y="3859847"/>
                  </a:lnTo>
                  <a:lnTo>
                    <a:pt x="4663033" y="3842918"/>
                  </a:lnTo>
                  <a:lnTo>
                    <a:pt x="4673041" y="3824871"/>
                  </a:lnTo>
                  <a:lnTo>
                    <a:pt x="4683747" y="3804869"/>
                  </a:lnTo>
                  <a:lnTo>
                    <a:pt x="4685957" y="3804869"/>
                  </a:lnTo>
                  <a:lnTo>
                    <a:pt x="4685957" y="3741394"/>
                  </a:lnTo>
                  <a:lnTo>
                    <a:pt x="4674806" y="3741394"/>
                  </a:lnTo>
                  <a:lnTo>
                    <a:pt x="4458411" y="4051109"/>
                  </a:lnTo>
                  <a:lnTo>
                    <a:pt x="4458411" y="4094403"/>
                  </a:lnTo>
                  <a:lnTo>
                    <a:pt x="4683747" y="4094403"/>
                  </a:lnTo>
                  <a:lnTo>
                    <a:pt x="4683747" y="4226484"/>
                  </a:lnTo>
                  <a:lnTo>
                    <a:pt x="4745660" y="4226484"/>
                  </a:lnTo>
                  <a:lnTo>
                    <a:pt x="4745660" y="4094403"/>
                  </a:lnTo>
                  <a:lnTo>
                    <a:pt x="4813528" y="4094403"/>
                  </a:lnTo>
                  <a:lnTo>
                    <a:pt x="4813528" y="4042892"/>
                  </a:lnTo>
                  <a:close/>
                </a:path>
              </a:pathLst>
            </a:custGeom>
            <a:solidFill>
              <a:srgbClr val="000000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6907" y="42544"/>
              <a:ext cx="3938270" cy="10208260"/>
            </a:xfrm>
            <a:custGeom>
              <a:avLst/>
              <a:gdLst/>
              <a:ahLst/>
              <a:cxnLst/>
              <a:rect l="l" t="t" r="r" b="b"/>
              <a:pathLst>
                <a:path w="3938270" h="10208260">
                  <a:moveTo>
                    <a:pt x="228307" y="8967851"/>
                  </a:moveTo>
                  <a:lnTo>
                    <a:pt x="172300" y="8967851"/>
                  </a:lnTo>
                  <a:lnTo>
                    <a:pt x="66382" y="9024595"/>
                  </a:lnTo>
                  <a:lnTo>
                    <a:pt x="79057" y="9074518"/>
                  </a:lnTo>
                  <a:lnTo>
                    <a:pt x="163360" y="9029014"/>
                  </a:lnTo>
                  <a:lnTo>
                    <a:pt x="164846" y="9029014"/>
                  </a:lnTo>
                  <a:lnTo>
                    <a:pt x="164846" y="9452889"/>
                  </a:lnTo>
                  <a:lnTo>
                    <a:pt x="228307" y="9452889"/>
                  </a:lnTo>
                  <a:lnTo>
                    <a:pt x="228307" y="8967851"/>
                  </a:lnTo>
                  <a:close/>
                </a:path>
                <a:path w="3938270" h="10208260">
                  <a:moveTo>
                    <a:pt x="228307" y="5981281"/>
                  </a:moveTo>
                  <a:lnTo>
                    <a:pt x="172300" y="5981281"/>
                  </a:lnTo>
                  <a:lnTo>
                    <a:pt x="66382" y="6038037"/>
                  </a:lnTo>
                  <a:lnTo>
                    <a:pt x="79057" y="6087999"/>
                  </a:lnTo>
                  <a:lnTo>
                    <a:pt x="163360" y="6042495"/>
                  </a:lnTo>
                  <a:lnTo>
                    <a:pt x="164846" y="6042495"/>
                  </a:lnTo>
                  <a:lnTo>
                    <a:pt x="164846" y="6466383"/>
                  </a:lnTo>
                  <a:lnTo>
                    <a:pt x="228307" y="6466383"/>
                  </a:lnTo>
                  <a:lnTo>
                    <a:pt x="228307" y="5981281"/>
                  </a:lnTo>
                  <a:close/>
                </a:path>
                <a:path w="3938270" h="10208260">
                  <a:moveTo>
                    <a:pt x="321538" y="10042055"/>
                  </a:moveTo>
                  <a:lnTo>
                    <a:pt x="316039" y="9999853"/>
                  </a:lnTo>
                  <a:lnTo>
                    <a:pt x="279044" y="9937483"/>
                  </a:lnTo>
                  <a:lnTo>
                    <a:pt x="228498" y="9905809"/>
                  </a:lnTo>
                  <a:lnTo>
                    <a:pt x="175564" y="9892919"/>
                  </a:lnTo>
                  <a:lnTo>
                    <a:pt x="147701" y="9891370"/>
                  </a:lnTo>
                  <a:lnTo>
                    <a:pt x="135534" y="9891611"/>
                  </a:lnTo>
                  <a:lnTo>
                    <a:pt x="125412" y="9892246"/>
                  </a:lnTo>
                  <a:lnTo>
                    <a:pt x="116547" y="9893198"/>
                  </a:lnTo>
                  <a:lnTo>
                    <a:pt x="108165" y="9894354"/>
                  </a:lnTo>
                  <a:lnTo>
                    <a:pt x="126809" y="9769716"/>
                  </a:lnTo>
                  <a:lnTo>
                    <a:pt x="311835" y="9769716"/>
                  </a:lnTo>
                  <a:lnTo>
                    <a:pt x="311835" y="9714370"/>
                  </a:lnTo>
                  <a:lnTo>
                    <a:pt x="79832" y="9714370"/>
                  </a:lnTo>
                  <a:lnTo>
                    <a:pt x="48463" y="9947250"/>
                  </a:lnTo>
                  <a:lnTo>
                    <a:pt x="62636" y="9945484"/>
                  </a:lnTo>
                  <a:lnTo>
                    <a:pt x="78422" y="9943808"/>
                  </a:lnTo>
                  <a:lnTo>
                    <a:pt x="96012" y="9942563"/>
                  </a:lnTo>
                  <a:lnTo>
                    <a:pt x="115608" y="9942068"/>
                  </a:lnTo>
                  <a:lnTo>
                    <a:pt x="178219" y="9950044"/>
                  </a:lnTo>
                  <a:lnTo>
                    <a:pt x="221462" y="9972281"/>
                  </a:lnTo>
                  <a:lnTo>
                    <a:pt x="246659" y="10006266"/>
                  </a:lnTo>
                  <a:lnTo>
                    <a:pt x="255155" y="10049446"/>
                  </a:lnTo>
                  <a:lnTo>
                    <a:pt x="245910" y="10093300"/>
                  </a:lnTo>
                  <a:lnTo>
                    <a:pt x="220929" y="10126447"/>
                  </a:lnTo>
                  <a:lnTo>
                    <a:pt x="184327" y="10147414"/>
                  </a:lnTo>
                  <a:lnTo>
                    <a:pt x="140258" y="10154729"/>
                  </a:lnTo>
                  <a:lnTo>
                    <a:pt x="108292" y="10152202"/>
                  </a:lnTo>
                  <a:lnTo>
                    <a:pt x="79425" y="10145751"/>
                  </a:lnTo>
                  <a:lnTo>
                    <a:pt x="55054" y="10137089"/>
                  </a:lnTo>
                  <a:lnTo>
                    <a:pt x="36550" y="10127920"/>
                  </a:lnTo>
                  <a:lnTo>
                    <a:pt x="20116" y="10177882"/>
                  </a:lnTo>
                  <a:lnTo>
                    <a:pt x="41325" y="10188816"/>
                  </a:lnTo>
                  <a:lnTo>
                    <a:pt x="69380" y="10198392"/>
                  </a:lnTo>
                  <a:lnTo>
                    <a:pt x="103022" y="10205187"/>
                  </a:lnTo>
                  <a:lnTo>
                    <a:pt x="140970" y="10207765"/>
                  </a:lnTo>
                  <a:lnTo>
                    <a:pt x="190881" y="10202075"/>
                  </a:lnTo>
                  <a:lnTo>
                    <a:pt x="234543" y="10185857"/>
                  </a:lnTo>
                  <a:lnTo>
                    <a:pt x="270700" y="10160444"/>
                  </a:lnTo>
                  <a:lnTo>
                    <a:pt x="298107" y="10127132"/>
                  </a:lnTo>
                  <a:lnTo>
                    <a:pt x="315468" y="10087229"/>
                  </a:lnTo>
                  <a:lnTo>
                    <a:pt x="321538" y="10042055"/>
                  </a:lnTo>
                  <a:close/>
                </a:path>
                <a:path w="3938270" h="10208260">
                  <a:moveTo>
                    <a:pt x="321538" y="1829130"/>
                  </a:moveTo>
                  <a:lnTo>
                    <a:pt x="316039" y="1786902"/>
                  </a:lnTo>
                  <a:lnTo>
                    <a:pt x="279044" y="1724533"/>
                  </a:lnTo>
                  <a:lnTo>
                    <a:pt x="228498" y="1692897"/>
                  </a:lnTo>
                  <a:lnTo>
                    <a:pt x="175564" y="1679968"/>
                  </a:lnTo>
                  <a:lnTo>
                    <a:pt x="147701" y="1678406"/>
                  </a:lnTo>
                  <a:lnTo>
                    <a:pt x="135534" y="1678660"/>
                  </a:lnTo>
                  <a:lnTo>
                    <a:pt x="125412" y="1679321"/>
                  </a:lnTo>
                  <a:lnTo>
                    <a:pt x="108165" y="1681391"/>
                  </a:lnTo>
                  <a:lnTo>
                    <a:pt x="126809" y="1556753"/>
                  </a:lnTo>
                  <a:lnTo>
                    <a:pt x="311835" y="1556753"/>
                  </a:lnTo>
                  <a:lnTo>
                    <a:pt x="311835" y="1501546"/>
                  </a:lnTo>
                  <a:lnTo>
                    <a:pt x="79832" y="1501546"/>
                  </a:lnTo>
                  <a:lnTo>
                    <a:pt x="48463" y="1734388"/>
                  </a:lnTo>
                  <a:lnTo>
                    <a:pt x="62636" y="1732610"/>
                  </a:lnTo>
                  <a:lnTo>
                    <a:pt x="78422" y="1730921"/>
                  </a:lnTo>
                  <a:lnTo>
                    <a:pt x="96012" y="1729651"/>
                  </a:lnTo>
                  <a:lnTo>
                    <a:pt x="115608" y="1729143"/>
                  </a:lnTo>
                  <a:lnTo>
                    <a:pt x="178219" y="1737118"/>
                  </a:lnTo>
                  <a:lnTo>
                    <a:pt x="221462" y="1759369"/>
                  </a:lnTo>
                  <a:lnTo>
                    <a:pt x="246659" y="1793341"/>
                  </a:lnTo>
                  <a:lnTo>
                    <a:pt x="255155" y="1836534"/>
                  </a:lnTo>
                  <a:lnTo>
                    <a:pt x="245910" y="1880387"/>
                  </a:lnTo>
                  <a:lnTo>
                    <a:pt x="220929" y="1913534"/>
                  </a:lnTo>
                  <a:lnTo>
                    <a:pt x="184327" y="1934489"/>
                  </a:lnTo>
                  <a:lnTo>
                    <a:pt x="140258" y="1941804"/>
                  </a:lnTo>
                  <a:lnTo>
                    <a:pt x="108292" y="1939290"/>
                  </a:lnTo>
                  <a:lnTo>
                    <a:pt x="79425" y="1932851"/>
                  </a:lnTo>
                  <a:lnTo>
                    <a:pt x="55054" y="1924177"/>
                  </a:lnTo>
                  <a:lnTo>
                    <a:pt x="36550" y="1914944"/>
                  </a:lnTo>
                  <a:lnTo>
                    <a:pt x="20116" y="1964969"/>
                  </a:lnTo>
                  <a:lnTo>
                    <a:pt x="41325" y="1975878"/>
                  </a:lnTo>
                  <a:lnTo>
                    <a:pt x="69380" y="1985429"/>
                  </a:lnTo>
                  <a:lnTo>
                    <a:pt x="103022" y="1992185"/>
                  </a:lnTo>
                  <a:lnTo>
                    <a:pt x="140970" y="1994750"/>
                  </a:lnTo>
                  <a:lnTo>
                    <a:pt x="190881" y="1989061"/>
                  </a:lnTo>
                  <a:lnTo>
                    <a:pt x="234543" y="1972868"/>
                  </a:lnTo>
                  <a:lnTo>
                    <a:pt x="270700" y="1947481"/>
                  </a:lnTo>
                  <a:lnTo>
                    <a:pt x="298107" y="1914182"/>
                  </a:lnTo>
                  <a:lnTo>
                    <a:pt x="315468" y="1874304"/>
                  </a:lnTo>
                  <a:lnTo>
                    <a:pt x="321538" y="1829130"/>
                  </a:lnTo>
                  <a:close/>
                </a:path>
                <a:path w="3938270" h="10208260">
                  <a:moveTo>
                    <a:pt x="323024" y="7075678"/>
                  </a:moveTo>
                  <a:lnTo>
                    <a:pt x="314515" y="7029234"/>
                  </a:lnTo>
                  <a:lnTo>
                    <a:pt x="291312" y="6992379"/>
                  </a:lnTo>
                  <a:lnTo>
                    <a:pt x="256921" y="6966013"/>
                  </a:lnTo>
                  <a:lnTo>
                    <a:pt x="214858" y="6951040"/>
                  </a:lnTo>
                  <a:lnTo>
                    <a:pt x="214858" y="6949592"/>
                  </a:lnTo>
                  <a:lnTo>
                    <a:pt x="254000" y="6929666"/>
                  </a:lnTo>
                  <a:lnTo>
                    <a:pt x="281965" y="6903161"/>
                  </a:lnTo>
                  <a:lnTo>
                    <a:pt x="298754" y="6871335"/>
                  </a:lnTo>
                  <a:lnTo>
                    <a:pt x="304342" y="6835432"/>
                  </a:lnTo>
                  <a:lnTo>
                    <a:pt x="296100" y="6792468"/>
                  </a:lnTo>
                  <a:lnTo>
                    <a:pt x="270789" y="6755460"/>
                  </a:lnTo>
                  <a:lnTo>
                    <a:pt x="227584" y="6729514"/>
                  </a:lnTo>
                  <a:lnTo>
                    <a:pt x="165620" y="6719735"/>
                  </a:lnTo>
                  <a:lnTo>
                    <a:pt x="127342" y="6722935"/>
                  </a:lnTo>
                  <a:lnTo>
                    <a:pt x="92138" y="6731381"/>
                  </a:lnTo>
                  <a:lnTo>
                    <a:pt x="61976" y="6743332"/>
                  </a:lnTo>
                  <a:lnTo>
                    <a:pt x="38811" y="6757022"/>
                  </a:lnTo>
                  <a:lnTo>
                    <a:pt x="55956" y="6804774"/>
                  </a:lnTo>
                  <a:lnTo>
                    <a:pt x="74447" y="6793484"/>
                  </a:lnTo>
                  <a:lnTo>
                    <a:pt x="97726" y="6783171"/>
                  </a:lnTo>
                  <a:lnTo>
                    <a:pt x="124358" y="6775640"/>
                  </a:lnTo>
                  <a:lnTo>
                    <a:pt x="152933" y="6772732"/>
                  </a:lnTo>
                  <a:lnTo>
                    <a:pt x="191719" y="6778701"/>
                  </a:lnTo>
                  <a:lnTo>
                    <a:pt x="218109" y="6794741"/>
                  </a:lnTo>
                  <a:lnTo>
                    <a:pt x="233172" y="6818058"/>
                  </a:lnTo>
                  <a:lnTo>
                    <a:pt x="237959" y="6845859"/>
                  </a:lnTo>
                  <a:lnTo>
                    <a:pt x="227774" y="6882917"/>
                  </a:lnTo>
                  <a:lnTo>
                    <a:pt x="201777" y="6908444"/>
                  </a:lnTo>
                  <a:lnTo>
                    <a:pt x="166827" y="6923214"/>
                  </a:lnTo>
                  <a:lnTo>
                    <a:pt x="129781" y="6927977"/>
                  </a:lnTo>
                  <a:lnTo>
                    <a:pt x="93230" y="6927977"/>
                  </a:lnTo>
                  <a:lnTo>
                    <a:pt x="93230" y="6977177"/>
                  </a:lnTo>
                  <a:lnTo>
                    <a:pt x="129781" y="6977177"/>
                  </a:lnTo>
                  <a:lnTo>
                    <a:pt x="176009" y="6982790"/>
                  </a:lnTo>
                  <a:lnTo>
                    <a:pt x="215963" y="7000227"/>
                  </a:lnTo>
                  <a:lnTo>
                    <a:pt x="244157" y="7030402"/>
                  </a:lnTo>
                  <a:lnTo>
                    <a:pt x="255155" y="7074230"/>
                  </a:lnTo>
                  <a:lnTo>
                    <a:pt x="250177" y="7105904"/>
                  </a:lnTo>
                  <a:lnTo>
                    <a:pt x="232194" y="7136320"/>
                  </a:lnTo>
                  <a:lnTo>
                    <a:pt x="198272" y="7159193"/>
                  </a:lnTo>
                  <a:lnTo>
                    <a:pt x="145440" y="7168210"/>
                  </a:lnTo>
                  <a:lnTo>
                    <a:pt x="112090" y="7165111"/>
                  </a:lnTo>
                  <a:lnTo>
                    <a:pt x="81673" y="7157402"/>
                  </a:lnTo>
                  <a:lnTo>
                    <a:pt x="56286" y="7147458"/>
                  </a:lnTo>
                  <a:lnTo>
                    <a:pt x="38036" y="7137654"/>
                  </a:lnTo>
                  <a:lnTo>
                    <a:pt x="20116" y="7188390"/>
                  </a:lnTo>
                  <a:lnTo>
                    <a:pt x="42227" y="7200125"/>
                  </a:lnTo>
                  <a:lnTo>
                    <a:pt x="71691" y="7210679"/>
                  </a:lnTo>
                  <a:lnTo>
                    <a:pt x="106883" y="7218286"/>
                  </a:lnTo>
                  <a:lnTo>
                    <a:pt x="146215" y="7221207"/>
                  </a:lnTo>
                  <a:lnTo>
                    <a:pt x="199720" y="7215822"/>
                  </a:lnTo>
                  <a:lnTo>
                    <a:pt x="243776" y="7200722"/>
                  </a:lnTo>
                  <a:lnTo>
                    <a:pt x="278269" y="7177545"/>
                  </a:lnTo>
                  <a:lnTo>
                    <a:pt x="303047" y="7147890"/>
                  </a:lnTo>
                  <a:lnTo>
                    <a:pt x="318008" y="7113397"/>
                  </a:lnTo>
                  <a:lnTo>
                    <a:pt x="323024" y="7075678"/>
                  </a:lnTo>
                  <a:close/>
                </a:path>
                <a:path w="3938270" h="10208260">
                  <a:moveTo>
                    <a:pt x="337197" y="8267"/>
                  </a:moveTo>
                  <a:lnTo>
                    <a:pt x="31318" y="8267"/>
                  </a:lnTo>
                  <a:lnTo>
                    <a:pt x="31318" y="62750"/>
                  </a:lnTo>
                  <a:lnTo>
                    <a:pt x="268554" y="62750"/>
                  </a:lnTo>
                  <a:lnTo>
                    <a:pt x="268554" y="64236"/>
                  </a:lnTo>
                  <a:lnTo>
                    <a:pt x="58166" y="493255"/>
                  </a:lnTo>
                  <a:lnTo>
                    <a:pt x="126034" y="493255"/>
                  </a:lnTo>
                  <a:lnTo>
                    <a:pt x="337197" y="51562"/>
                  </a:lnTo>
                  <a:lnTo>
                    <a:pt x="337197" y="8267"/>
                  </a:lnTo>
                  <a:close/>
                </a:path>
                <a:path w="3938270" h="10208260">
                  <a:moveTo>
                    <a:pt x="343928" y="2600401"/>
                  </a:moveTo>
                  <a:lnTo>
                    <a:pt x="337146" y="2559304"/>
                  </a:lnTo>
                  <a:lnTo>
                    <a:pt x="317703" y="2524569"/>
                  </a:lnTo>
                  <a:lnTo>
                    <a:pt x="286943" y="2496413"/>
                  </a:lnTo>
                  <a:lnTo>
                    <a:pt x="277533" y="2491486"/>
                  </a:lnTo>
                  <a:lnTo>
                    <a:pt x="277533" y="2607081"/>
                  </a:lnTo>
                  <a:lnTo>
                    <a:pt x="270662" y="2641689"/>
                  </a:lnTo>
                  <a:lnTo>
                    <a:pt x="251129" y="2669108"/>
                  </a:lnTo>
                  <a:lnTo>
                    <a:pt x="220560" y="2687155"/>
                  </a:lnTo>
                  <a:lnTo>
                    <a:pt x="180555" y="2693657"/>
                  </a:lnTo>
                  <a:lnTo>
                    <a:pt x="138938" y="2686126"/>
                  </a:lnTo>
                  <a:lnTo>
                    <a:pt x="107975" y="2665857"/>
                  </a:lnTo>
                  <a:lnTo>
                    <a:pt x="89039" y="2636355"/>
                  </a:lnTo>
                  <a:lnTo>
                    <a:pt x="83527" y="2601125"/>
                  </a:lnTo>
                  <a:lnTo>
                    <a:pt x="83654" y="2600401"/>
                  </a:lnTo>
                  <a:lnTo>
                    <a:pt x="89217" y="2568283"/>
                  </a:lnTo>
                  <a:lnTo>
                    <a:pt x="105930" y="2539962"/>
                  </a:lnTo>
                  <a:lnTo>
                    <a:pt x="133273" y="2517203"/>
                  </a:lnTo>
                  <a:lnTo>
                    <a:pt x="170802" y="2501176"/>
                  </a:lnTo>
                  <a:lnTo>
                    <a:pt x="214934" y="2517203"/>
                  </a:lnTo>
                  <a:lnTo>
                    <a:pt x="248793" y="2539009"/>
                  </a:lnTo>
                  <a:lnTo>
                    <a:pt x="270090" y="2568283"/>
                  </a:lnTo>
                  <a:lnTo>
                    <a:pt x="277533" y="2607081"/>
                  </a:lnTo>
                  <a:lnTo>
                    <a:pt x="277533" y="2491486"/>
                  </a:lnTo>
                  <a:lnTo>
                    <a:pt x="246176" y="2475039"/>
                  </a:lnTo>
                  <a:lnTo>
                    <a:pt x="246176" y="2472779"/>
                  </a:lnTo>
                  <a:lnTo>
                    <a:pt x="275513" y="2454135"/>
                  </a:lnTo>
                  <a:lnTo>
                    <a:pt x="283832" y="2448852"/>
                  </a:lnTo>
                  <a:lnTo>
                    <a:pt x="308483" y="2420823"/>
                  </a:lnTo>
                  <a:lnTo>
                    <a:pt x="321932" y="2390406"/>
                  </a:lnTo>
                  <a:lnTo>
                    <a:pt x="326009" y="2359342"/>
                  </a:lnTo>
                  <a:lnTo>
                    <a:pt x="320370" y="2323719"/>
                  </a:lnTo>
                  <a:lnTo>
                    <a:pt x="303453" y="2291207"/>
                  </a:lnTo>
                  <a:lnTo>
                    <a:pt x="298983" y="2286978"/>
                  </a:lnTo>
                  <a:lnTo>
                    <a:pt x="275259" y="2264562"/>
                  </a:lnTo>
                  <a:lnTo>
                    <a:pt x="263321" y="2259126"/>
                  </a:lnTo>
                  <a:lnTo>
                    <a:pt x="263321" y="2366073"/>
                  </a:lnTo>
                  <a:lnTo>
                    <a:pt x="257657" y="2396401"/>
                  </a:lnTo>
                  <a:lnTo>
                    <a:pt x="242074" y="2421280"/>
                  </a:lnTo>
                  <a:lnTo>
                    <a:pt x="218655" y="2440571"/>
                  </a:lnTo>
                  <a:lnTo>
                    <a:pt x="189496" y="2454135"/>
                  </a:lnTo>
                  <a:lnTo>
                    <a:pt x="151282" y="2440571"/>
                  </a:lnTo>
                  <a:lnTo>
                    <a:pt x="122250" y="2421940"/>
                  </a:lnTo>
                  <a:lnTo>
                    <a:pt x="103568" y="2396921"/>
                  </a:lnTo>
                  <a:lnTo>
                    <a:pt x="103454" y="2396401"/>
                  </a:lnTo>
                  <a:lnTo>
                    <a:pt x="96977" y="2364575"/>
                  </a:lnTo>
                  <a:lnTo>
                    <a:pt x="102489" y="2334818"/>
                  </a:lnTo>
                  <a:lnTo>
                    <a:pt x="118694" y="2310104"/>
                  </a:lnTo>
                  <a:lnTo>
                    <a:pt x="145122" y="2293226"/>
                  </a:lnTo>
                  <a:lnTo>
                    <a:pt x="181279" y="2286978"/>
                  </a:lnTo>
                  <a:lnTo>
                    <a:pt x="218960" y="2293886"/>
                  </a:lnTo>
                  <a:lnTo>
                    <a:pt x="244398" y="2311971"/>
                  </a:lnTo>
                  <a:lnTo>
                    <a:pt x="258787" y="2337333"/>
                  </a:lnTo>
                  <a:lnTo>
                    <a:pt x="263321" y="2366073"/>
                  </a:lnTo>
                  <a:lnTo>
                    <a:pt x="263321" y="2259126"/>
                  </a:lnTo>
                  <a:lnTo>
                    <a:pt x="235788" y="2246553"/>
                  </a:lnTo>
                  <a:lnTo>
                    <a:pt x="185026" y="2239949"/>
                  </a:lnTo>
                  <a:lnTo>
                    <a:pt x="136766" y="2245995"/>
                  </a:lnTo>
                  <a:lnTo>
                    <a:pt x="95491" y="2263267"/>
                  </a:lnTo>
                  <a:lnTo>
                    <a:pt x="63347" y="2290419"/>
                  </a:lnTo>
                  <a:lnTo>
                    <a:pt x="42494" y="2326119"/>
                  </a:lnTo>
                  <a:lnTo>
                    <a:pt x="35064" y="2369045"/>
                  </a:lnTo>
                  <a:lnTo>
                    <a:pt x="39509" y="2400135"/>
                  </a:lnTo>
                  <a:lnTo>
                    <a:pt x="53327" y="2429675"/>
                  </a:lnTo>
                  <a:lnTo>
                    <a:pt x="77228" y="2456154"/>
                  </a:lnTo>
                  <a:lnTo>
                    <a:pt x="111912" y="2478024"/>
                  </a:lnTo>
                  <a:lnTo>
                    <a:pt x="112636" y="2480284"/>
                  </a:lnTo>
                  <a:lnTo>
                    <a:pt x="72415" y="2502649"/>
                  </a:lnTo>
                  <a:lnTo>
                    <a:pt x="42138" y="2531745"/>
                  </a:lnTo>
                  <a:lnTo>
                    <a:pt x="23063" y="2567571"/>
                  </a:lnTo>
                  <a:lnTo>
                    <a:pt x="16421" y="2610104"/>
                  </a:lnTo>
                  <a:lnTo>
                    <a:pt x="23596" y="2650972"/>
                  </a:lnTo>
                  <a:lnTo>
                    <a:pt x="44437" y="2686939"/>
                  </a:lnTo>
                  <a:lnTo>
                    <a:pt x="77965" y="2715603"/>
                  </a:lnTo>
                  <a:lnTo>
                    <a:pt x="123151" y="2734564"/>
                  </a:lnTo>
                  <a:lnTo>
                    <a:pt x="179019" y="2741422"/>
                  </a:lnTo>
                  <a:lnTo>
                    <a:pt x="231698" y="2734843"/>
                  </a:lnTo>
                  <a:lnTo>
                    <a:pt x="277037" y="2716060"/>
                  </a:lnTo>
                  <a:lnTo>
                    <a:pt x="303898" y="2693657"/>
                  </a:lnTo>
                  <a:lnTo>
                    <a:pt x="312521" y="2686469"/>
                  </a:lnTo>
                  <a:lnTo>
                    <a:pt x="335661" y="2647442"/>
                  </a:lnTo>
                  <a:lnTo>
                    <a:pt x="343928" y="2600401"/>
                  </a:lnTo>
                  <a:close/>
                </a:path>
                <a:path w="3938270" h="10208260">
                  <a:moveTo>
                    <a:pt x="344639" y="5472023"/>
                  </a:moveTo>
                  <a:lnTo>
                    <a:pt x="341122" y="5409768"/>
                  </a:lnTo>
                  <a:lnTo>
                    <a:pt x="330733" y="5355768"/>
                  </a:lnTo>
                  <a:lnTo>
                    <a:pt x="313702" y="5310505"/>
                  </a:lnTo>
                  <a:lnTo>
                    <a:pt x="313601" y="5310352"/>
                  </a:lnTo>
                  <a:lnTo>
                    <a:pt x="292074" y="5277193"/>
                  </a:lnTo>
                  <a:lnTo>
                    <a:pt x="290296" y="5274449"/>
                  </a:lnTo>
                  <a:lnTo>
                    <a:pt x="279031" y="5264455"/>
                  </a:lnTo>
                  <a:lnTo>
                    <a:pt x="279031" y="5475008"/>
                  </a:lnTo>
                  <a:lnTo>
                    <a:pt x="275158" y="5543575"/>
                  </a:lnTo>
                  <a:lnTo>
                    <a:pt x="263436" y="5599671"/>
                  </a:lnTo>
                  <a:lnTo>
                    <a:pt x="243725" y="5641683"/>
                  </a:lnTo>
                  <a:lnTo>
                    <a:pt x="215900" y="5668048"/>
                  </a:lnTo>
                  <a:lnTo>
                    <a:pt x="179793" y="5677192"/>
                  </a:lnTo>
                  <a:lnTo>
                    <a:pt x="146621" y="5668734"/>
                  </a:lnTo>
                  <a:lnTo>
                    <a:pt x="119329" y="5643905"/>
                  </a:lnTo>
                  <a:lnTo>
                    <a:pt x="98780" y="5603532"/>
                  </a:lnTo>
                  <a:lnTo>
                    <a:pt x="85826" y="5548427"/>
                  </a:lnTo>
                  <a:lnTo>
                    <a:pt x="81318" y="5479427"/>
                  </a:lnTo>
                  <a:lnTo>
                    <a:pt x="81368" y="5478704"/>
                  </a:lnTo>
                  <a:lnTo>
                    <a:pt x="86118" y="5407698"/>
                  </a:lnTo>
                  <a:lnTo>
                    <a:pt x="99695" y="5351196"/>
                  </a:lnTo>
                  <a:lnTo>
                    <a:pt x="120789" y="5310352"/>
                  </a:lnTo>
                  <a:lnTo>
                    <a:pt x="148158" y="5285549"/>
                  </a:lnTo>
                  <a:lnTo>
                    <a:pt x="180555" y="5277193"/>
                  </a:lnTo>
                  <a:lnTo>
                    <a:pt x="216865" y="5286299"/>
                  </a:lnTo>
                  <a:lnTo>
                    <a:pt x="263918" y="5353799"/>
                  </a:lnTo>
                  <a:lnTo>
                    <a:pt x="275297" y="5408587"/>
                  </a:lnTo>
                  <a:lnTo>
                    <a:pt x="279031" y="5475008"/>
                  </a:lnTo>
                  <a:lnTo>
                    <a:pt x="279031" y="5264455"/>
                  </a:lnTo>
                  <a:lnTo>
                    <a:pt x="260527" y="5248008"/>
                  </a:lnTo>
                  <a:lnTo>
                    <a:pt x="225196" y="5231892"/>
                  </a:lnTo>
                  <a:lnTo>
                    <a:pt x="224891" y="5231892"/>
                  </a:lnTo>
                  <a:lnTo>
                    <a:pt x="184251" y="5226456"/>
                  </a:lnTo>
                  <a:lnTo>
                    <a:pt x="143916" y="5231892"/>
                  </a:lnTo>
                  <a:lnTo>
                    <a:pt x="107772" y="5248008"/>
                  </a:lnTo>
                  <a:lnTo>
                    <a:pt x="76619" y="5274449"/>
                  </a:lnTo>
                  <a:lnTo>
                    <a:pt x="51003" y="5311127"/>
                  </a:lnTo>
                  <a:lnTo>
                    <a:pt x="31851" y="5357546"/>
                  </a:lnTo>
                  <a:lnTo>
                    <a:pt x="19824" y="5413502"/>
                  </a:lnTo>
                  <a:lnTo>
                    <a:pt x="15659" y="5478704"/>
                  </a:lnTo>
                  <a:lnTo>
                    <a:pt x="15697" y="5479427"/>
                  </a:lnTo>
                  <a:lnTo>
                    <a:pt x="20040" y="5543029"/>
                  </a:lnTo>
                  <a:lnTo>
                    <a:pt x="20154" y="5543575"/>
                  </a:lnTo>
                  <a:lnTo>
                    <a:pt x="31534" y="5598274"/>
                  </a:lnTo>
                  <a:lnTo>
                    <a:pt x="49580" y="5644146"/>
                  </a:lnTo>
                  <a:lnTo>
                    <a:pt x="73621" y="5680354"/>
                  </a:lnTo>
                  <a:lnTo>
                    <a:pt x="103085" y="5706580"/>
                  </a:lnTo>
                  <a:lnTo>
                    <a:pt x="176047" y="5727928"/>
                  </a:lnTo>
                  <a:lnTo>
                    <a:pt x="214134" y="5723699"/>
                  </a:lnTo>
                  <a:lnTo>
                    <a:pt x="276606" y="5690438"/>
                  </a:lnTo>
                  <a:lnTo>
                    <a:pt x="319633" y="5625465"/>
                  </a:lnTo>
                  <a:lnTo>
                    <a:pt x="333413" y="5581574"/>
                  </a:lnTo>
                  <a:lnTo>
                    <a:pt x="341807" y="5530367"/>
                  </a:lnTo>
                  <a:lnTo>
                    <a:pt x="344639" y="5472023"/>
                  </a:lnTo>
                  <a:close/>
                </a:path>
                <a:path w="3938270" h="10208260">
                  <a:moveTo>
                    <a:pt x="344639" y="3978745"/>
                  </a:moveTo>
                  <a:lnTo>
                    <a:pt x="341122" y="3916489"/>
                  </a:lnTo>
                  <a:lnTo>
                    <a:pt x="330733" y="3862501"/>
                  </a:lnTo>
                  <a:lnTo>
                    <a:pt x="313702" y="3817239"/>
                  </a:lnTo>
                  <a:lnTo>
                    <a:pt x="292087" y="3783965"/>
                  </a:lnTo>
                  <a:lnTo>
                    <a:pt x="279031" y="3771201"/>
                  </a:lnTo>
                  <a:lnTo>
                    <a:pt x="279031" y="3981729"/>
                  </a:lnTo>
                  <a:lnTo>
                    <a:pt x="275158" y="4050296"/>
                  </a:lnTo>
                  <a:lnTo>
                    <a:pt x="263436" y="4106392"/>
                  </a:lnTo>
                  <a:lnTo>
                    <a:pt x="243725" y="4148404"/>
                  </a:lnTo>
                  <a:lnTo>
                    <a:pt x="215900" y="4174769"/>
                  </a:lnTo>
                  <a:lnTo>
                    <a:pt x="179793" y="4183913"/>
                  </a:lnTo>
                  <a:lnTo>
                    <a:pt x="146621" y="4175455"/>
                  </a:lnTo>
                  <a:lnTo>
                    <a:pt x="119329" y="4150639"/>
                  </a:lnTo>
                  <a:lnTo>
                    <a:pt x="98780" y="4110266"/>
                  </a:lnTo>
                  <a:lnTo>
                    <a:pt x="85826" y="4055160"/>
                  </a:lnTo>
                  <a:lnTo>
                    <a:pt x="81318" y="3986149"/>
                  </a:lnTo>
                  <a:lnTo>
                    <a:pt x="81368" y="3985425"/>
                  </a:lnTo>
                  <a:lnTo>
                    <a:pt x="86118" y="3914419"/>
                  </a:lnTo>
                  <a:lnTo>
                    <a:pt x="99695" y="3857942"/>
                  </a:lnTo>
                  <a:lnTo>
                    <a:pt x="120789" y="3817099"/>
                  </a:lnTo>
                  <a:lnTo>
                    <a:pt x="148158" y="3792309"/>
                  </a:lnTo>
                  <a:lnTo>
                    <a:pt x="180555" y="3783965"/>
                  </a:lnTo>
                  <a:lnTo>
                    <a:pt x="216865" y="3793071"/>
                  </a:lnTo>
                  <a:lnTo>
                    <a:pt x="263918" y="3860533"/>
                  </a:lnTo>
                  <a:lnTo>
                    <a:pt x="275297" y="3915308"/>
                  </a:lnTo>
                  <a:lnTo>
                    <a:pt x="279031" y="3981729"/>
                  </a:lnTo>
                  <a:lnTo>
                    <a:pt x="279031" y="3771201"/>
                  </a:lnTo>
                  <a:lnTo>
                    <a:pt x="260540" y="3754767"/>
                  </a:lnTo>
                  <a:lnTo>
                    <a:pt x="225196" y="3738664"/>
                  </a:lnTo>
                  <a:lnTo>
                    <a:pt x="224904" y="3738664"/>
                  </a:lnTo>
                  <a:lnTo>
                    <a:pt x="184251" y="3733228"/>
                  </a:lnTo>
                  <a:lnTo>
                    <a:pt x="143916" y="3738664"/>
                  </a:lnTo>
                  <a:lnTo>
                    <a:pt x="107772" y="3754767"/>
                  </a:lnTo>
                  <a:lnTo>
                    <a:pt x="76644" y="3781209"/>
                  </a:lnTo>
                  <a:lnTo>
                    <a:pt x="51003" y="3817886"/>
                  </a:lnTo>
                  <a:lnTo>
                    <a:pt x="31851" y="3864305"/>
                  </a:lnTo>
                  <a:lnTo>
                    <a:pt x="19824" y="3920248"/>
                  </a:lnTo>
                  <a:lnTo>
                    <a:pt x="15659" y="3985425"/>
                  </a:lnTo>
                  <a:lnTo>
                    <a:pt x="15697" y="3986149"/>
                  </a:lnTo>
                  <a:lnTo>
                    <a:pt x="20040" y="4049763"/>
                  </a:lnTo>
                  <a:lnTo>
                    <a:pt x="31534" y="4105021"/>
                  </a:lnTo>
                  <a:lnTo>
                    <a:pt x="49580" y="4150893"/>
                  </a:lnTo>
                  <a:lnTo>
                    <a:pt x="73621" y="4187088"/>
                  </a:lnTo>
                  <a:lnTo>
                    <a:pt x="103085" y="4213314"/>
                  </a:lnTo>
                  <a:lnTo>
                    <a:pt x="176047" y="4234650"/>
                  </a:lnTo>
                  <a:lnTo>
                    <a:pt x="214134" y="4230421"/>
                  </a:lnTo>
                  <a:lnTo>
                    <a:pt x="276606" y="4197159"/>
                  </a:lnTo>
                  <a:lnTo>
                    <a:pt x="319633" y="4132186"/>
                  </a:lnTo>
                  <a:lnTo>
                    <a:pt x="333413" y="4088295"/>
                  </a:lnTo>
                  <a:lnTo>
                    <a:pt x="341807" y="4037088"/>
                  </a:lnTo>
                  <a:lnTo>
                    <a:pt x="344639" y="3978745"/>
                  </a:lnTo>
                  <a:close/>
                </a:path>
                <a:path w="3938270" h="10208260">
                  <a:moveTo>
                    <a:pt x="346900" y="7796962"/>
                  </a:moveTo>
                  <a:lnTo>
                    <a:pt x="339928" y="7744269"/>
                  </a:lnTo>
                  <a:lnTo>
                    <a:pt x="320141" y="7700848"/>
                  </a:lnTo>
                  <a:lnTo>
                    <a:pt x="289217" y="7668107"/>
                  </a:lnTo>
                  <a:lnTo>
                    <a:pt x="280517" y="7663662"/>
                  </a:lnTo>
                  <a:lnTo>
                    <a:pt x="280517" y="7800670"/>
                  </a:lnTo>
                  <a:lnTo>
                    <a:pt x="273685" y="7848130"/>
                  </a:lnTo>
                  <a:lnTo>
                    <a:pt x="254381" y="7884896"/>
                  </a:lnTo>
                  <a:lnTo>
                    <a:pt x="224459" y="7908658"/>
                  </a:lnTo>
                  <a:lnTo>
                    <a:pt x="185750" y="7917091"/>
                  </a:lnTo>
                  <a:lnTo>
                    <a:pt x="140322" y="7906626"/>
                  </a:lnTo>
                  <a:lnTo>
                    <a:pt x="107213" y="7877632"/>
                  </a:lnTo>
                  <a:lnTo>
                    <a:pt x="86702" y="7833677"/>
                  </a:lnTo>
                  <a:lnTo>
                    <a:pt x="79057" y="7778331"/>
                  </a:lnTo>
                  <a:lnTo>
                    <a:pt x="79590" y="7769746"/>
                  </a:lnTo>
                  <a:lnTo>
                    <a:pt x="103212" y="7725054"/>
                  </a:lnTo>
                  <a:lnTo>
                    <a:pt x="146697" y="7696213"/>
                  </a:lnTo>
                  <a:lnTo>
                    <a:pt x="151688" y="7693876"/>
                  </a:lnTo>
                  <a:lnTo>
                    <a:pt x="221653" y="7697102"/>
                  </a:lnTo>
                  <a:lnTo>
                    <a:pt x="253174" y="7719060"/>
                  </a:lnTo>
                  <a:lnTo>
                    <a:pt x="273392" y="7754023"/>
                  </a:lnTo>
                  <a:lnTo>
                    <a:pt x="280517" y="7800670"/>
                  </a:lnTo>
                  <a:lnTo>
                    <a:pt x="280517" y="7663662"/>
                  </a:lnTo>
                  <a:lnTo>
                    <a:pt x="248831" y="7647432"/>
                  </a:lnTo>
                  <a:lnTo>
                    <a:pt x="200685" y="7640231"/>
                  </a:lnTo>
                  <a:lnTo>
                    <a:pt x="162953" y="7644676"/>
                  </a:lnTo>
                  <a:lnTo>
                    <a:pt x="130860" y="7656665"/>
                  </a:lnTo>
                  <a:lnTo>
                    <a:pt x="104038" y="7674559"/>
                  </a:lnTo>
                  <a:lnTo>
                    <a:pt x="83527" y="7696213"/>
                  </a:lnTo>
                  <a:lnTo>
                    <a:pt x="81318" y="7696213"/>
                  </a:lnTo>
                  <a:lnTo>
                    <a:pt x="93268" y="7649286"/>
                  </a:lnTo>
                  <a:lnTo>
                    <a:pt x="115836" y="7605992"/>
                  </a:lnTo>
                  <a:lnTo>
                    <a:pt x="149301" y="7568920"/>
                  </a:lnTo>
                  <a:lnTo>
                    <a:pt x="193916" y="7540676"/>
                  </a:lnTo>
                  <a:lnTo>
                    <a:pt x="249923" y="7523810"/>
                  </a:lnTo>
                  <a:lnTo>
                    <a:pt x="277215" y="7520889"/>
                  </a:lnTo>
                  <a:lnTo>
                    <a:pt x="278472" y="7520889"/>
                  </a:lnTo>
                  <a:lnTo>
                    <a:pt x="288404" y="7520584"/>
                  </a:lnTo>
                  <a:lnTo>
                    <a:pt x="299161" y="7520889"/>
                  </a:lnTo>
                  <a:lnTo>
                    <a:pt x="299161" y="7520584"/>
                  </a:lnTo>
                  <a:lnTo>
                    <a:pt x="299161" y="7467066"/>
                  </a:lnTo>
                  <a:lnTo>
                    <a:pt x="251409" y="7470864"/>
                  </a:lnTo>
                  <a:lnTo>
                    <a:pt x="207010" y="7479639"/>
                  </a:lnTo>
                  <a:lnTo>
                    <a:pt x="165976" y="7494638"/>
                  </a:lnTo>
                  <a:lnTo>
                    <a:pt x="128854" y="7515657"/>
                  </a:lnTo>
                  <a:lnTo>
                    <a:pt x="96202" y="7542504"/>
                  </a:lnTo>
                  <a:lnTo>
                    <a:pt x="69342" y="7574407"/>
                  </a:lnTo>
                  <a:lnTo>
                    <a:pt x="46697" y="7612583"/>
                  </a:lnTo>
                  <a:lnTo>
                    <a:pt x="29286" y="7656665"/>
                  </a:lnTo>
                  <a:lnTo>
                    <a:pt x="18135" y="7706169"/>
                  </a:lnTo>
                  <a:lnTo>
                    <a:pt x="14160" y="7761122"/>
                  </a:lnTo>
                  <a:lnTo>
                    <a:pt x="14236" y="7762037"/>
                  </a:lnTo>
                  <a:lnTo>
                    <a:pt x="18224" y="7812291"/>
                  </a:lnTo>
                  <a:lnTo>
                    <a:pt x="30035" y="7857261"/>
                  </a:lnTo>
                  <a:lnTo>
                    <a:pt x="49047" y="7895425"/>
                  </a:lnTo>
                  <a:lnTo>
                    <a:pt x="74676" y="7926184"/>
                  </a:lnTo>
                  <a:lnTo>
                    <a:pt x="106375" y="7948904"/>
                  </a:lnTo>
                  <a:lnTo>
                    <a:pt x="143586" y="7962989"/>
                  </a:lnTo>
                  <a:lnTo>
                    <a:pt x="185750" y="7967827"/>
                  </a:lnTo>
                  <a:lnTo>
                    <a:pt x="232651" y="7961338"/>
                  </a:lnTo>
                  <a:lnTo>
                    <a:pt x="272300" y="7943253"/>
                  </a:lnTo>
                  <a:lnTo>
                    <a:pt x="302463" y="7917091"/>
                  </a:lnTo>
                  <a:lnTo>
                    <a:pt x="304101" y="7915681"/>
                  </a:lnTo>
                  <a:lnTo>
                    <a:pt x="327507" y="7880705"/>
                  </a:lnTo>
                  <a:lnTo>
                    <a:pt x="341960" y="7840434"/>
                  </a:lnTo>
                  <a:lnTo>
                    <a:pt x="346900" y="7796962"/>
                  </a:lnTo>
                  <a:close/>
                </a:path>
                <a:path w="3938270" h="10208260">
                  <a:moveTo>
                    <a:pt x="346900" y="4810455"/>
                  </a:moveTo>
                  <a:lnTo>
                    <a:pt x="339928" y="4757750"/>
                  </a:lnTo>
                  <a:lnTo>
                    <a:pt x="320141" y="4714329"/>
                  </a:lnTo>
                  <a:lnTo>
                    <a:pt x="309410" y="4702975"/>
                  </a:lnTo>
                  <a:lnTo>
                    <a:pt x="289217" y="4681588"/>
                  </a:lnTo>
                  <a:lnTo>
                    <a:pt x="280517" y="4677143"/>
                  </a:lnTo>
                  <a:lnTo>
                    <a:pt x="280517" y="4814151"/>
                  </a:lnTo>
                  <a:lnTo>
                    <a:pt x="273685" y="4861623"/>
                  </a:lnTo>
                  <a:lnTo>
                    <a:pt x="254381" y="4898390"/>
                  </a:lnTo>
                  <a:lnTo>
                    <a:pt x="224459" y="4922139"/>
                  </a:lnTo>
                  <a:lnTo>
                    <a:pt x="185750" y="4930572"/>
                  </a:lnTo>
                  <a:lnTo>
                    <a:pt x="140322" y="4920119"/>
                  </a:lnTo>
                  <a:lnTo>
                    <a:pt x="107213" y="4891113"/>
                  </a:lnTo>
                  <a:lnTo>
                    <a:pt x="86702" y="4847145"/>
                  </a:lnTo>
                  <a:lnTo>
                    <a:pt x="79057" y="4791761"/>
                  </a:lnTo>
                  <a:lnTo>
                    <a:pt x="79590" y="4783213"/>
                  </a:lnTo>
                  <a:lnTo>
                    <a:pt x="103212" y="4738548"/>
                  </a:lnTo>
                  <a:lnTo>
                    <a:pt x="146697" y="4709706"/>
                  </a:lnTo>
                  <a:lnTo>
                    <a:pt x="151688" y="4707369"/>
                  </a:lnTo>
                  <a:lnTo>
                    <a:pt x="221653" y="4710595"/>
                  </a:lnTo>
                  <a:lnTo>
                    <a:pt x="253174" y="4732553"/>
                  </a:lnTo>
                  <a:lnTo>
                    <a:pt x="273392" y="4767516"/>
                  </a:lnTo>
                  <a:lnTo>
                    <a:pt x="280517" y="4814151"/>
                  </a:lnTo>
                  <a:lnTo>
                    <a:pt x="280517" y="4677143"/>
                  </a:lnTo>
                  <a:lnTo>
                    <a:pt x="248831" y="4660925"/>
                  </a:lnTo>
                  <a:lnTo>
                    <a:pt x="200685" y="4653724"/>
                  </a:lnTo>
                  <a:lnTo>
                    <a:pt x="162953" y="4658169"/>
                  </a:lnTo>
                  <a:lnTo>
                    <a:pt x="130860" y="4670145"/>
                  </a:lnTo>
                  <a:lnTo>
                    <a:pt x="104038" y="4688040"/>
                  </a:lnTo>
                  <a:lnTo>
                    <a:pt x="83527" y="4709706"/>
                  </a:lnTo>
                  <a:lnTo>
                    <a:pt x="81318" y="4709706"/>
                  </a:lnTo>
                  <a:lnTo>
                    <a:pt x="93268" y="4662754"/>
                  </a:lnTo>
                  <a:lnTo>
                    <a:pt x="115836" y="4619460"/>
                  </a:lnTo>
                  <a:lnTo>
                    <a:pt x="149301" y="4582401"/>
                  </a:lnTo>
                  <a:lnTo>
                    <a:pt x="193916" y="4554156"/>
                  </a:lnTo>
                  <a:lnTo>
                    <a:pt x="249923" y="4537303"/>
                  </a:lnTo>
                  <a:lnTo>
                    <a:pt x="277507" y="4534332"/>
                  </a:lnTo>
                  <a:lnTo>
                    <a:pt x="279247" y="4534332"/>
                  </a:lnTo>
                  <a:lnTo>
                    <a:pt x="288404" y="4534052"/>
                  </a:lnTo>
                  <a:lnTo>
                    <a:pt x="299161" y="4534332"/>
                  </a:lnTo>
                  <a:lnTo>
                    <a:pt x="299161" y="4534052"/>
                  </a:lnTo>
                  <a:lnTo>
                    <a:pt x="299161" y="4480560"/>
                  </a:lnTo>
                  <a:lnTo>
                    <a:pt x="251409" y="4484357"/>
                  </a:lnTo>
                  <a:lnTo>
                    <a:pt x="207010" y="4493120"/>
                  </a:lnTo>
                  <a:lnTo>
                    <a:pt x="165976" y="4508119"/>
                  </a:lnTo>
                  <a:lnTo>
                    <a:pt x="128854" y="4529125"/>
                  </a:lnTo>
                  <a:lnTo>
                    <a:pt x="96202" y="4555947"/>
                  </a:lnTo>
                  <a:lnTo>
                    <a:pt x="69342" y="4587875"/>
                  </a:lnTo>
                  <a:lnTo>
                    <a:pt x="46697" y="4626064"/>
                  </a:lnTo>
                  <a:lnTo>
                    <a:pt x="29286" y="4670145"/>
                  </a:lnTo>
                  <a:lnTo>
                    <a:pt x="18135" y="4719663"/>
                  </a:lnTo>
                  <a:lnTo>
                    <a:pt x="14160" y="4774616"/>
                  </a:lnTo>
                  <a:lnTo>
                    <a:pt x="14236" y="4775517"/>
                  </a:lnTo>
                  <a:lnTo>
                    <a:pt x="18224" y="4825771"/>
                  </a:lnTo>
                  <a:lnTo>
                    <a:pt x="30035" y="4870755"/>
                  </a:lnTo>
                  <a:lnTo>
                    <a:pt x="49047" y="4908918"/>
                  </a:lnTo>
                  <a:lnTo>
                    <a:pt x="74676" y="4939677"/>
                  </a:lnTo>
                  <a:lnTo>
                    <a:pt x="106375" y="4962398"/>
                  </a:lnTo>
                  <a:lnTo>
                    <a:pt x="143586" y="4976482"/>
                  </a:lnTo>
                  <a:lnTo>
                    <a:pt x="185750" y="4981321"/>
                  </a:lnTo>
                  <a:lnTo>
                    <a:pt x="232651" y="4974818"/>
                  </a:lnTo>
                  <a:lnTo>
                    <a:pt x="272300" y="4956734"/>
                  </a:lnTo>
                  <a:lnTo>
                    <a:pt x="302463" y="4930572"/>
                  </a:lnTo>
                  <a:lnTo>
                    <a:pt x="304101" y="4929162"/>
                  </a:lnTo>
                  <a:lnTo>
                    <a:pt x="327507" y="4894199"/>
                  </a:lnTo>
                  <a:lnTo>
                    <a:pt x="341960" y="4853927"/>
                  </a:lnTo>
                  <a:lnTo>
                    <a:pt x="346900" y="4810455"/>
                  </a:lnTo>
                  <a:close/>
                </a:path>
                <a:path w="3938270" h="10208260">
                  <a:moveTo>
                    <a:pt x="355066" y="8522678"/>
                  </a:moveTo>
                  <a:lnTo>
                    <a:pt x="287197" y="8522678"/>
                  </a:lnTo>
                  <a:lnTo>
                    <a:pt x="287197" y="8284654"/>
                  </a:lnTo>
                  <a:lnTo>
                    <a:pt x="287197" y="8221180"/>
                  </a:lnTo>
                  <a:lnTo>
                    <a:pt x="227533" y="8221180"/>
                  </a:lnTo>
                  <a:lnTo>
                    <a:pt x="227533" y="8284654"/>
                  </a:lnTo>
                  <a:lnTo>
                    <a:pt x="226555" y="8303679"/>
                  </a:lnTo>
                  <a:lnTo>
                    <a:pt x="225310" y="8356244"/>
                  </a:lnTo>
                  <a:lnTo>
                    <a:pt x="225272" y="8522678"/>
                  </a:lnTo>
                  <a:lnTo>
                    <a:pt x="66382" y="8522678"/>
                  </a:lnTo>
                  <a:lnTo>
                    <a:pt x="66382" y="8521141"/>
                  </a:lnTo>
                  <a:lnTo>
                    <a:pt x="185026" y="8356244"/>
                  </a:lnTo>
                  <a:lnTo>
                    <a:pt x="194868" y="8339620"/>
                  </a:lnTo>
                  <a:lnTo>
                    <a:pt x="204597" y="8322691"/>
                  </a:lnTo>
                  <a:lnTo>
                    <a:pt x="214591" y="8304657"/>
                  </a:lnTo>
                  <a:lnTo>
                    <a:pt x="225272" y="8284654"/>
                  </a:lnTo>
                  <a:lnTo>
                    <a:pt x="227533" y="8284654"/>
                  </a:lnTo>
                  <a:lnTo>
                    <a:pt x="227533" y="8221180"/>
                  </a:lnTo>
                  <a:lnTo>
                    <a:pt x="216344" y="8221180"/>
                  </a:lnTo>
                  <a:lnTo>
                    <a:pt x="0" y="8530895"/>
                  </a:lnTo>
                  <a:lnTo>
                    <a:pt x="0" y="8574138"/>
                  </a:lnTo>
                  <a:lnTo>
                    <a:pt x="225272" y="8574138"/>
                  </a:lnTo>
                  <a:lnTo>
                    <a:pt x="225272" y="8706231"/>
                  </a:lnTo>
                  <a:lnTo>
                    <a:pt x="287197" y="8706231"/>
                  </a:lnTo>
                  <a:lnTo>
                    <a:pt x="287197" y="8574138"/>
                  </a:lnTo>
                  <a:lnTo>
                    <a:pt x="355066" y="8574138"/>
                  </a:lnTo>
                  <a:lnTo>
                    <a:pt x="355066" y="8522678"/>
                  </a:lnTo>
                  <a:close/>
                </a:path>
                <a:path w="3938270" h="10208260">
                  <a:moveTo>
                    <a:pt x="355066" y="3296272"/>
                  </a:moveTo>
                  <a:lnTo>
                    <a:pt x="287197" y="3296272"/>
                  </a:lnTo>
                  <a:lnTo>
                    <a:pt x="287197" y="3058198"/>
                  </a:lnTo>
                  <a:lnTo>
                    <a:pt x="287197" y="2994774"/>
                  </a:lnTo>
                  <a:lnTo>
                    <a:pt x="227533" y="2994774"/>
                  </a:lnTo>
                  <a:lnTo>
                    <a:pt x="227533" y="3058198"/>
                  </a:lnTo>
                  <a:lnTo>
                    <a:pt x="226555" y="3077248"/>
                  </a:lnTo>
                  <a:lnTo>
                    <a:pt x="225310" y="3129838"/>
                  </a:lnTo>
                  <a:lnTo>
                    <a:pt x="225272" y="3296272"/>
                  </a:lnTo>
                  <a:lnTo>
                    <a:pt x="66382" y="3296272"/>
                  </a:lnTo>
                  <a:lnTo>
                    <a:pt x="66382" y="3294735"/>
                  </a:lnTo>
                  <a:lnTo>
                    <a:pt x="185026" y="3129838"/>
                  </a:lnTo>
                  <a:lnTo>
                    <a:pt x="194868" y="3113214"/>
                  </a:lnTo>
                  <a:lnTo>
                    <a:pt x="204597" y="3096272"/>
                  </a:lnTo>
                  <a:lnTo>
                    <a:pt x="214591" y="3078226"/>
                  </a:lnTo>
                  <a:lnTo>
                    <a:pt x="225272" y="3058198"/>
                  </a:lnTo>
                  <a:lnTo>
                    <a:pt x="227533" y="3058198"/>
                  </a:lnTo>
                  <a:lnTo>
                    <a:pt x="227533" y="2994774"/>
                  </a:lnTo>
                  <a:lnTo>
                    <a:pt x="216344" y="2994774"/>
                  </a:lnTo>
                  <a:lnTo>
                    <a:pt x="0" y="3304489"/>
                  </a:lnTo>
                  <a:lnTo>
                    <a:pt x="0" y="3347732"/>
                  </a:lnTo>
                  <a:lnTo>
                    <a:pt x="225272" y="3347732"/>
                  </a:lnTo>
                  <a:lnTo>
                    <a:pt x="225272" y="3479825"/>
                  </a:lnTo>
                  <a:lnTo>
                    <a:pt x="287197" y="3479825"/>
                  </a:lnTo>
                  <a:lnTo>
                    <a:pt x="287197" y="3347732"/>
                  </a:lnTo>
                  <a:lnTo>
                    <a:pt x="355066" y="3347732"/>
                  </a:lnTo>
                  <a:lnTo>
                    <a:pt x="355066" y="3296272"/>
                  </a:lnTo>
                  <a:close/>
                </a:path>
                <a:path w="3938270" h="10208260">
                  <a:moveTo>
                    <a:pt x="355066" y="1056386"/>
                  </a:moveTo>
                  <a:lnTo>
                    <a:pt x="287197" y="1056386"/>
                  </a:lnTo>
                  <a:lnTo>
                    <a:pt x="287197" y="818349"/>
                  </a:lnTo>
                  <a:lnTo>
                    <a:pt x="287197" y="754875"/>
                  </a:lnTo>
                  <a:lnTo>
                    <a:pt x="227533" y="754875"/>
                  </a:lnTo>
                  <a:lnTo>
                    <a:pt x="227533" y="818349"/>
                  </a:lnTo>
                  <a:lnTo>
                    <a:pt x="226555" y="837374"/>
                  </a:lnTo>
                  <a:lnTo>
                    <a:pt x="225310" y="889939"/>
                  </a:lnTo>
                  <a:lnTo>
                    <a:pt x="225272" y="1056386"/>
                  </a:lnTo>
                  <a:lnTo>
                    <a:pt x="66382" y="1056386"/>
                  </a:lnTo>
                  <a:lnTo>
                    <a:pt x="66382" y="1054849"/>
                  </a:lnTo>
                  <a:lnTo>
                    <a:pt x="185026" y="889939"/>
                  </a:lnTo>
                  <a:lnTo>
                    <a:pt x="194868" y="873315"/>
                  </a:lnTo>
                  <a:lnTo>
                    <a:pt x="204597" y="856386"/>
                  </a:lnTo>
                  <a:lnTo>
                    <a:pt x="214591" y="838352"/>
                  </a:lnTo>
                  <a:lnTo>
                    <a:pt x="225272" y="818349"/>
                  </a:lnTo>
                  <a:lnTo>
                    <a:pt x="227533" y="818349"/>
                  </a:lnTo>
                  <a:lnTo>
                    <a:pt x="227533" y="754875"/>
                  </a:lnTo>
                  <a:lnTo>
                    <a:pt x="216344" y="754875"/>
                  </a:lnTo>
                  <a:lnTo>
                    <a:pt x="0" y="1064602"/>
                  </a:lnTo>
                  <a:lnTo>
                    <a:pt x="0" y="1107846"/>
                  </a:lnTo>
                  <a:lnTo>
                    <a:pt x="225272" y="1107846"/>
                  </a:lnTo>
                  <a:lnTo>
                    <a:pt x="225272" y="1239926"/>
                  </a:lnTo>
                  <a:lnTo>
                    <a:pt x="287197" y="1239926"/>
                  </a:lnTo>
                  <a:lnTo>
                    <a:pt x="287197" y="1107846"/>
                  </a:lnTo>
                  <a:lnTo>
                    <a:pt x="355066" y="1107846"/>
                  </a:lnTo>
                  <a:lnTo>
                    <a:pt x="355066" y="1056386"/>
                  </a:lnTo>
                  <a:close/>
                </a:path>
                <a:path w="3938270" h="10208260">
                  <a:moveTo>
                    <a:pt x="1124013" y="9714370"/>
                  </a:moveTo>
                  <a:lnTo>
                    <a:pt x="1068006" y="9714370"/>
                  </a:lnTo>
                  <a:lnTo>
                    <a:pt x="962088" y="9771202"/>
                  </a:lnTo>
                  <a:lnTo>
                    <a:pt x="974763" y="9821177"/>
                  </a:lnTo>
                  <a:lnTo>
                    <a:pt x="1059065" y="9775622"/>
                  </a:lnTo>
                  <a:lnTo>
                    <a:pt x="1060551" y="9775622"/>
                  </a:lnTo>
                  <a:lnTo>
                    <a:pt x="1060551" y="10199510"/>
                  </a:lnTo>
                  <a:lnTo>
                    <a:pt x="1124013" y="10199510"/>
                  </a:lnTo>
                  <a:lnTo>
                    <a:pt x="1124013" y="9714370"/>
                  </a:lnTo>
                  <a:close/>
                </a:path>
                <a:path w="3938270" h="10208260">
                  <a:moveTo>
                    <a:pt x="1218730" y="9315564"/>
                  </a:moveTo>
                  <a:lnTo>
                    <a:pt x="1210221" y="9269133"/>
                  </a:lnTo>
                  <a:lnTo>
                    <a:pt x="1187018" y="9232278"/>
                  </a:lnTo>
                  <a:lnTo>
                    <a:pt x="1152626" y="9205912"/>
                  </a:lnTo>
                  <a:lnTo>
                    <a:pt x="1110564" y="9190926"/>
                  </a:lnTo>
                  <a:lnTo>
                    <a:pt x="1110564" y="9189491"/>
                  </a:lnTo>
                  <a:lnTo>
                    <a:pt x="1149718" y="9169552"/>
                  </a:lnTo>
                  <a:lnTo>
                    <a:pt x="1177696" y="9143035"/>
                  </a:lnTo>
                  <a:lnTo>
                    <a:pt x="1194498" y="9111209"/>
                  </a:lnTo>
                  <a:lnTo>
                    <a:pt x="1200099" y="9075331"/>
                  </a:lnTo>
                  <a:lnTo>
                    <a:pt x="1191844" y="9032354"/>
                  </a:lnTo>
                  <a:lnTo>
                    <a:pt x="1166520" y="8995359"/>
                  </a:lnTo>
                  <a:lnTo>
                    <a:pt x="1123289" y="8969413"/>
                  </a:lnTo>
                  <a:lnTo>
                    <a:pt x="1061326" y="8959634"/>
                  </a:lnTo>
                  <a:lnTo>
                    <a:pt x="1023048" y="8962834"/>
                  </a:lnTo>
                  <a:lnTo>
                    <a:pt x="987844" y="8971280"/>
                  </a:lnTo>
                  <a:lnTo>
                    <a:pt x="957681" y="8983231"/>
                  </a:lnTo>
                  <a:lnTo>
                    <a:pt x="934516" y="8996921"/>
                  </a:lnTo>
                  <a:lnTo>
                    <a:pt x="951661" y="9044673"/>
                  </a:lnTo>
                  <a:lnTo>
                    <a:pt x="970153" y="9033370"/>
                  </a:lnTo>
                  <a:lnTo>
                    <a:pt x="993419" y="9023045"/>
                  </a:lnTo>
                  <a:lnTo>
                    <a:pt x="1020051" y="9015501"/>
                  </a:lnTo>
                  <a:lnTo>
                    <a:pt x="1048639" y="9012580"/>
                  </a:lnTo>
                  <a:lnTo>
                    <a:pt x="1087424" y="9018549"/>
                  </a:lnTo>
                  <a:lnTo>
                    <a:pt x="1113815" y="9034615"/>
                  </a:lnTo>
                  <a:lnTo>
                    <a:pt x="1128877" y="9057945"/>
                  </a:lnTo>
                  <a:lnTo>
                    <a:pt x="1133665" y="9085758"/>
                  </a:lnTo>
                  <a:lnTo>
                    <a:pt x="1123480" y="9122804"/>
                  </a:lnTo>
                  <a:lnTo>
                    <a:pt x="1097483" y="9148343"/>
                  </a:lnTo>
                  <a:lnTo>
                    <a:pt x="1062532" y="9163113"/>
                  </a:lnTo>
                  <a:lnTo>
                    <a:pt x="1025486" y="9167863"/>
                  </a:lnTo>
                  <a:lnTo>
                    <a:pt x="988936" y="9167863"/>
                  </a:lnTo>
                  <a:lnTo>
                    <a:pt x="988936" y="9217076"/>
                  </a:lnTo>
                  <a:lnTo>
                    <a:pt x="1025486" y="9217076"/>
                  </a:lnTo>
                  <a:lnTo>
                    <a:pt x="1071727" y="9222676"/>
                  </a:lnTo>
                  <a:lnTo>
                    <a:pt x="1111669" y="9240114"/>
                  </a:lnTo>
                  <a:lnTo>
                    <a:pt x="1139863" y="9270276"/>
                  </a:lnTo>
                  <a:lnTo>
                    <a:pt x="1150861" y="9314078"/>
                  </a:lnTo>
                  <a:lnTo>
                    <a:pt x="1145882" y="9345778"/>
                  </a:lnTo>
                  <a:lnTo>
                    <a:pt x="1127912" y="9376207"/>
                  </a:lnTo>
                  <a:lnTo>
                    <a:pt x="1093978" y="9399079"/>
                  </a:lnTo>
                  <a:lnTo>
                    <a:pt x="1041146" y="9408109"/>
                  </a:lnTo>
                  <a:lnTo>
                    <a:pt x="1007795" y="9404998"/>
                  </a:lnTo>
                  <a:lnTo>
                    <a:pt x="977379" y="9397276"/>
                  </a:lnTo>
                  <a:lnTo>
                    <a:pt x="951992" y="9387332"/>
                  </a:lnTo>
                  <a:lnTo>
                    <a:pt x="933742" y="9377553"/>
                  </a:lnTo>
                  <a:lnTo>
                    <a:pt x="915873" y="9428289"/>
                  </a:lnTo>
                  <a:lnTo>
                    <a:pt x="937971" y="9439999"/>
                  </a:lnTo>
                  <a:lnTo>
                    <a:pt x="967422" y="9450553"/>
                  </a:lnTo>
                  <a:lnTo>
                    <a:pt x="1002614" y="9458173"/>
                  </a:lnTo>
                  <a:lnTo>
                    <a:pt x="1041920" y="9461106"/>
                  </a:lnTo>
                  <a:lnTo>
                    <a:pt x="1095425" y="9455709"/>
                  </a:lnTo>
                  <a:lnTo>
                    <a:pt x="1139482" y="9440621"/>
                  </a:lnTo>
                  <a:lnTo>
                    <a:pt x="1173975" y="9417431"/>
                  </a:lnTo>
                  <a:lnTo>
                    <a:pt x="1198753" y="9387789"/>
                  </a:lnTo>
                  <a:lnTo>
                    <a:pt x="1213726" y="9353296"/>
                  </a:lnTo>
                  <a:lnTo>
                    <a:pt x="1218730" y="9315564"/>
                  </a:lnTo>
                  <a:close/>
                </a:path>
                <a:path w="3938270" h="10208260">
                  <a:moveTo>
                    <a:pt x="1218730" y="4835779"/>
                  </a:moveTo>
                  <a:lnTo>
                    <a:pt x="1210221" y="4789348"/>
                  </a:lnTo>
                  <a:lnTo>
                    <a:pt x="1187018" y="4752505"/>
                  </a:lnTo>
                  <a:lnTo>
                    <a:pt x="1152626" y="4726140"/>
                  </a:lnTo>
                  <a:lnTo>
                    <a:pt x="1110564" y="4711141"/>
                  </a:lnTo>
                  <a:lnTo>
                    <a:pt x="1110564" y="4709706"/>
                  </a:lnTo>
                  <a:lnTo>
                    <a:pt x="1149718" y="4689780"/>
                  </a:lnTo>
                  <a:lnTo>
                    <a:pt x="1177696" y="4663262"/>
                  </a:lnTo>
                  <a:lnTo>
                    <a:pt x="1194498" y="4631436"/>
                  </a:lnTo>
                  <a:lnTo>
                    <a:pt x="1200099" y="4595533"/>
                  </a:lnTo>
                  <a:lnTo>
                    <a:pt x="1191844" y="4552569"/>
                  </a:lnTo>
                  <a:lnTo>
                    <a:pt x="1166520" y="4515561"/>
                  </a:lnTo>
                  <a:lnTo>
                    <a:pt x="1123289" y="4489615"/>
                  </a:lnTo>
                  <a:lnTo>
                    <a:pt x="1061326" y="4479836"/>
                  </a:lnTo>
                  <a:lnTo>
                    <a:pt x="1023048" y="4483049"/>
                  </a:lnTo>
                  <a:lnTo>
                    <a:pt x="987844" y="4491494"/>
                  </a:lnTo>
                  <a:lnTo>
                    <a:pt x="957681" y="4503458"/>
                  </a:lnTo>
                  <a:lnTo>
                    <a:pt x="934516" y="4517174"/>
                  </a:lnTo>
                  <a:lnTo>
                    <a:pt x="951661" y="4564926"/>
                  </a:lnTo>
                  <a:lnTo>
                    <a:pt x="970153" y="4553636"/>
                  </a:lnTo>
                  <a:lnTo>
                    <a:pt x="993419" y="4543298"/>
                  </a:lnTo>
                  <a:lnTo>
                    <a:pt x="1020051" y="4535754"/>
                  </a:lnTo>
                  <a:lnTo>
                    <a:pt x="1048639" y="4532833"/>
                  </a:lnTo>
                  <a:lnTo>
                    <a:pt x="1087424" y="4538802"/>
                  </a:lnTo>
                  <a:lnTo>
                    <a:pt x="1113815" y="4554842"/>
                  </a:lnTo>
                  <a:lnTo>
                    <a:pt x="1128877" y="4578159"/>
                  </a:lnTo>
                  <a:lnTo>
                    <a:pt x="1133665" y="4605960"/>
                  </a:lnTo>
                  <a:lnTo>
                    <a:pt x="1123480" y="4643018"/>
                  </a:lnTo>
                  <a:lnTo>
                    <a:pt x="1097483" y="4668558"/>
                  </a:lnTo>
                  <a:lnTo>
                    <a:pt x="1062532" y="4683328"/>
                  </a:lnTo>
                  <a:lnTo>
                    <a:pt x="1025486" y="4688078"/>
                  </a:lnTo>
                  <a:lnTo>
                    <a:pt x="988936" y="4688078"/>
                  </a:lnTo>
                  <a:lnTo>
                    <a:pt x="988936" y="4737278"/>
                  </a:lnTo>
                  <a:lnTo>
                    <a:pt x="1025486" y="4737278"/>
                  </a:lnTo>
                  <a:lnTo>
                    <a:pt x="1071727" y="4742891"/>
                  </a:lnTo>
                  <a:lnTo>
                    <a:pt x="1111669" y="4760328"/>
                  </a:lnTo>
                  <a:lnTo>
                    <a:pt x="1139863" y="4790503"/>
                  </a:lnTo>
                  <a:lnTo>
                    <a:pt x="1150861" y="4834331"/>
                  </a:lnTo>
                  <a:lnTo>
                    <a:pt x="1145882" y="4866005"/>
                  </a:lnTo>
                  <a:lnTo>
                    <a:pt x="1127912" y="4896421"/>
                  </a:lnTo>
                  <a:lnTo>
                    <a:pt x="1093978" y="4919294"/>
                  </a:lnTo>
                  <a:lnTo>
                    <a:pt x="1041146" y="4928324"/>
                  </a:lnTo>
                  <a:lnTo>
                    <a:pt x="1007795" y="4925225"/>
                  </a:lnTo>
                  <a:lnTo>
                    <a:pt x="977379" y="4917503"/>
                  </a:lnTo>
                  <a:lnTo>
                    <a:pt x="951992" y="4907559"/>
                  </a:lnTo>
                  <a:lnTo>
                    <a:pt x="933742" y="4897755"/>
                  </a:lnTo>
                  <a:lnTo>
                    <a:pt x="915873" y="4948504"/>
                  </a:lnTo>
                  <a:lnTo>
                    <a:pt x="937971" y="4960239"/>
                  </a:lnTo>
                  <a:lnTo>
                    <a:pt x="967422" y="4970780"/>
                  </a:lnTo>
                  <a:lnTo>
                    <a:pt x="1002614" y="4978387"/>
                  </a:lnTo>
                  <a:lnTo>
                    <a:pt x="1041920" y="4981321"/>
                  </a:lnTo>
                  <a:lnTo>
                    <a:pt x="1095425" y="4975923"/>
                  </a:lnTo>
                  <a:lnTo>
                    <a:pt x="1139482" y="4960823"/>
                  </a:lnTo>
                  <a:lnTo>
                    <a:pt x="1173975" y="4937645"/>
                  </a:lnTo>
                  <a:lnTo>
                    <a:pt x="1198753" y="4908004"/>
                  </a:lnTo>
                  <a:lnTo>
                    <a:pt x="1213726" y="4873498"/>
                  </a:lnTo>
                  <a:lnTo>
                    <a:pt x="1218730" y="4835779"/>
                  </a:lnTo>
                  <a:close/>
                </a:path>
                <a:path w="3938270" h="10208260">
                  <a:moveTo>
                    <a:pt x="1227670" y="8651735"/>
                  </a:moveTo>
                  <a:lnTo>
                    <a:pt x="1009827" y="8651735"/>
                  </a:lnTo>
                  <a:lnTo>
                    <a:pt x="1009827" y="8650300"/>
                  </a:lnTo>
                  <a:lnTo>
                    <a:pt x="1048639" y="8614448"/>
                  </a:lnTo>
                  <a:lnTo>
                    <a:pt x="1096518" y="8567179"/>
                  </a:lnTo>
                  <a:lnTo>
                    <a:pt x="1137399" y="8523059"/>
                  </a:lnTo>
                  <a:lnTo>
                    <a:pt x="1170533" y="8480895"/>
                  </a:lnTo>
                  <a:lnTo>
                    <a:pt x="1195146" y="8439467"/>
                  </a:lnTo>
                  <a:lnTo>
                    <a:pt x="1210475" y="8397583"/>
                  </a:lnTo>
                  <a:lnTo>
                    <a:pt x="1215758" y="8354034"/>
                  </a:lnTo>
                  <a:lnTo>
                    <a:pt x="1210348" y="8312721"/>
                  </a:lnTo>
                  <a:lnTo>
                    <a:pt x="1193584" y="8274418"/>
                  </a:lnTo>
                  <a:lnTo>
                    <a:pt x="1164678" y="8242668"/>
                  </a:lnTo>
                  <a:lnTo>
                    <a:pt x="1122845" y="8221015"/>
                  </a:lnTo>
                  <a:lnTo>
                    <a:pt x="1067282" y="8213014"/>
                  </a:lnTo>
                  <a:lnTo>
                    <a:pt x="1026947" y="8216722"/>
                  </a:lnTo>
                  <a:lnTo>
                    <a:pt x="990257" y="8227009"/>
                  </a:lnTo>
                  <a:lnTo>
                    <a:pt x="957757" y="8242605"/>
                  </a:lnTo>
                  <a:lnTo>
                    <a:pt x="929995" y="8262264"/>
                  </a:lnTo>
                  <a:lnTo>
                    <a:pt x="950887" y="8308480"/>
                  </a:lnTo>
                  <a:lnTo>
                    <a:pt x="970229" y="8294217"/>
                  </a:lnTo>
                  <a:lnTo>
                    <a:pt x="994257" y="8280997"/>
                  </a:lnTo>
                  <a:lnTo>
                    <a:pt x="1022350" y="8271281"/>
                  </a:lnTo>
                  <a:lnTo>
                    <a:pt x="1053884" y="8267497"/>
                  </a:lnTo>
                  <a:lnTo>
                    <a:pt x="1099426" y="8275383"/>
                  </a:lnTo>
                  <a:lnTo>
                    <a:pt x="1129118" y="8296402"/>
                  </a:lnTo>
                  <a:lnTo>
                    <a:pt x="1145235" y="8326653"/>
                  </a:lnTo>
                  <a:lnTo>
                    <a:pt x="1150099" y="8362201"/>
                  </a:lnTo>
                  <a:lnTo>
                    <a:pt x="1145070" y="8398218"/>
                  </a:lnTo>
                  <a:lnTo>
                    <a:pt x="1130490" y="8434324"/>
                  </a:lnTo>
                  <a:lnTo>
                    <a:pt x="1105992" y="8472322"/>
                  </a:lnTo>
                  <a:lnTo>
                    <a:pt x="1071245" y="8514042"/>
                  </a:lnTo>
                  <a:lnTo>
                    <a:pt x="1025867" y="8561311"/>
                  </a:lnTo>
                  <a:lnTo>
                    <a:pt x="918083" y="8665959"/>
                  </a:lnTo>
                  <a:lnTo>
                    <a:pt x="918083" y="8706231"/>
                  </a:lnTo>
                  <a:lnTo>
                    <a:pt x="1227670" y="8706231"/>
                  </a:lnTo>
                  <a:lnTo>
                    <a:pt x="1227670" y="8651735"/>
                  </a:lnTo>
                  <a:close/>
                </a:path>
                <a:path w="3938270" h="10208260">
                  <a:moveTo>
                    <a:pt x="1227670" y="2678722"/>
                  </a:moveTo>
                  <a:lnTo>
                    <a:pt x="1009827" y="2678722"/>
                  </a:lnTo>
                  <a:lnTo>
                    <a:pt x="1009827" y="2677223"/>
                  </a:lnTo>
                  <a:lnTo>
                    <a:pt x="1048639" y="2641384"/>
                  </a:lnTo>
                  <a:lnTo>
                    <a:pt x="1096518" y="2594114"/>
                  </a:lnTo>
                  <a:lnTo>
                    <a:pt x="1137399" y="2549995"/>
                  </a:lnTo>
                  <a:lnTo>
                    <a:pt x="1170533" y="2507818"/>
                  </a:lnTo>
                  <a:lnTo>
                    <a:pt x="1195146" y="2466403"/>
                  </a:lnTo>
                  <a:lnTo>
                    <a:pt x="1210475" y="2424506"/>
                  </a:lnTo>
                  <a:lnTo>
                    <a:pt x="1215758" y="2380970"/>
                  </a:lnTo>
                  <a:lnTo>
                    <a:pt x="1210348" y="2339657"/>
                  </a:lnTo>
                  <a:lnTo>
                    <a:pt x="1193584" y="2301354"/>
                  </a:lnTo>
                  <a:lnTo>
                    <a:pt x="1164678" y="2269604"/>
                  </a:lnTo>
                  <a:lnTo>
                    <a:pt x="1122845" y="2247950"/>
                  </a:lnTo>
                  <a:lnTo>
                    <a:pt x="1067282" y="2239949"/>
                  </a:lnTo>
                  <a:lnTo>
                    <a:pt x="1026947" y="2243658"/>
                  </a:lnTo>
                  <a:lnTo>
                    <a:pt x="990257" y="2253945"/>
                  </a:lnTo>
                  <a:lnTo>
                    <a:pt x="957757" y="2269553"/>
                  </a:lnTo>
                  <a:lnTo>
                    <a:pt x="929995" y="2289238"/>
                  </a:lnTo>
                  <a:lnTo>
                    <a:pt x="950887" y="2335466"/>
                  </a:lnTo>
                  <a:lnTo>
                    <a:pt x="970229" y="2321191"/>
                  </a:lnTo>
                  <a:lnTo>
                    <a:pt x="994257" y="2307983"/>
                  </a:lnTo>
                  <a:lnTo>
                    <a:pt x="1022350" y="2298255"/>
                  </a:lnTo>
                  <a:lnTo>
                    <a:pt x="1053884" y="2294483"/>
                  </a:lnTo>
                  <a:lnTo>
                    <a:pt x="1099426" y="2302357"/>
                  </a:lnTo>
                  <a:lnTo>
                    <a:pt x="1129118" y="2323376"/>
                  </a:lnTo>
                  <a:lnTo>
                    <a:pt x="1145235" y="2353627"/>
                  </a:lnTo>
                  <a:lnTo>
                    <a:pt x="1150099" y="2389174"/>
                  </a:lnTo>
                  <a:lnTo>
                    <a:pt x="1145070" y="2425179"/>
                  </a:lnTo>
                  <a:lnTo>
                    <a:pt x="1130490" y="2461272"/>
                  </a:lnTo>
                  <a:lnTo>
                    <a:pt x="1105992" y="2499271"/>
                  </a:lnTo>
                  <a:lnTo>
                    <a:pt x="1071245" y="2541003"/>
                  </a:lnTo>
                  <a:lnTo>
                    <a:pt x="1025867" y="2588285"/>
                  </a:lnTo>
                  <a:lnTo>
                    <a:pt x="918083" y="2692933"/>
                  </a:lnTo>
                  <a:lnTo>
                    <a:pt x="918083" y="2733205"/>
                  </a:lnTo>
                  <a:lnTo>
                    <a:pt x="1227670" y="2733205"/>
                  </a:lnTo>
                  <a:lnTo>
                    <a:pt x="1227670" y="2678722"/>
                  </a:lnTo>
                  <a:close/>
                </a:path>
                <a:path w="3938270" h="10208260">
                  <a:moveTo>
                    <a:pt x="1232903" y="7474572"/>
                  </a:moveTo>
                  <a:lnTo>
                    <a:pt x="927023" y="7474572"/>
                  </a:lnTo>
                  <a:lnTo>
                    <a:pt x="927023" y="7529055"/>
                  </a:lnTo>
                  <a:lnTo>
                    <a:pt x="1164259" y="7529055"/>
                  </a:lnTo>
                  <a:lnTo>
                    <a:pt x="1164259" y="7530541"/>
                  </a:lnTo>
                  <a:lnTo>
                    <a:pt x="953871" y="7959611"/>
                  </a:lnTo>
                  <a:lnTo>
                    <a:pt x="1021791" y="7959611"/>
                  </a:lnTo>
                  <a:lnTo>
                    <a:pt x="1232903" y="7517816"/>
                  </a:lnTo>
                  <a:lnTo>
                    <a:pt x="1232903" y="7474572"/>
                  </a:lnTo>
                  <a:close/>
                </a:path>
                <a:path w="3938270" h="10208260">
                  <a:moveTo>
                    <a:pt x="1232903" y="5981281"/>
                  </a:moveTo>
                  <a:lnTo>
                    <a:pt x="927023" y="5981281"/>
                  </a:lnTo>
                  <a:lnTo>
                    <a:pt x="927023" y="6035827"/>
                  </a:lnTo>
                  <a:lnTo>
                    <a:pt x="1164259" y="6035827"/>
                  </a:lnTo>
                  <a:lnTo>
                    <a:pt x="1164259" y="6037262"/>
                  </a:lnTo>
                  <a:lnTo>
                    <a:pt x="953871" y="6466383"/>
                  </a:lnTo>
                  <a:lnTo>
                    <a:pt x="1021791" y="6466383"/>
                  </a:lnTo>
                  <a:lnTo>
                    <a:pt x="1232903" y="6024575"/>
                  </a:lnTo>
                  <a:lnTo>
                    <a:pt x="1232903" y="5981281"/>
                  </a:lnTo>
                  <a:close/>
                </a:path>
                <a:path w="3938270" h="10208260">
                  <a:moveTo>
                    <a:pt x="1232903" y="2994774"/>
                  </a:moveTo>
                  <a:lnTo>
                    <a:pt x="927023" y="2994774"/>
                  </a:lnTo>
                  <a:lnTo>
                    <a:pt x="927023" y="3049308"/>
                  </a:lnTo>
                  <a:lnTo>
                    <a:pt x="1164259" y="3049308"/>
                  </a:lnTo>
                  <a:lnTo>
                    <a:pt x="1164259" y="3050756"/>
                  </a:lnTo>
                  <a:lnTo>
                    <a:pt x="953871" y="3479825"/>
                  </a:lnTo>
                  <a:lnTo>
                    <a:pt x="1021791" y="3479825"/>
                  </a:lnTo>
                  <a:lnTo>
                    <a:pt x="1232903" y="3038068"/>
                  </a:lnTo>
                  <a:lnTo>
                    <a:pt x="1232903" y="2994774"/>
                  </a:lnTo>
                  <a:close/>
                </a:path>
                <a:path w="3938270" h="10208260">
                  <a:moveTo>
                    <a:pt x="1232903" y="8267"/>
                  </a:moveTo>
                  <a:lnTo>
                    <a:pt x="927023" y="8267"/>
                  </a:lnTo>
                  <a:lnTo>
                    <a:pt x="927023" y="62750"/>
                  </a:lnTo>
                  <a:lnTo>
                    <a:pt x="1164259" y="62750"/>
                  </a:lnTo>
                  <a:lnTo>
                    <a:pt x="1164259" y="64236"/>
                  </a:lnTo>
                  <a:lnTo>
                    <a:pt x="953871" y="493255"/>
                  </a:lnTo>
                  <a:lnTo>
                    <a:pt x="1021791" y="493255"/>
                  </a:lnTo>
                  <a:lnTo>
                    <a:pt x="1232903" y="51562"/>
                  </a:lnTo>
                  <a:lnTo>
                    <a:pt x="1232903" y="8267"/>
                  </a:lnTo>
                  <a:close/>
                </a:path>
                <a:path w="3938270" h="10208260">
                  <a:moveTo>
                    <a:pt x="1241120" y="6924180"/>
                  </a:moveTo>
                  <a:lnTo>
                    <a:pt x="1236129" y="6866026"/>
                  </a:lnTo>
                  <a:lnTo>
                    <a:pt x="1221574" y="6816128"/>
                  </a:lnTo>
                  <a:lnTo>
                    <a:pt x="1198118" y="6775501"/>
                  </a:lnTo>
                  <a:lnTo>
                    <a:pt x="1174737" y="6753187"/>
                  </a:lnTo>
                  <a:lnTo>
                    <a:pt x="1174737" y="6915963"/>
                  </a:lnTo>
                  <a:lnTo>
                    <a:pt x="1174737" y="6926440"/>
                  </a:lnTo>
                  <a:lnTo>
                    <a:pt x="1152766" y="6960082"/>
                  </a:lnTo>
                  <a:lnTo>
                    <a:pt x="1104328" y="6986791"/>
                  </a:lnTo>
                  <a:lnTo>
                    <a:pt x="1073238" y="6990626"/>
                  </a:lnTo>
                  <a:lnTo>
                    <a:pt x="1034757" y="6983031"/>
                  </a:lnTo>
                  <a:lnTo>
                    <a:pt x="1005370" y="6961784"/>
                  </a:lnTo>
                  <a:lnTo>
                    <a:pt x="986599" y="6929209"/>
                  </a:lnTo>
                  <a:lnTo>
                    <a:pt x="979995" y="6887616"/>
                  </a:lnTo>
                  <a:lnTo>
                    <a:pt x="987056" y="6840233"/>
                  </a:lnTo>
                  <a:lnTo>
                    <a:pt x="1006767" y="6802933"/>
                  </a:lnTo>
                  <a:lnTo>
                    <a:pt x="1036967" y="6778511"/>
                  </a:lnTo>
                  <a:lnTo>
                    <a:pt x="1075499" y="6769748"/>
                  </a:lnTo>
                  <a:lnTo>
                    <a:pt x="1119962" y="6780962"/>
                  </a:lnTo>
                  <a:lnTo>
                    <a:pt x="1150861" y="6811810"/>
                  </a:lnTo>
                  <a:lnTo>
                    <a:pt x="1168882" y="6858190"/>
                  </a:lnTo>
                  <a:lnTo>
                    <a:pt x="1174737" y="6915963"/>
                  </a:lnTo>
                  <a:lnTo>
                    <a:pt x="1174737" y="6753187"/>
                  </a:lnTo>
                  <a:lnTo>
                    <a:pt x="1166393" y="6745211"/>
                  </a:lnTo>
                  <a:lnTo>
                    <a:pt x="1127048" y="6726275"/>
                  </a:lnTo>
                  <a:lnTo>
                    <a:pt x="1080731" y="6719735"/>
                  </a:lnTo>
                  <a:lnTo>
                    <a:pt x="1034008" y="6726123"/>
                  </a:lnTo>
                  <a:lnTo>
                    <a:pt x="993686" y="6744030"/>
                  </a:lnTo>
                  <a:lnTo>
                    <a:pt x="960704" y="6771500"/>
                  </a:lnTo>
                  <a:lnTo>
                    <a:pt x="935990" y="6806628"/>
                  </a:lnTo>
                  <a:lnTo>
                    <a:pt x="920483" y="6847484"/>
                  </a:lnTo>
                  <a:lnTo>
                    <a:pt x="915111" y="6892125"/>
                  </a:lnTo>
                  <a:lnTo>
                    <a:pt x="921626" y="6939356"/>
                  </a:lnTo>
                  <a:lnTo>
                    <a:pt x="940371" y="6980148"/>
                  </a:lnTo>
                  <a:lnTo>
                    <a:pt x="970203" y="7012178"/>
                  </a:lnTo>
                  <a:lnTo>
                    <a:pt x="1009916" y="7033107"/>
                  </a:lnTo>
                  <a:lnTo>
                    <a:pt x="1058341" y="7040600"/>
                  </a:lnTo>
                  <a:lnTo>
                    <a:pt x="1092847" y="7037057"/>
                  </a:lnTo>
                  <a:lnTo>
                    <a:pt x="1123518" y="7026808"/>
                  </a:lnTo>
                  <a:lnTo>
                    <a:pt x="1150137" y="7010400"/>
                  </a:lnTo>
                  <a:lnTo>
                    <a:pt x="1170190" y="6990626"/>
                  </a:lnTo>
                  <a:lnTo>
                    <a:pt x="1172476" y="6988365"/>
                  </a:lnTo>
                  <a:lnTo>
                    <a:pt x="1174737" y="6988365"/>
                  </a:lnTo>
                  <a:lnTo>
                    <a:pt x="1165428" y="7028688"/>
                  </a:lnTo>
                  <a:lnTo>
                    <a:pt x="1132865" y="7093102"/>
                  </a:lnTo>
                  <a:lnTo>
                    <a:pt x="1088428" y="7135114"/>
                  </a:lnTo>
                  <a:lnTo>
                    <a:pt x="1037132" y="7158634"/>
                  </a:lnTo>
                  <a:lnTo>
                    <a:pt x="993381" y="7166026"/>
                  </a:lnTo>
                  <a:lnTo>
                    <a:pt x="967232" y="7167346"/>
                  </a:lnTo>
                  <a:lnTo>
                    <a:pt x="956132" y="7166775"/>
                  </a:lnTo>
                  <a:lnTo>
                    <a:pt x="956132" y="7220445"/>
                  </a:lnTo>
                  <a:lnTo>
                    <a:pt x="999248" y="7218972"/>
                  </a:lnTo>
                  <a:lnTo>
                    <a:pt x="1055370" y="7209180"/>
                  </a:lnTo>
                  <a:lnTo>
                    <a:pt x="1092644" y="7195731"/>
                  </a:lnTo>
                  <a:lnTo>
                    <a:pt x="1127125" y="7176529"/>
                  </a:lnTo>
                  <a:lnTo>
                    <a:pt x="1157541" y="7151776"/>
                  </a:lnTo>
                  <a:lnTo>
                    <a:pt x="1184567" y="7120585"/>
                  </a:lnTo>
                  <a:lnTo>
                    <a:pt x="1207579" y="7082409"/>
                  </a:lnTo>
                  <a:lnTo>
                    <a:pt x="1225448" y="7037057"/>
                  </a:lnTo>
                  <a:lnTo>
                    <a:pt x="1236141" y="6988365"/>
                  </a:lnTo>
                  <a:lnTo>
                    <a:pt x="1237107" y="6983031"/>
                  </a:lnTo>
                  <a:lnTo>
                    <a:pt x="1241120" y="6924180"/>
                  </a:lnTo>
                  <a:close/>
                </a:path>
                <a:path w="3938270" h="10208260">
                  <a:moveTo>
                    <a:pt x="1241120" y="5430952"/>
                  </a:moveTo>
                  <a:lnTo>
                    <a:pt x="1236129" y="5372773"/>
                  </a:lnTo>
                  <a:lnTo>
                    <a:pt x="1221574" y="5322862"/>
                  </a:lnTo>
                  <a:lnTo>
                    <a:pt x="1198118" y="5282235"/>
                  </a:lnTo>
                  <a:lnTo>
                    <a:pt x="1174737" y="5259908"/>
                  </a:lnTo>
                  <a:lnTo>
                    <a:pt x="1174737" y="5422735"/>
                  </a:lnTo>
                  <a:lnTo>
                    <a:pt x="1174737" y="5433161"/>
                  </a:lnTo>
                  <a:lnTo>
                    <a:pt x="1152766" y="5466816"/>
                  </a:lnTo>
                  <a:lnTo>
                    <a:pt x="1104328" y="5493512"/>
                  </a:lnTo>
                  <a:lnTo>
                    <a:pt x="1073238" y="5497347"/>
                  </a:lnTo>
                  <a:lnTo>
                    <a:pt x="1034757" y="5489765"/>
                  </a:lnTo>
                  <a:lnTo>
                    <a:pt x="1005370" y="5468531"/>
                  </a:lnTo>
                  <a:lnTo>
                    <a:pt x="986599" y="5435955"/>
                  </a:lnTo>
                  <a:lnTo>
                    <a:pt x="979995" y="5394337"/>
                  </a:lnTo>
                  <a:lnTo>
                    <a:pt x="987056" y="5346954"/>
                  </a:lnTo>
                  <a:lnTo>
                    <a:pt x="1006767" y="5309654"/>
                  </a:lnTo>
                  <a:lnTo>
                    <a:pt x="1036967" y="5285232"/>
                  </a:lnTo>
                  <a:lnTo>
                    <a:pt x="1075499" y="5276469"/>
                  </a:lnTo>
                  <a:lnTo>
                    <a:pt x="1119962" y="5287683"/>
                  </a:lnTo>
                  <a:lnTo>
                    <a:pt x="1150861" y="5318544"/>
                  </a:lnTo>
                  <a:lnTo>
                    <a:pt x="1168882" y="5364937"/>
                  </a:lnTo>
                  <a:lnTo>
                    <a:pt x="1174737" y="5422735"/>
                  </a:lnTo>
                  <a:lnTo>
                    <a:pt x="1174737" y="5259908"/>
                  </a:lnTo>
                  <a:lnTo>
                    <a:pt x="1166393" y="5251932"/>
                  </a:lnTo>
                  <a:lnTo>
                    <a:pt x="1127048" y="5232997"/>
                  </a:lnTo>
                  <a:lnTo>
                    <a:pt x="1080731" y="5226456"/>
                  </a:lnTo>
                  <a:lnTo>
                    <a:pt x="1034008" y="5232844"/>
                  </a:lnTo>
                  <a:lnTo>
                    <a:pt x="993686" y="5250751"/>
                  </a:lnTo>
                  <a:lnTo>
                    <a:pt x="960704" y="5278221"/>
                  </a:lnTo>
                  <a:lnTo>
                    <a:pt x="935990" y="5313350"/>
                  </a:lnTo>
                  <a:lnTo>
                    <a:pt x="920483" y="5354193"/>
                  </a:lnTo>
                  <a:lnTo>
                    <a:pt x="915111" y="5398846"/>
                  </a:lnTo>
                  <a:lnTo>
                    <a:pt x="921626" y="5446103"/>
                  </a:lnTo>
                  <a:lnTo>
                    <a:pt x="940371" y="5486908"/>
                  </a:lnTo>
                  <a:lnTo>
                    <a:pt x="970203" y="5518950"/>
                  </a:lnTo>
                  <a:lnTo>
                    <a:pt x="1009916" y="5539867"/>
                  </a:lnTo>
                  <a:lnTo>
                    <a:pt x="1058341" y="5547372"/>
                  </a:lnTo>
                  <a:lnTo>
                    <a:pt x="1092898" y="5543804"/>
                  </a:lnTo>
                  <a:lnTo>
                    <a:pt x="1123518" y="5533555"/>
                  </a:lnTo>
                  <a:lnTo>
                    <a:pt x="1150137" y="5517121"/>
                  </a:lnTo>
                  <a:lnTo>
                    <a:pt x="1170190" y="5497347"/>
                  </a:lnTo>
                  <a:lnTo>
                    <a:pt x="1172476" y="5495087"/>
                  </a:lnTo>
                  <a:lnTo>
                    <a:pt x="1174737" y="5495087"/>
                  </a:lnTo>
                  <a:lnTo>
                    <a:pt x="1165428" y="5535422"/>
                  </a:lnTo>
                  <a:lnTo>
                    <a:pt x="1132865" y="5599836"/>
                  </a:lnTo>
                  <a:lnTo>
                    <a:pt x="1088428" y="5641835"/>
                  </a:lnTo>
                  <a:lnTo>
                    <a:pt x="1037132" y="5665355"/>
                  </a:lnTo>
                  <a:lnTo>
                    <a:pt x="993381" y="5672747"/>
                  </a:lnTo>
                  <a:lnTo>
                    <a:pt x="967232" y="5674068"/>
                  </a:lnTo>
                  <a:lnTo>
                    <a:pt x="956132" y="5673496"/>
                  </a:lnTo>
                  <a:lnTo>
                    <a:pt x="956132" y="5727204"/>
                  </a:lnTo>
                  <a:lnTo>
                    <a:pt x="999248" y="5725706"/>
                  </a:lnTo>
                  <a:lnTo>
                    <a:pt x="1055370" y="5715927"/>
                  </a:lnTo>
                  <a:lnTo>
                    <a:pt x="1092644" y="5702478"/>
                  </a:lnTo>
                  <a:lnTo>
                    <a:pt x="1127125" y="5683275"/>
                  </a:lnTo>
                  <a:lnTo>
                    <a:pt x="1157541" y="5658548"/>
                  </a:lnTo>
                  <a:lnTo>
                    <a:pt x="1184567" y="5627332"/>
                  </a:lnTo>
                  <a:lnTo>
                    <a:pt x="1207579" y="5589143"/>
                  </a:lnTo>
                  <a:lnTo>
                    <a:pt x="1225448" y="5543804"/>
                  </a:lnTo>
                  <a:lnTo>
                    <a:pt x="1236141" y="5495087"/>
                  </a:lnTo>
                  <a:lnTo>
                    <a:pt x="1237107" y="5489765"/>
                  </a:lnTo>
                  <a:lnTo>
                    <a:pt x="1241120" y="5430952"/>
                  </a:lnTo>
                  <a:close/>
                </a:path>
                <a:path w="3938270" h="10208260">
                  <a:moveTo>
                    <a:pt x="1242606" y="4063796"/>
                  </a:moveTo>
                  <a:lnTo>
                    <a:pt x="1235633" y="4011117"/>
                  </a:lnTo>
                  <a:lnTo>
                    <a:pt x="1215834" y="3967708"/>
                  </a:lnTo>
                  <a:lnTo>
                    <a:pt x="1184897" y="3934968"/>
                  </a:lnTo>
                  <a:lnTo>
                    <a:pt x="1176223" y="3930535"/>
                  </a:lnTo>
                  <a:lnTo>
                    <a:pt x="1176223" y="4067492"/>
                  </a:lnTo>
                  <a:lnTo>
                    <a:pt x="1169390" y="4114977"/>
                  </a:lnTo>
                  <a:lnTo>
                    <a:pt x="1150099" y="4151744"/>
                  </a:lnTo>
                  <a:lnTo>
                    <a:pt x="1120178" y="4175480"/>
                  </a:lnTo>
                  <a:lnTo>
                    <a:pt x="1081455" y="4183913"/>
                  </a:lnTo>
                  <a:lnTo>
                    <a:pt x="1036027" y="4173461"/>
                  </a:lnTo>
                  <a:lnTo>
                    <a:pt x="1002931" y="4144480"/>
                  </a:lnTo>
                  <a:lnTo>
                    <a:pt x="982408" y="4100525"/>
                  </a:lnTo>
                  <a:lnTo>
                    <a:pt x="974763" y="4045153"/>
                  </a:lnTo>
                  <a:lnTo>
                    <a:pt x="975296" y="4036606"/>
                  </a:lnTo>
                  <a:lnTo>
                    <a:pt x="998931" y="3991889"/>
                  </a:lnTo>
                  <a:lnTo>
                    <a:pt x="1042327" y="3963085"/>
                  </a:lnTo>
                  <a:lnTo>
                    <a:pt x="1047407" y="3960698"/>
                  </a:lnTo>
                  <a:lnTo>
                    <a:pt x="1117358" y="3963924"/>
                  </a:lnTo>
                  <a:lnTo>
                    <a:pt x="1148880" y="3985882"/>
                  </a:lnTo>
                  <a:lnTo>
                    <a:pt x="1169098" y="4020845"/>
                  </a:lnTo>
                  <a:lnTo>
                    <a:pt x="1176223" y="4067492"/>
                  </a:lnTo>
                  <a:lnTo>
                    <a:pt x="1176223" y="3930535"/>
                  </a:lnTo>
                  <a:lnTo>
                    <a:pt x="1144524" y="3914305"/>
                  </a:lnTo>
                  <a:lnTo>
                    <a:pt x="1096391" y="3907104"/>
                  </a:lnTo>
                  <a:lnTo>
                    <a:pt x="1058659" y="3911549"/>
                  </a:lnTo>
                  <a:lnTo>
                    <a:pt x="1026642" y="3923487"/>
                  </a:lnTo>
                  <a:lnTo>
                    <a:pt x="1026502" y="3923487"/>
                  </a:lnTo>
                  <a:lnTo>
                    <a:pt x="999744" y="3941407"/>
                  </a:lnTo>
                  <a:lnTo>
                    <a:pt x="979233" y="3963085"/>
                  </a:lnTo>
                  <a:lnTo>
                    <a:pt x="977023" y="3963085"/>
                  </a:lnTo>
                  <a:lnTo>
                    <a:pt x="988974" y="3916134"/>
                  </a:lnTo>
                  <a:lnTo>
                    <a:pt x="1011542" y="3872839"/>
                  </a:lnTo>
                  <a:lnTo>
                    <a:pt x="1045006" y="3835781"/>
                  </a:lnTo>
                  <a:lnTo>
                    <a:pt x="1089621" y="3807536"/>
                  </a:lnTo>
                  <a:lnTo>
                    <a:pt x="1145628" y="3790683"/>
                  </a:lnTo>
                  <a:lnTo>
                    <a:pt x="1173213" y="3787711"/>
                  </a:lnTo>
                  <a:lnTo>
                    <a:pt x="1174965" y="3787711"/>
                  </a:lnTo>
                  <a:lnTo>
                    <a:pt x="1184109" y="3787432"/>
                  </a:lnTo>
                  <a:lnTo>
                    <a:pt x="1194866" y="3787711"/>
                  </a:lnTo>
                  <a:lnTo>
                    <a:pt x="1194866" y="3787432"/>
                  </a:lnTo>
                  <a:lnTo>
                    <a:pt x="1194866" y="3733939"/>
                  </a:lnTo>
                  <a:lnTo>
                    <a:pt x="1147114" y="3737686"/>
                  </a:lnTo>
                  <a:lnTo>
                    <a:pt x="1102715" y="3746487"/>
                  </a:lnTo>
                  <a:lnTo>
                    <a:pt x="1061681" y="3761498"/>
                  </a:lnTo>
                  <a:lnTo>
                    <a:pt x="1024559" y="3782504"/>
                  </a:lnTo>
                  <a:lnTo>
                    <a:pt x="991908" y="3809327"/>
                  </a:lnTo>
                  <a:lnTo>
                    <a:pt x="965047" y="3841242"/>
                  </a:lnTo>
                  <a:lnTo>
                    <a:pt x="942403" y="3879405"/>
                  </a:lnTo>
                  <a:lnTo>
                    <a:pt x="925004" y="3923487"/>
                  </a:lnTo>
                  <a:lnTo>
                    <a:pt x="913841" y="3973004"/>
                  </a:lnTo>
                  <a:lnTo>
                    <a:pt x="909866" y="4027944"/>
                  </a:lnTo>
                  <a:lnTo>
                    <a:pt x="909942" y="4028897"/>
                  </a:lnTo>
                  <a:lnTo>
                    <a:pt x="913930" y="4079113"/>
                  </a:lnTo>
                  <a:lnTo>
                    <a:pt x="925741" y="4124083"/>
                  </a:lnTo>
                  <a:lnTo>
                    <a:pt x="944753" y="4162260"/>
                  </a:lnTo>
                  <a:lnTo>
                    <a:pt x="970381" y="4193006"/>
                  </a:lnTo>
                  <a:lnTo>
                    <a:pt x="1002080" y="4215739"/>
                  </a:lnTo>
                  <a:lnTo>
                    <a:pt x="1039291" y="4229824"/>
                  </a:lnTo>
                  <a:lnTo>
                    <a:pt x="1081455" y="4234650"/>
                  </a:lnTo>
                  <a:lnTo>
                    <a:pt x="1128344" y="4228160"/>
                  </a:lnTo>
                  <a:lnTo>
                    <a:pt x="1167980" y="4210088"/>
                  </a:lnTo>
                  <a:lnTo>
                    <a:pt x="1198181" y="4183913"/>
                  </a:lnTo>
                  <a:lnTo>
                    <a:pt x="1223200" y="4147553"/>
                  </a:lnTo>
                  <a:lnTo>
                    <a:pt x="1237665" y="4107281"/>
                  </a:lnTo>
                  <a:lnTo>
                    <a:pt x="1242606" y="4063796"/>
                  </a:lnTo>
                  <a:close/>
                </a:path>
                <a:path w="3938270" h="10208260">
                  <a:moveTo>
                    <a:pt x="1242606" y="1077277"/>
                  </a:moveTo>
                  <a:lnTo>
                    <a:pt x="1235633" y="1024585"/>
                  </a:lnTo>
                  <a:lnTo>
                    <a:pt x="1215834" y="981176"/>
                  </a:lnTo>
                  <a:lnTo>
                    <a:pt x="1205077" y="969797"/>
                  </a:lnTo>
                  <a:lnTo>
                    <a:pt x="1184897" y="948448"/>
                  </a:lnTo>
                  <a:lnTo>
                    <a:pt x="1176223" y="944016"/>
                  </a:lnTo>
                  <a:lnTo>
                    <a:pt x="1176223" y="1080985"/>
                  </a:lnTo>
                  <a:lnTo>
                    <a:pt x="1169390" y="1128458"/>
                  </a:lnTo>
                  <a:lnTo>
                    <a:pt x="1150099" y="1165225"/>
                  </a:lnTo>
                  <a:lnTo>
                    <a:pt x="1120178" y="1188974"/>
                  </a:lnTo>
                  <a:lnTo>
                    <a:pt x="1081455" y="1197406"/>
                  </a:lnTo>
                  <a:lnTo>
                    <a:pt x="1036027" y="1186954"/>
                  </a:lnTo>
                  <a:lnTo>
                    <a:pt x="1002931" y="1157960"/>
                  </a:lnTo>
                  <a:lnTo>
                    <a:pt x="982408" y="1114005"/>
                  </a:lnTo>
                  <a:lnTo>
                    <a:pt x="974763" y="1058633"/>
                  </a:lnTo>
                  <a:lnTo>
                    <a:pt x="975296" y="1050086"/>
                  </a:lnTo>
                  <a:lnTo>
                    <a:pt x="998931" y="1005370"/>
                  </a:lnTo>
                  <a:lnTo>
                    <a:pt x="1042428" y="976528"/>
                  </a:lnTo>
                  <a:lnTo>
                    <a:pt x="1047407" y="974191"/>
                  </a:lnTo>
                  <a:lnTo>
                    <a:pt x="1117358" y="977417"/>
                  </a:lnTo>
                  <a:lnTo>
                    <a:pt x="1148880" y="999375"/>
                  </a:lnTo>
                  <a:lnTo>
                    <a:pt x="1169098" y="1034338"/>
                  </a:lnTo>
                  <a:lnTo>
                    <a:pt x="1176223" y="1080985"/>
                  </a:lnTo>
                  <a:lnTo>
                    <a:pt x="1176223" y="944016"/>
                  </a:lnTo>
                  <a:lnTo>
                    <a:pt x="1144524" y="927798"/>
                  </a:lnTo>
                  <a:lnTo>
                    <a:pt x="1096391" y="920597"/>
                  </a:lnTo>
                  <a:lnTo>
                    <a:pt x="1058659" y="925029"/>
                  </a:lnTo>
                  <a:lnTo>
                    <a:pt x="1026629" y="936980"/>
                  </a:lnTo>
                  <a:lnTo>
                    <a:pt x="1026502" y="936980"/>
                  </a:lnTo>
                  <a:lnTo>
                    <a:pt x="999744" y="954874"/>
                  </a:lnTo>
                  <a:lnTo>
                    <a:pt x="979233" y="976528"/>
                  </a:lnTo>
                  <a:lnTo>
                    <a:pt x="977023" y="976528"/>
                  </a:lnTo>
                  <a:lnTo>
                    <a:pt x="988974" y="929601"/>
                  </a:lnTo>
                  <a:lnTo>
                    <a:pt x="1011542" y="886307"/>
                  </a:lnTo>
                  <a:lnTo>
                    <a:pt x="1045006" y="849249"/>
                  </a:lnTo>
                  <a:lnTo>
                    <a:pt x="1089621" y="821004"/>
                  </a:lnTo>
                  <a:lnTo>
                    <a:pt x="1145628" y="804176"/>
                  </a:lnTo>
                  <a:lnTo>
                    <a:pt x="1172984" y="801204"/>
                  </a:lnTo>
                  <a:lnTo>
                    <a:pt x="1174356" y="801204"/>
                  </a:lnTo>
                  <a:lnTo>
                    <a:pt x="1184109" y="800900"/>
                  </a:lnTo>
                  <a:lnTo>
                    <a:pt x="1194866" y="801204"/>
                  </a:lnTo>
                  <a:lnTo>
                    <a:pt x="1194866" y="800900"/>
                  </a:lnTo>
                  <a:lnTo>
                    <a:pt x="1194866" y="747382"/>
                  </a:lnTo>
                  <a:lnTo>
                    <a:pt x="1147114" y="751179"/>
                  </a:lnTo>
                  <a:lnTo>
                    <a:pt x="1102715" y="759980"/>
                  </a:lnTo>
                  <a:lnTo>
                    <a:pt x="1061681" y="774979"/>
                  </a:lnTo>
                  <a:lnTo>
                    <a:pt x="1024559" y="795997"/>
                  </a:lnTo>
                  <a:lnTo>
                    <a:pt x="991908" y="822820"/>
                  </a:lnTo>
                  <a:lnTo>
                    <a:pt x="965047" y="854722"/>
                  </a:lnTo>
                  <a:lnTo>
                    <a:pt x="942403" y="892898"/>
                  </a:lnTo>
                  <a:lnTo>
                    <a:pt x="925004" y="936980"/>
                  </a:lnTo>
                  <a:lnTo>
                    <a:pt x="913841" y="986485"/>
                  </a:lnTo>
                  <a:lnTo>
                    <a:pt x="909866" y="1041438"/>
                  </a:lnTo>
                  <a:lnTo>
                    <a:pt x="909942" y="1042365"/>
                  </a:lnTo>
                  <a:lnTo>
                    <a:pt x="913930" y="1092606"/>
                  </a:lnTo>
                  <a:lnTo>
                    <a:pt x="925741" y="1137577"/>
                  </a:lnTo>
                  <a:lnTo>
                    <a:pt x="944753" y="1175740"/>
                  </a:lnTo>
                  <a:lnTo>
                    <a:pt x="970381" y="1206500"/>
                  </a:lnTo>
                  <a:lnTo>
                    <a:pt x="1002080" y="1229220"/>
                  </a:lnTo>
                  <a:lnTo>
                    <a:pt x="1039291" y="1243304"/>
                  </a:lnTo>
                  <a:lnTo>
                    <a:pt x="1081455" y="1248143"/>
                  </a:lnTo>
                  <a:lnTo>
                    <a:pt x="1128344" y="1241653"/>
                  </a:lnTo>
                  <a:lnTo>
                    <a:pt x="1167980" y="1223581"/>
                  </a:lnTo>
                  <a:lnTo>
                    <a:pt x="1198181" y="1197406"/>
                  </a:lnTo>
                  <a:lnTo>
                    <a:pt x="1223200" y="1161046"/>
                  </a:lnTo>
                  <a:lnTo>
                    <a:pt x="1237665" y="1120775"/>
                  </a:lnTo>
                  <a:lnTo>
                    <a:pt x="1242606" y="1077277"/>
                  </a:lnTo>
                  <a:close/>
                </a:path>
                <a:path w="3938270" h="10208260">
                  <a:moveTo>
                    <a:pt x="1250772" y="1802993"/>
                  </a:moveTo>
                  <a:lnTo>
                    <a:pt x="1182903" y="1802993"/>
                  </a:lnTo>
                  <a:lnTo>
                    <a:pt x="1182903" y="1564970"/>
                  </a:lnTo>
                  <a:lnTo>
                    <a:pt x="1182903" y="1501546"/>
                  </a:lnTo>
                  <a:lnTo>
                    <a:pt x="1123238" y="1501546"/>
                  </a:lnTo>
                  <a:lnTo>
                    <a:pt x="1123238" y="1564970"/>
                  </a:lnTo>
                  <a:lnTo>
                    <a:pt x="1122260" y="1583994"/>
                  </a:lnTo>
                  <a:lnTo>
                    <a:pt x="1121016" y="1636610"/>
                  </a:lnTo>
                  <a:lnTo>
                    <a:pt x="1120978" y="1802993"/>
                  </a:lnTo>
                  <a:lnTo>
                    <a:pt x="962088" y="1802993"/>
                  </a:lnTo>
                  <a:lnTo>
                    <a:pt x="962088" y="1801507"/>
                  </a:lnTo>
                  <a:lnTo>
                    <a:pt x="1080731" y="1636610"/>
                  </a:lnTo>
                  <a:lnTo>
                    <a:pt x="1090574" y="1619948"/>
                  </a:lnTo>
                  <a:lnTo>
                    <a:pt x="1100302" y="1603019"/>
                  </a:lnTo>
                  <a:lnTo>
                    <a:pt x="1110297" y="1584972"/>
                  </a:lnTo>
                  <a:lnTo>
                    <a:pt x="1120978" y="1564970"/>
                  </a:lnTo>
                  <a:lnTo>
                    <a:pt x="1123238" y="1564970"/>
                  </a:lnTo>
                  <a:lnTo>
                    <a:pt x="1123238" y="1501546"/>
                  </a:lnTo>
                  <a:lnTo>
                    <a:pt x="1112050" y="1501546"/>
                  </a:lnTo>
                  <a:lnTo>
                    <a:pt x="895705" y="1811210"/>
                  </a:lnTo>
                  <a:lnTo>
                    <a:pt x="895705" y="1854504"/>
                  </a:lnTo>
                  <a:lnTo>
                    <a:pt x="1120978" y="1854504"/>
                  </a:lnTo>
                  <a:lnTo>
                    <a:pt x="1120978" y="1986584"/>
                  </a:lnTo>
                  <a:lnTo>
                    <a:pt x="1182903" y="1986584"/>
                  </a:lnTo>
                  <a:lnTo>
                    <a:pt x="1182903" y="1854504"/>
                  </a:lnTo>
                  <a:lnTo>
                    <a:pt x="1250772" y="1854504"/>
                  </a:lnTo>
                  <a:lnTo>
                    <a:pt x="1250772" y="1802993"/>
                  </a:lnTo>
                  <a:close/>
                </a:path>
                <a:path w="3938270" h="10208260">
                  <a:moveTo>
                    <a:pt x="2019719" y="8267"/>
                  </a:moveTo>
                  <a:lnTo>
                    <a:pt x="1963750" y="8267"/>
                  </a:lnTo>
                  <a:lnTo>
                    <a:pt x="1857844" y="64960"/>
                  </a:lnTo>
                  <a:lnTo>
                    <a:pt x="1870519" y="114884"/>
                  </a:lnTo>
                  <a:lnTo>
                    <a:pt x="1954822" y="69519"/>
                  </a:lnTo>
                  <a:lnTo>
                    <a:pt x="1956308" y="69519"/>
                  </a:lnTo>
                  <a:lnTo>
                    <a:pt x="1956308" y="493255"/>
                  </a:lnTo>
                  <a:lnTo>
                    <a:pt x="2019719" y="493255"/>
                  </a:lnTo>
                  <a:lnTo>
                    <a:pt x="2019719" y="8267"/>
                  </a:lnTo>
                  <a:close/>
                </a:path>
                <a:path w="3938270" h="10208260">
                  <a:moveTo>
                    <a:pt x="2112949" y="6308928"/>
                  </a:moveTo>
                  <a:lnTo>
                    <a:pt x="2107463" y="6266700"/>
                  </a:lnTo>
                  <a:lnTo>
                    <a:pt x="2070481" y="6204305"/>
                  </a:lnTo>
                  <a:lnTo>
                    <a:pt x="2019935" y="6172657"/>
                  </a:lnTo>
                  <a:lnTo>
                    <a:pt x="1967014" y="6159754"/>
                  </a:lnTo>
                  <a:lnTo>
                    <a:pt x="1939163" y="6158204"/>
                  </a:lnTo>
                  <a:lnTo>
                    <a:pt x="1926996" y="6158446"/>
                  </a:lnTo>
                  <a:lnTo>
                    <a:pt x="1916861" y="6159106"/>
                  </a:lnTo>
                  <a:lnTo>
                    <a:pt x="1899627" y="6161125"/>
                  </a:lnTo>
                  <a:lnTo>
                    <a:pt x="1918271" y="6036538"/>
                  </a:lnTo>
                  <a:lnTo>
                    <a:pt x="2103297" y="6036538"/>
                  </a:lnTo>
                  <a:lnTo>
                    <a:pt x="2103297" y="5981281"/>
                  </a:lnTo>
                  <a:lnTo>
                    <a:pt x="1871294" y="5981281"/>
                  </a:lnTo>
                  <a:lnTo>
                    <a:pt x="1839925" y="6214122"/>
                  </a:lnTo>
                  <a:lnTo>
                    <a:pt x="1854085" y="6212357"/>
                  </a:lnTo>
                  <a:lnTo>
                    <a:pt x="1869859" y="6210681"/>
                  </a:lnTo>
                  <a:lnTo>
                    <a:pt x="1887448" y="6209436"/>
                  </a:lnTo>
                  <a:lnTo>
                    <a:pt x="1907070" y="6208941"/>
                  </a:lnTo>
                  <a:lnTo>
                    <a:pt x="1969681" y="6216916"/>
                  </a:lnTo>
                  <a:lnTo>
                    <a:pt x="2012899" y="6239154"/>
                  </a:lnTo>
                  <a:lnTo>
                    <a:pt x="2038083" y="6273139"/>
                  </a:lnTo>
                  <a:lnTo>
                    <a:pt x="2046566" y="6316319"/>
                  </a:lnTo>
                  <a:lnTo>
                    <a:pt x="2037334" y="6360185"/>
                  </a:lnTo>
                  <a:lnTo>
                    <a:pt x="2012353" y="6393320"/>
                  </a:lnTo>
                  <a:lnTo>
                    <a:pt x="1975764" y="6414287"/>
                  </a:lnTo>
                  <a:lnTo>
                    <a:pt x="1931670" y="6421602"/>
                  </a:lnTo>
                  <a:lnTo>
                    <a:pt x="1899742" y="6419075"/>
                  </a:lnTo>
                  <a:lnTo>
                    <a:pt x="1870887" y="6412624"/>
                  </a:lnTo>
                  <a:lnTo>
                    <a:pt x="1846503" y="6403937"/>
                  </a:lnTo>
                  <a:lnTo>
                    <a:pt x="1828012" y="6394742"/>
                  </a:lnTo>
                  <a:lnTo>
                    <a:pt x="1811578" y="6444704"/>
                  </a:lnTo>
                  <a:lnTo>
                    <a:pt x="1832762" y="6455651"/>
                  </a:lnTo>
                  <a:lnTo>
                    <a:pt x="1860804" y="6465214"/>
                  </a:lnTo>
                  <a:lnTo>
                    <a:pt x="1894446" y="6471983"/>
                  </a:lnTo>
                  <a:lnTo>
                    <a:pt x="1932432" y="6474549"/>
                  </a:lnTo>
                  <a:lnTo>
                    <a:pt x="1982330" y="6468859"/>
                  </a:lnTo>
                  <a:lnTo>
                    <a:pt x="2025992" y="6452667"/>
                  </a:lnTo>
                  <a:lnTo>
                    <a:pt x="2062149" y="6427267"/>
                  </a:lnTo>
                  <a:lnTo>
                    <a:pt x="2089531" y="6393980"/>
                  </a:lnTo>
                  <a:lnTo>
                    <a:pt x="2106892" y="6354089"/>
                  </a:lnTo>
                  <a:lnTo>
                    <a:pt x="2112949" y="6308928"/>
                  </a:lnTo>
                  <a:close/>
                </a:path>
                <a:path w="3938270" h="10208260">
                  <a:moveTo>
                    <a:pt x="2112949" y="1082522"/>
                  </a:moveTo>
                  <a:lnTo>
                    <a:pt x="2107463" y="1040282"/>
                  </a:lnTo>
                  <a:lnTo>
                    <a:pt x="2070481" y="977874"/>
                  </a:lnTo>
                  <a:lnTo>
                    <a:pt x="2019935" y="946251"/>
                  </a:lnTo>
                  <a:lnTo>
                    <a:pt x="1967014" y="933348"/>
                  </a:lnTo>
                  <a:lnTo>
                    <a:pt x="1939163" y="931799"/>
                  </a:lnTo>
                  <a:lnTo>
                    <a:pt x="1926996" y="932040"/>
                  </a:lnTo>
                  <a:lnTo>
                    <a:pt x="1916861" y="932700"/>
                  </a:lnTo>
                  <a:lnTo>
                    <a:pt x="1899627" y="934720"/>
                  </a:lnTo>
                  <a:lnTo>
                    <a:pt x="1918271" y="810133"/>
                  </a:lnTo>
                  <a:lnTo>
                    <a:pt x="2103297" y="810133"/>
                  </a:lnTo>
                  <a:lnTo>
                    <a:pt x="2103297" y="754875"/>
                  </a:lnTo>
                  <a:lnTo>
                    <a:pt x="1871294" y="754875"/>
                  </a:lnTo>
                  <a:lnTo>
                    <a:pt x="1839925" y="987717"/>
                  </a:lnTo>
                  <a:lnTo>
                    <a:pt x="1854085" y="985951"/>
                  </a:lnTo>
                  <a:lnTo>
                    <a:pt x="1869859" y="984250"/>
                  </a:lnTo>
                  <a:lnTo>
                    <a:pt x="1887448" y="982980"/>
                  </a:lnTo>
                  <a:lnTo>
                    <a:pt x="1907070" y="982484"/>
                  </a:lnTo>
                  <a:lnTo>
                    <a:pt x="1969681" y="990460"/>
                  </a:lnTo>
                  <a:lnTo>
                    <a:pt x="2012899" y="1012710"/>
                  </a:lnTo>
                  <a:lnTo>
                    <a:pt x="2038083" y="1046695"/>
                  </a:lnTo>
                  <a:lnTo>
                    <a:pt x="2046566" y="1089914"/>
                  </a:lnTo>
                  <a:lnTo>
                    <a:pt x="2037334" y="1133767"/>
                  </a:lnTo>
                  <a:lnTo>
                    <a:pt x="2012353" y="1166914"/>
                  </a:lnTo>
                  <a:lnTo>
                    <a:pt x="1975764" y="1187881"/>
                  </a:lnTo>
                  <a:lnTo>
                    <a:pt x="1931670" y="1195197"/>
                  </a:lnTo>
                  <a:lnTo>
                    <a:pt x="1899742" y="1192657"/>
                  </a:lnTo>
                  <a:lnTo>
                    <a:pt x="1870887" y="1186205"/>
                  </a:lnTo>
                  <a:lnTo>
                    <a:pt x="1846503" y="1177518"/>
                  </a:lnTo>
                  <a:lnTo>
                    <a:pt x="1828012" y="1168285"/>
                  </a:lnTo>
                  <a:lnTo>
                    <a:pt x="1811578" y="1218298"/>
                  </a:lnTo>
                  <a:lnTo>
                    <a:pt x="1832762" y="1229245"/>
                  </a:lnTo>
                  <a:lnTo>
                    <a:pt x="1860804" y="1238808"/>
                  </a:lnTo>
                  <a:lnTo>
                    <a:pt x="1894446" y="1245577"/>
                  </a:lnTo>
                  <a:lnTo>
                    <a:pt x="1932432" y="1248143"/>
                  </a:lnTo>
                  <a:lnTo>
                    <a:pt x="1982330" y="1242453"/>
                  </a:lnTo>
                  <a:lnTo>
                    <a:pt x="2025992" y="1226248"/>
                  </a:lnTo>
                  <a:lnTo>
                    <a:pt x="2062149" y="1200848"/>
                  </a:lnTo>
                  <a:lnTo>
                    <a:pt x="2089531" y="1167549"/>
                  </a:lnTo>
                  <a:lnTo>
                    <a:pt x="2106892" y="1127671"/>
                  </a:lnTo>
                  <a:lnTo>
                    <a:pt x="2112949" y="1082522"/>
                  </a:lnTo>
                  <a:close/>
                </a:path>
                <a:path w="3938270" h="10208260">
                  <a:moveTo>
                    <a:pt x="2114435" y="1849272"/>
                  </a:moveTo>
                  <a:lnTo>
                    <a:pt x="2105939" y="1802828"/>
                  </a:lnTo>
                  <a:lnTo>
                    <a:pt x="2082749" y="1765973"/>
                  </a:lnTo>
                  <a:lnTo>
                    <a:pt x="2048357" y="1739607"/>
                  </a:lnTo>
                  <a:lnTo>
                    <a:pt x="2006269" y="1724634"/>
                  </a:lnTo>
                  <a:lnTo>
                    <a:pt x="2006269" y="1723186"/>
                  </a:lnTo>
                  <a:lnTo>
                    <a:pt x="2045449" y="1703260"/>
                  </a:lnTo>
                  <a:lnTo>
                    <a:pt x="2073427" y="1676742"/>
                  </a:lnTo>
                  <a:lnTo>
                    <a:pt x="2090216" y="1644904"/>
                  </a:lnTo>
                  <a:lnTo>
                    <a:pt x="2095804" y="1609026"/>
                  </a:lnTo>
                  <a:lnTo>
                    <a:pt x="2087549" y="1566062"/>
                  </a:lnTo>
                  <a:lnTo>
                    <a:pt x="2062226" y="1529054"/>
                  </a:lnTo>
                  <a:lnTo>
                    <a:pt x="2018995" y="1503108"/>
                  </a:lnTo>
                  <a:lnTo>
                    <a:pt x="1957031" y="1493329"/>
                  </a:lnTo>
                  <a:lnTo>
                    <a:pt x="1918754" y="1496529"/>
                  </a:lnTo>
                  <a:lnTo>
                    <a:pt x="1883562" y="1504975"/>
                  </a:lnTo>
                  <a:lnTo>
                    <a:pt x="1853387" y="1516926"/>
                  </a:lnTo>
                  <a:lnTo>
                    <a:pt x="1830222" y="1530616"/>
                  </a:lnTo>
                  <a:lnTo>
                    <a:pt x="1847418" y="1578368"/>
                  </a:lnTo>
                  <a:lnTo>
                    <a:pt x="1865896" y="1567078"/>
                  </a:lnTo>
                  <a:lnTo>
                    <a:pt x="1889150" y="1556740"/>
                  </a:lnTo>
                  <a:lnTo>
                    <a:pt x="1915782" y="1549196"/>
                  </a:lnTo>
                  <a:lnTo>
                    <a:pt x="1944395" y="1546275"/>
                  </a:lnTo>
                  <a:lnTo>
                    <a:pt x="1983155" y="1552257"/>
                  </a:lnTo>
                  <a:lnTo>
                    <a:pt x="2009546" y="1568310"/>
                  </a:lnTo>
                  <a:lnTo>
                    <a:pt x="2024621" y="1591640"/>
                  </a:lnTo>
                  <a:lnTo>
                    <a:pt x="2029421" y="1619453"/>
                  </a:lnTo>
                  <a:lnTo>
                    <a:pt x="2019236" y="1656511"/>
                  </a:lnTo>
                  <a:lnTo>
                    <a:pt x="1993239" y="1682038"/>
                  </a:lnTo>
                  <a:lnTo>
                    <a:pt x="1958289" y="1696808"/>
                  </a:lnTo>
                  <a:lnTo>
                    <a:pt x="1921243" y="1701571"/>
                  </a:lnTo>
                  <a:lnTo>
                    <a:pt x="1884692" y="1701571"/>
                  </a:lnTo>
                  <a:lnTo>
                    <a:pt x="1884692" y="1750771"/>
                  </a:lnTo>
                  <a:lnTo>
                    <a:pt x="1921243" y="1750771"/>
                  </a:lnTo>
                  <a:lnTo>
                    <a:pt x="1967471" y="1756384"/>
                  </a:lnTo>
                  <a:lnTo>
                    <a:pt x="2007400" y="1773809"/>
                  </a:lnTo>
                  <a:lnTo>
                    <a:pt x="2035581" y="1803984"/>
                  </a:lnTo>
                  <a:lnTo>
                    <a:pt x="2046566" y="1847773"/>
                  </a:lnTo>
                  <a:lnTo>
                    <a:pt x="2041588" y="1879473"/>
                  </a:lnTo>
                  <a:lnTo>
                    <a:pt x="2023618" y="1909914"/>
                  </a:lnTo>
                  <a:lnTo>
                    <a:pt x="1989709" y="1932787"/>
                  </a:lnTo>
                  <a:lnTo>
                    <a:pt x="1936902" y="1941804"/>
                  </a:lnTo>
                  <a:lnTo>
                    <a:pt x="1903552" y="1938705"/>
                  </a:lnTo>
                  <a:lnTo>
                    <a:pt x="1873135" y="1930984"/>
                  </a:lnTo>
                  <a:lnTo>
                    <a:pt x="1847748" y="1921027"/>
                  </a:lnTo>
                  <a:lnTo>
                    <a:pt x="1829498" y="1911248"/>
                  </a:lnTo>
                  <a:lnTo>
                    <a:pt x="1811578" y="1961984"/>
                  </a:lnTo>
                  <a:lnTo>
                    <a:pt x="1833689" y="1973719"/>
                  </a:lnTo>
                  <a:lnTo>
                    <a:pt x="1863153" y="1984248"/>
                  </a:lnTo>
                  <a:lnTo>
                    <a:pt x="1898345" y="1991842"/>
                  </a:lnTo>
                  <a:lnTo>
                    <a:pt x="1937677" y="1994750"/>
                  </a:lnTo>
                  <a:lnTo>
                    <a:pt x="1991169" y="1989366"/>
                  </a:lnTo>
                  <a:lnTo>
                    <a:pt x="2035213" y="1974278"/>
                  </a:lnTo>
                  <a:lnTo>
                    <a:pt x="2069680" y="1951113"/>
                  </a:lnTo>
                  <a:lnTo>
                    <a:pt x="2094471" y="1921471"/>
                  </a:lnTo>
                  <a:lnTo>
                    <a:pt x="2109432" y="1886991"/>
                  </a:lnTo>
                  <a:lnTo>
                    <a:pt x="2114435" y="1849272"/>
                  </a:lnTo>
                  <a:close/>
                </a:path>
                <a:path w="3938270" h="10208260">
                  <a:moveTo>
                    <a:pt x="2123427" y="10145014"/>
                  </a:moveTo>
                  <a:lnTo>
                    <a:pt x="1905533" y="10145014"/>
                  </a:lnTo>
                  <a:lnTo>
                    <a:pt x="1905533" y="10143528"/>
                  </a:lnTo>
                  <a:lnTo>
                    <a:pt x="1944395" y="10107739"/>
                  </a:lnTo>
                  <a:lnTo>
                    <a:pt x="1992249" y="10060470"/>
                  </a:lnTo>
                  <a:lnTo>
                    <a:pt x="2033117" y="10016350"/>
                  </a:lnTo>
                  <a:lnTo>
                    <a:pt x="2066239" y="9974174"/>
                  </a:lnTo>
                  <a:lnTo>
                    <a:pt x="2090851" y="9932746"/>
                  </a:lnTo>
                  <a:lnTo>
                    <a:pt x="2106180" y="9890823"/>
                  </a:lnTo>
                  <a:lnTo>
                    <a:pt x="2111464" y="9847224"/>
                  </a:lnTo>
                  <a:lnTo>
                    <a:pt x="2106053" y="9805924"/>
                  </a:lnTo>
                  <a:lnTo>
                    <a:pt x="2089289" y="9767646"/>
                  </a:lnTo>
                  <a:lnTo>
                    <a:pt x="2060397" y="9735922"/>
                  </a:lnTo>
                  <a:lnTo>
                    <a:pt x="2018576" y="9714293"/>
                  </a:lnTo>
                  <a:lnTo>
                    <a:pt x="1963039" y="9706292"/>
                  </a:lnTo>
                  <a:lnTo>
                    <a:pt x="1922703" y="9710001"/>
                  </a:lnTo>
                  <a:lnTo>
                    <a:pt x="1886000" y="9720288"/>
                  </a:lnTo>
                  <a:lnTo>
                    <a:pt x="1853501" y="9735871"/>
                  </a:lnTo>
                  <a:lnTo>
                    <a:pt x="1825752" y="9755492"/>
                  </a:lnTo>
                  <a:lnTo>
                    <a:pt x="1846643" y="9801720"/>
                  </a:lnTo>
                  <a:lnTo>
                    <a:pt x="1865985" y="9787496"/>
                  </a:lnTo>
                  <a:lnTo>
                    <a:pt x="1889988" y="9774288"/>
                  </a:lnTo>
                  <a:lnTo>
                    <a:pt x="1918068" y="9764573"/>
                  </a:lnTo>
                  <a:lnTo>
                    <a:pt x="1949589" y="9760775"/>
                  </a:lnTo>
                  <a:lnTo>
                    <a:pt x="1995157" y="9768662"/>
                  </a:lnTo>
                  <a:lnTo>
                    <a:pt x="2024837" y="9789681"/>
                  </a:lnTo>
                  <a:lnTo>
                    <a:pt x="2040940" y="9819932"/>
                  </a:lnTo>
                  <a:lnTo>
                    <a:pt x="2045804" y="9855479"/>
                  </a:lnTo>
                  <a:lnTo>
                    <a:pt x="2040775" y="9891509"/>
                  </a:lnTo>
                  <a:lnTo>
                    <a:pt x="2026208" y="9927615"/>
                  </a:lnTo>
                  <a:lnTo>
                    <a:pt x="2001723" y="9965614"/>
                  </a:lnTo>
                  <a:lnTo>
                    <a:pt x="1966988" y="10007333"/>
                  </a:lnTo>
                  <a:lnTo>
                    <a:pt x="1921624" y="10054603"/>
                  </a:lnTo>
                  <a:lnTo>
                    <a:pt x="1813788" y="10159149"/>
                  </a:lnTo>
                  <a:lnTo>
                    <a:pt x="1813788" y="10199510"/>
                  </a:lnTo>
                  <a:lnTo>
                    <a:pt x="2123427" y="10199510"/>
                  </a:lnTo>
                  <a:lnTo>
                    <a:pt x="2123427" y="10145014"/>
                  </a:lnTo>
                  <a:close/>
                </a:path>
                <a:path w="3938270" h="10208260">
                  <a:moveTo>
                    <a:pt x="2123427" y="5665228"/>
                  </a:moveTo>
                  <a:lnTo>
                    <a:pt x="1905533" y="5665228"/>
                  </a:lnTo>
                  <a:lnTo>
                    <a:pt x="1905533" y="5663781"/>
                  </a:lnTo>
                  <a:lnTo>
                    <a:pt x="1944395" y="5627941"/>
                  </a:lnTo>
                  <a:lnTo>
                    <a:pt x="1992249" y="5580672"/>
                  </a:lnTo>
                  <a:lnTo>
                    <a:pt x="2033117" y="5536539"/>
                  </a:lnTo>
                  <a:lnTo>
                    <a:pt x="2066239" y="5494363"/>
                  </a:lnTo>
                  <a:lnTo>
                    <a:pt x="2090851" y="5452923"/>
                  </a:lnTo>
                  <a:lnTo>
                    <a:pt x="2106180" y="5411025"/>
                  </a:lnTo>
                  <a:lnTo>
                    <a:pt x="2111464" y="5367477"/>
                  </a:lnTo>
                  <a:lnTo>
                    <a:pt x="2106053" y="5326164"/>
                  </a:lnTo>
                  <a:lnTo>
                    <a:pt x="2089289" y="5287861"/>
                  </a:lnTo>
                  <a:lnTo>
                    <a:pt x="2060397" y="5256111"/>
                  </a:lnTo>
                  <a:lnTo>
                    <a:pt x="2018576" y="5234457"/>
                  </a:lnTo>
                  <a:lnTo>
                    <a:pt x="1963039" y="5226456"/>
                  </a:lnTo>
                  <a:lnTo>
                    <a:pt x="1922703" y="5230165"/>
                  </a:lnTo>
                  <a:lnTo>
                    <a:pt x="1886000" y="5240452"/>
                  </a:lnTo>
                  <a:lnTo>
                    <a:pt x="1853501" y="5256073"/>
                  </a:lnTo>
                  <a:lnTo>
                    <a:pt x="1825752" y="5275758"/>
                  </a:lnTo>
                  <a:lnTo>
                    <a:pt x="1846643" y="5321973"/>
                  </a:lnTo>
                  <a:lnTo>
                    <a:pt x="1865985" y="5307711"/>
                  </a:lnTo>
                  <a:lnTo>
                    <a:pt x="1889988" y="5294490"/>
                  </a:lnTo>
                  <a:lnTo>
                    <a:pt x="1918068" y="5284775"/>
                  </a:lnTo>
                  <a:lnTo>
                    <a:pt x="1949589" y="5280990"/>
                  </a:lnTo>
                  <a:lnTo>
                    <a:pt x="1995157" y="5288864"/>
                  </a:lnTo>
                  <a:lnTo>
                    <a:pt x="2024837" y="5309895"/>
                  </a:lnTo>
                  <a:lnTo>
                    <a:pt x="2040940" y="5340134"/>
                  </a:lnTo>
                  <a:lnTo>
                    <a:pt x="2045804" y="5375694"/>
                  </a:lnTo>
                  <a:lnTo>
                    <a:pt x="2040775" y="5411711"/>
                  </a:lnTo>
                  <a:lnTo>
                    <a:pt x="2026208" y="5447804"/>
                  </a:lnTo>
                  <a:lnTo>
                    <a:pt x="2001723" y="5485803"/>
                  </a:lnTo>
                  <a:lnTo>
                    <a:pt x="1966988" y="5527522"/>
                  </a:lnTo>
                  <a:lnTo>
                    <a:pt x="1921624" y="5574792"/>
                  </a:lnTo>
                  <a:lnTo>
                    <a:pt x="1813788" y="5679452"/>
                  </a:lnTo>
                  <a:lnTo>
                    <a:pt x="1813788" y="5719711"/>
                  </a:lnTo>
                  <a:lnTo>
                    <a:pt x="2123427" y="5719711"/>
                  </a:lnTo>
                  <a:lnTo>
                    <a:pt x="2123427" y="5665228"/>
                  </a:lnTo>
                  <a:close/>
                </a:path>
                <a:path w="3938270" h="10208260">
                  <a:moveTo>
                    <a:pt x="2128659" y="8221180"/>
                  </a:moveTo>
                  <a:lnTo>
                    <a:pt x="1822780" y="8221180"/>
                  </a:lnTo>
                  <a:lnTo>
                    <a:pt x="1822780" y="8275714"/>
                  </a:lnTo>
                  <a:lnTo>
                    <a:pt x="2060016" y="8275714"/>
                  </a:lnTo>
                  <a:lnTo>
                    <a:pt x="2060016" y="8277161"/>
                  </a:lnTo>
                  <a:lnTo>
                    <a:pt x="1849628" y="8706231"/>
                  </a:lnTo>
                  <a:lnTo>
                    <a:pt x="1917547" y="8706231"/>
                  </a:lnTo>
                  <a:lnTo>
                    <a:pt x="2128659" y="8264474"/>
                  </a:lnTo>
                  <a:lnTo>
                    <a:pt x="2128659" y="8221180"/>
                  </a:lnTo>
                  <a:close/>
                </a:path>
                <a:path w="3938270" h="10208260">
                  <a:moveTo>
                    <a:pt x="2128659" y="6727952"/>
                  </a:moveTo>
                  <a:lnTo>
                    <a:pt x="1822780" y="6727952"/>
                  </a:lnTo>
                  <a:lnTo>
                    <a:pt x="1822780" y="6782435"/>
                  </a:lnTo>
                  <a:lnTo>
                    <a:pt x="2060016" y="6782435"/>
                  </a:lnTo>
                  <a:lnTo>
                    <a:pt x="2060016" y="6783883"/>
                  </a:lnTo>
                  <a:lnTo>
                    <a:pt x="1849628" y="7212990"/>
                  </a:lnTo>
                  <a:lnTo>
                    <a:pt x="1917547" y="7212990"/>
                  </a:lnTo>
                  <a:lnTo>
                    <a:pt x="2128659" y="6771195"/>
                  </a:lnTo>
                  <a:lnTo>
                    <a:pt x="2128659" y="6727952"/>
                  </a:lnTo>
                  <a:close/>
                </a:path>
                <a:path w="3938270" h="10208260">
                  <a:moveTo>
                    <a:pt x="2135390" y="7826807"/>
                  </a:moveTo>
                  <a:lnTo>
                    <a:pt x="2128609" y="7785709"/>
                  </a:lnTo>
                  <a:lnTo>
                    <a:pt x="2109165" y="7750975"/>
                  </a:lnTo>
                  <a:lnTo>
                    <a:pt x="2078405" y="7722819"/>
                  </a:lnTo>
                  <a:lnTo>
                    <a:pt x="2068957" y="7717866"/>
                  </a:lnTo>
                  <a:lnTo>
                    <a:pt x="2068957" y="7833487"/>
                  </a:lnTo>
                  <a:lnTo>
                    <a:pt x="2062086" y="7868120"/>
                  </a:lnTo>
                  <a:lnTo>
                    <a:pt x="2042566" y="7895526"/>
                  </a:lnTo>
                  <a:lnTo>
                    <a:pt x="2011984" y="7913573"/>
                  </a:lnTo>
                  <a:lnTo>
                    <a:pt x="1971967" y="7920063"/>
                  </a:lnTo>
                  <a:lnTo>
                    <a:pt x="1930387" y="7912544"/>
                  </a:lnTo>
                  <a:lnTo>
                    <a:pt x="1899437" y="7892288"/>
                  </a:lnTo>
                  <a:lnTo>
                    <a:pt x="1880501" y="7862786"/>
                  </a:lnTo>
                  <a:lnTo>
                    <a:pt x="1874989" y="7827531"/>
                  </a:lnTo>
                  <a:lnTo>
                    <a:pt x="1875116" y="7826807"/>
                  </a:lnTo>
                  <a:lnTo>
                    <a:pt x="1880666" y="7794688"/>
                  </a:lnTo>
                  <a:lnTo>
                    <a:pt x="1897354" y="7766367"/>
                  </a:lnTo>
                  <a:lnTo>
                    <a:pt x="1924697" y="7743609"/>
                  </a:lnTo>
                  <a:lnTo>
                    <a:pt x="1962264" y="7727582"/>
                  </a:lnTo>
                  <a:lnTo>
                    <a:pt x="2006384" y="7743609"/>
                  </a:lnTo>
                  <a:lnTo>
                    <a:pt x="2040229" y="7765415"/>
                  </a:lnTo>
                  <a:lnTo>
                    <a:pt x="2061514" y="7794688"/>
                  </a:lnTo>
                  <a:lnTo>
                    <a:pt x="2068957" y="7833487"/>
                  </a:lnTo>
                  <a:lnTo>
                    <a:pt x="2068957" y="7717866"/>
                  </a:lnTo>
                  <a:lnTo>
                    <a:pt x="2037638" y="7701445"/>
                  </a:lnTo>
                  <a:lnTo>
                    <a:pt x="2037638" y="7699184"/>
                  </a:lnTo>
                  <a:lnTo>
                    <a:pt x="2066975" y="7680553"/>
                  </a:lnTo>
                  <a:lnTo>
                    <a:pt x="2075268" y="7675283"/>
                  </a:lnTo>
                  <a:lnTo>
                    <a:pt x="2099894" y="7647241"/>
                  </a:lnTo>
                  <a:lnTo>
                    <a:pt x="2113343" y="7616825"/>
                  </a:lnTo>
                  <a:lnTo>
                    <a:pt x="2117420" y="7585748"/>
                  </a:lnTo>
                  <a:lnTo>
                    <a:pt x="2111781" y="7550124"/>
                  </a:lnTo>
                  <a:lnTo>
                    <a:pt x="2094865" y="7517612"/>
                  </a:lnTo>
                  <a:lnTo>
                    <a:pt x="2090407" y="7513383"/>
                  </a:lnTo>
                  <a:lnTo>
                    <a:pt x="2066671" y="7490968"/>
                  </a:lnTo>
                  <a:lnTo>
                    <a:pt x="2054783" y="7485545"/>
                  </a:lnTo>
                  <a:lnTo>
                    <a:pt x="2054783" y="7592479"/>
                  </a:lnTo>
                  <a:lnTo>
                    <a:pt x="2049119" y="7622807"/>
                  </a:lnTo>
                  <a:lnTo>
                    <a:pt x="2033511" y="7647686"/>
                  </a:lnTo>
                  <a:lnTo>
                    <a:pt x="2010079" y="7666977"/>
                  </a:lnTo>
                  <a:lnTo>
                    <a:pt x="1980907" y="7680553"/>
                  </a:lnTo>
                  <a:lnTo>
                    <a:pt x="1942731" y="7666977"/>
                  </a:lnTo>
                  <a:lnTo>
                    <a:pt x="1913699" y="7648346"/>
                  </a:lnTo>
                  <a:lnTo>
                    <a:pt x="1895017" y="7623327"/>
                  </a:lnTo>
                  <a:lnTo>
                    <a:pt x="1894916" y="7622807"/>
                  </a:lnTo>
                  <a:lnTo>
                    <a:pt x="1888439" y="7590980"/>
                  </a:lnTo>
                  <a:lnTo>
                    <a:pt x="1893951" y="7561224"/>
                  </a:lnTo>
                  <a:lnTo>
                    <a:pt x="1910156" y="7536510"/>
                  </a:lnTo>
                  <a:lnTo>
                    <a:pt x="1936572" y="7519632"/>
                  </a:lnTo>
                  <a:lnTo>
                    <a:pt x="1972691" y="7513383"/>
                  </a:lnTo>
                  <a:lnTo>
                    <a:pt x="2010397" y="7520292"/>
                  </a:lnTo>
                  <a:lnTo>
                    <a:pt x="2035860" y="7538377"/>
                  </a:lnTo>
                  <a:lnTo>
                    <a:pt x="2050249" y="7563739"/>
                  </a:lnTo>
                  <a:lnTo>
                    <a:pt x="2054783" y="7592479"/>
                  </a:lnTo>
                  <a:lnTo>
                    <a:pt x="2054783" y="7485545"/>
                  </a:lnTo>
                  <a:lnTo>
                    <a:pt x="2027199" y="7472959"/>
                  </a:lnTo>
                  <a:lnTo>
                    <a:pt x="1976437" y="7466355"/>
                  </a:lnTo>
                  <a:lnTo>
                    <a:pt x="1928202" y="7472400"/>
                  </a:lnTo>
                  <a:lnTo>
                    <a:pt x="1886940" y="7489672"/>
                  </a:lnTo>
                  <a:lnTo>
                    <a:pt x="1854809" y="7516825"/>
                  </a:lnTo>
                  <a:lnTo>
                    <a:pt x="1833956" y="7552525"/>
                  </a:lnTo>
                  <a:lnTo>
                    <a:pt x="1826526" y="7595451"/>
                  </a:lnTo>
                  <a:lnTo>
                    <a:pt x="1830971" y="7626566"/>
                  </a:lnTo>
                  <a:lnTo>
                    <a:pt x="1844789" y="7656106"/>
                  </a:lnTo>
                  <a:lnTo>
                    <a:pt x="1868665" y="7682560"/>
                  </a:lnTo>
                  <a:lnTo>
                    <a:pt x="1903323" y="7704429"/>
                  </a:lnTo>
                  <a:lnTo>
                    <a:pt x="1904047" y="7706690"/>
                  </a:lnTo>
                  <a:lnTo>
                    <a:pt x="1863852" y="7729055"/>
                  </a:lnTo>
                  <a:lnTo>
                    <a:pt x="1833575" y="7758163"/>
                  </a:lnTo>
                  <a:lnTo>
                    <a:pt x="1814474" y="7793977"/>
                  </a:lnTo>
                  <a:lnTo>
                    <a:pt x="1814372" y="7794688"/>
                  </a:lnTo>
                  <a:lnTo>
                    <a:pt x="1807832" y="7836509"/>
                  </a:lnTo>
                  <a:lnTo>
                    <a:pt x="1815007" y="7877378"/>
                  </a:lnTo>
                  <a:lnTo>
                    <a:pt x="1835873" y="7913344"/>
                  </a:lnTo>
                  <a:lnTo>
                    <a:pt x="1869401" y="7942008"/>
                  </a:lnTo>
                  <a:lnTo>
                    <a:pt x="1914613" y="7960969"/>
                  </a:lnTo>
                  <a:lnTo>
                    <a:pt x="1970481" y="7967827"/>
                  </a:lnTo>
                  <a:lnTo>
                    <a:pt x="2023160" y="7961249"/>
                  </a:lnTo>
                  <a:lnTo>
                    <a:pt x="2068499" y="7942478"/>
                  </a:lnTo>
                  <a:lnTo>
                    <a:pt x="2095360" y="7920063"/>
                  </a:lnTo>
                  <a:lnTo>
                    <a:pt x="2103983" y="7912875"/>
                  </a:lnTo>
                  <a:lnTo>
                    <a:pt x="2127110" y="7873847"/>
                  </a:lnTo>
                  <a:lnTo>
                    <a:pt x="2135390" y="7826807"/>
                  </a:lnTo>
                  <a:close/>
                </a:path>
                <a:path w="3938270" h="10208260">
                  <a:moveTo>
                    <a:pt x="2136876" y="3937673"/>
                  </a:moveTo>
                  <a:lnTo>
                    <a:pt x="2131885" y="3879519"/>
                  </a:lnTo>
                  <a:lnTo>
                    <a:pt x="2117331" y="3829608"/>
                  </a:lnTo>
                  <a:lnTo>
                    <a:pt x="2093874" y="3788994"/>
                  </a:lnTo>
                  <a:lnTo>
                    <a:pt x="2087841" y="3783241"/>
                  </a:lnTo>
                  <a:lnTo>
                    <a:pt x="2070442" y="3766642"/>
                  </a:lnTo>
                  <a:lnTo>
                    <a:pt x="2070442" y="3929456"/>
                  </a:lnTo>
                  <a:lnTo>
                    <a:pt x="2070442" y="3939921"/>
                  </a:lnTo>
                  <a:lnTo>
                    <a:pt x="2068233" y="3947376"/>
                  </a:lnTo>
                  <a:lnTo>
                    <a:pt x="2026805" y="3989616"/>
                  </a:lnTo>
                  <a:lnTo>
                    <a:pt x="1968995" y="4004068"/>
                  </a:lnTo>
                  <a:lnTo>
                    <a:pt x="1930514" y="3996486"/>
                  </a:lnTo>
                  <a:lnTo>
                    <a:pt x="1901113" y="3975252"/>
                  </a:lnTo>
                  <a:lnTo>
                    <a:pt x="1882355" y="3942689"/>
                  </a:lnTo>
                  <a:lnTo>
                    <a:pt x="1875751" y="3901097"/>
                  </a:lnTo>
                  <a:lnTo>
                    <a:pt x="1882813" y="3853726"/>
                  </a:lnTo>
                  <a:lnTo>
                    <a:pt x="1902523" y="3816426"/>
                  </a:lnTo>
                  <a:lnTo>
                    <a:pt x="1932724" y="3792004"/>
                  </a:lnTo>
                  <a:lnTo>
                    <a:pt x="1971255" y="3783241"/>
                  </a:lnTo>
                  <a:lnTo>
                    <a:pt x="2015680" y="3794442"/>
                  </a:lnTo>
                  <a:lnTo>
                    <a:pt x="2046566" y="3825303"/>
                  </a:lnTo>
                  <a:lnTo>
                    <a:pt x="2064588" y="3871684"/>
                  </a:lnTo>
                  <a:lnTo>
                    <a:pt x="2070442" y="3929456"/>
                  </a:lnTo>
                  <a:lnTo>
                    <a:pt x="2070442" y="3766642"/>
                  </a:lnTo>
                  <a:lnTo>
                    <a:pt x="2062137" y="3758704"/>
                  </a:lnTo>
                  <a:lnTo>
                    <a:pt x="2022779" y="3739769"/>
                  </a:lnTo>
                  <a:lnTo>
                    <a:pt x="1976437" y="3733228"/>
                  </a:lnTo>
                  <a:lnTo>
                    <a:pt x="1929726" y="3739616"/>
                  </a:lnTo>
                  <a:lnTo>
                    <a:pt x="1889417" y="3757511"/>
                  </a:lnTo>
                  <a:lnTo>
                    <a:pt x="1856422" y="3784981"/>
                  </a:lnTo>
                  <a:lnTo>
                    <a:pt x="1831708" y="3820096"/>
                  </a:lnTo>
                  <a:lnTo>
                    <a:pt x="1816188" y="3860939"/>
                  </a:lnTo>
                  <a:lnTo>
                    <a:pt x="1810816" y="3905567"/>
                  </a:lnTo>
                  <a:lnTo>
                    <a:pt x="1817331" y="3952824"/>
                  </a:lnTo>
                  <a:lnTo>
                    <a:pt x="1836102" y="3993629"/>
                  </a:lnTo>
                  <a:lnTo>
                    <a:pt x="1865922" y="4025671"/>
                  </a:lnTo>
                  <a:lnTo>
                    <a:pt x="1905635" y="4046588"/>
                  </a:lnTo>
                  <a:lnTo>
                    <a:pt x="1954047" y="4054081"/>
                  </a:lnTo>
                  <a:lnTo>
                    <a:pt x="1988578" y="4050550"/>
                  </a:lnTo>
                  <a:lnTo>
                    <a:pt x="2019249" y="4040289"/>
                  </a:lnTo>
                  <a:lnTo>
                    <a:pt x="2045868" y="4023868"/>
                  </a:lnTo>
                  <a:lnTo>
                    <a:pt x="2065947" y="4004068"/>
                  </a:lnTo>
                  <a:lnTo>
                    <a:pt x="2068233" y="4001808"/>
                  </a:lnTo>
                  <a:lnTo>
                    <a:pt x="2070442" y="4001808"/>
                  </a:lnTo>
                  <a:lnTo>
                    <a:pt x="2061159" y="4042156"/>
                  </a:lnTo>
                  <a:lnTo>
                    <a:pt x="2028596" y="4106583"/>
                  </a:lnTo>
                  <a:lnTo>
                    <a:pt x="1984146" y="4148582"/>
                  </a:lnTo>
                  <a:lnTo>
                    <a:pt x="1932863" y="4172115"/>
                  </a:lnTo>
                  <a:lnTo>
                    <a:pt x="1889099" y="4179493"/>
                  </a:lnTo>
                  <a:lnTo>
                    <a:pt x="1862988" y="4180802"/>
                  </a:lnTo>
                  <a:lnTo>
                    <a:pt x="1851888" y="4180217"/>
                  </a:lnTo>
                  <a:lnTo>
                    <a:pt x="1851888" y="4233926"/>
                  </a:lnTo>
                  <a:lnTo>
                    <a:pt x="1895005" y="4232453"/>
                  </a:lnTo>
                  <a:lnTo>
                    <a:pt x="1951126" y="4222674"/>
                  </a:lnTo>
                  <a:lnTo>
                    <a:pt x="1988400" y="4209199"/>
                  </a:lnTo>
                  <a:lnTo>
                    <a:pt x="2022881" y="4189996"/>
                  </a:lnTo>
                  <a:lnTo>
                    <a:pt x="2034184" y="4180802"/>
                  </a:lnTo>
                  <a:lnTo>
                    <a:pt x="2053297" y="4165269"/>
                  </a:lnTo>
                  <a:lnTo>
                    <a:pt x="2080323" y="4134078"/>
                  </a:lnTo>
                  <a:lnTo>
                    <a:pt x="2103335" y="4095902"/>
                  </a:lnTo>
                  <a:lnTo>
                    <a:pt x="2121204" y="4050550"/>
                  </a:lnTo>
                  <a:lnTo>
                    <a:pt x="2131898" y="4001808"/>
                  </a:lnTo>
                  <a:lnTo>
                    <a:pt x="2132863" y="3996486"/>
                  </a:lnTo>
                  <a:lnTo>
                    <a:pt x="2136876" y="3937673"/>
                  </a:lnTo>
                  <a:close/>
                </a:path>
                <a:path w="3938270" h="10208260">
                  <a:moveTo>
                    <a:pt x="2136876" y="3191052"/>
                  </a:moveTo>
                  <a:lnTo>
                    <a:pt x="2131885" y="3132874"/>
                  </a:lnTo>
                  <a:lnTo>
                    <a:pt x="2117331" y="3082963"/>
                  </a:lnTo>
                  <a:lnTo>
                    <a:pt x="2093874" y="3042335"/>
                  </a:lnTo>
                  <a:lnTo>
                    <a:pt x="2087841" y="3036582"/>
                  </a:lnTo>
                  <a:lnTo>
                    <a:pt x="2070442" y="3019971"/>
                  </a:lnTo>
                  <a:lnTo>
                    <a:pt x="2070442" y="3182836"/>
                  </a:lnTo>
                  <a:lnTo>
                    <a:pt x="2070442" y="3193313"/>
                  </a:lnTo>
                  <a:lnTo>
                    <a:pt x="2068233" y="3200755"/>
                  </a:lnTo>
                  <a:lnTo>
                    <a:pt x="2026805" y="3243008"/>
                  </a:lnTo>
                  <a:lnTo>
                    <a:pt x="1968995" y="3257448"/>
                  </a:lnTo>
                  <a:lnTo>
                    <a:pt x="1930514" y="3249866"/>
                  </a:lnTo>
                  <a:lnTo>
                    <a:pt x="1901113" y="3228632"/>
                  </a:lnTo>
                  <a:lnTo>
                    <a:pt x="1882355" y="3196069"/>
                  </a:lnTo>
                  <a:lnTo>
                    <a:pt x="1875751" y="3154489"/>
                  </a:lnTo>
                  <a:lnTo>
                    <a:pt x="1882813" y="3107093"/>
                  </a:lnTo>
                  <a:lnTo>
                    <a:pt x="1902523" y="3069780"/>
                  </a:lnTo>
                  <a:lnTo>
                    <a:pt x="1932724" y="3045345"/>
                  </a:lnTo>
                  <a:lnTo>
                    <a:pt x="1971255" y="3036582"/>
                  </a:lnTo>
                  <a:lnTo>
                    <a:pt x="2015680" y="3047784"/>
                  </a:lnTo>
                  <a:lnTo>
                    <a:pt x="2046566" y="3078645"/>
                  </a:lnTo>
                  <a:lnTo>
                    <a:pt x="2064588" y="3125038"/>
                  </a:lnTo>
                  <a:lnTo>
                    <a:pt x="2070442" y="3182836"/>
                  </a:lnTo>
                  <a:lnTo>
                    <a:pt x="2070442" y="3019971"/>
                  </a:lnTo>
                  <a:lnTo>
                    <a:pt x="2062137" y="3012033"/>
                  </a:lnTo>
                  <a:lnTo>
                    <a:pt x="2022779" y="2993098"/>
                  </a:lnTo>
                  <a:lnTo>
                    <a:pt x="1976437" y="2986557"/>
                  </a:lnTo>
                  <a:lnTo>
                    <a:pt x="1929726" y="2992958"/>
                  </a:lnTo>
                  <a:lnTo>
                    <a:pt x="1889417" y="3010852"/>
                  </a:lnTo>
                  <a:lnTo>
                    <a:pt x="1856422" y="3038322"/>
                  </a:lnTo>
                  <a:lnTo>
                    <a:pt x="1831708" y="3073450"/>
                  </a:lnTo>
                  <a:lnTo>
                    <a:pt x="1816188" y="3114306"/>
                  </a:lnTo>
                  <a:lnTo>
                    <a:pt x="1810816" y="3158960"/>
                  </a:lnTo>
                  <a:lnTo>
                    <a:pt x="1817331" y="3206204"/>
                  </a:lnTo>
                  <a:lnTo>
                    <a:pt x="1836102" y="3247021"/>
                  </a:lnTo>
                  <a:lnTo>
                    <a:pt x="1865922" y="3279051"/>
                  </a:lnTo>
                  <a:lnTo>
                    <a:pt x="1905635" y="3299980"/>
                  </a:lnTo>
                  <a:lnTo>
                    <a:pt x="1954047" y="3307473"/>
                  </a:lnTo>
                  <a:lnTo>
                    <a:pt x="1988629" y="3303905"/>
                  </a:lnTo>
                  <a:lnTo>
                    <a:pt x="2019249" y="3293656"/>
                  </a:lnTo>
                  <a:lnTo>
                    <a:pt x="2045868" y="3277222"/>
                  </a:lnTo>
                  <a:lnTo>
                    <a:pt x="2065934" y="3257448"/>
                  </a:lnTo>
                  <a:lnTo>
                    <a:pt x="2068233" y="3255200"/>
                  </a:lnTo>
                  <a:lnTo>
                    <a:pt x="2070442" y="3255200"/>
                  </a:lnTo>
                  <a:lnTo>
                    <a:pt x="2061159" y="3295548"/>
                  </a:lnTo>
                  <a:lnTo>
                    <a:pt x="2028596" y="3359950"/>
                  </a:lnTo>
                  <a:lnTo>
                    <a:pt x="1984146" y="3401949"/>
                  </a:lnTo>
                  <a:lnTo>
                    <a:pt x="1932863" y="3425469"/>
                  </a:lnTo>
                  <a:lnTo>
                    <a:pt x="1889099" y="3432848"/>
                  </a:lnTo>
                  <a:lnTo>
                    <a:pt x="1862988" y="3434169"/>
                  </a:lnTo>
                  <a:lnTo>
                    <a:pt x="1851888" y="3433597"/>
                  </a:lnTo>
                  <a:lnTo>
                    <a:pt x="1851888" y="3487318"/>
                  </a:lnTo>
                  <a:lnTo>
                    <a:pt x="1895005" y="3485832"/>
                  </a:lnTo>
                  <a:lnTo>
                    <a:pt x="1951126" y="3476053"/>
                  </a:lnTo>
                  <a:lnTo>
                    <a:pt x="1988400" y="3462591"/>
                  </a:lnTo>
                  <a:lnTo>
                    <a:pt x="2022881" y="3443389"/>
                  </a:lnTo>
                  <a:lnTo>
                    <a:pt x="2034209" y="3434169"/>
                  </a:lnTo>
                  <a:lnTo>
                    <a:pt x="2053297" y="3418649"/>
                  </a:lnTo>
                  <a:lnTo>
                    <a:pt x="2080323" y="3387433"/>
                  </a:lnTo>
                  <a:lnTo>
                    <a:pt x="2103335" y="3349244"/>
                  </a:lnTo>
                  <a:lnTo>
                    <a:pt x="2121204" y="3303905"/>
                  </a:lnTo>
                  <a:lnTo>
                    <a:pt x="2131898" y="3255200"/>
                  </a:lnTo>
                  <a:lnTo>
                    <a:pt x="2132863" y="3249866"/>
                  </a:lnTo>
                  <a:lnTo>
                    <a:pt x="2136876" y="3191052"/>
                  </a:lnTo>
                  <a:close/>
                </a:path>
                <a:path w="3938270" h="10208260">
                  <a:moveTo>
                    <a:pt x="2136876" y="2444381"/>
                  </a:moveTo>
                  <a:lnTo>
                    <a:pt x="2131885" y="2386228"/>
                  </a:lnTo>
                  <a:lnTo>
                    <a:pt x="2117331" y="2336330"/>
                  </a:lnTo>
                  <a:lnTo>
                    <a:pt x="2093874" y="2295715"/>
                  </a:lnTo>
                  <a:lnTo>
                    <a:pt x="2087841" y="2289962"/>
                  </a:lnTo>
                  <a:lnTo>
                    <a:pt x="2070442" y="2273363"/>
                  </a:lnTo>
                  <a:lnTo>
                    <a:pt x="2070442" y="2436215"/>
                  </a:lnTo>
                  <a:lnTo>
                    <a:pt x="2070442" y="2446642"/>
                  </a:lnTo>
                  <a:lnTo>
                    <a:pt x="2068233" y="2454135"/>
                  </a:lnTo>
                  <a:lnTo>
                    <a:pt x="2026805" y="2496388"/>
                  </a:lnTo>
                  <a:lnTo>
                    <a:pt x="1968995" y="2510840"/>
                  </a:lnTo>
                  <a:lnTo>
                    <a:pt x="1930514" y="2503246"/>
                  </a:lnTo>
                  <a:lnTo>
                    <a:pt x="1901113" y="2482011"/>
                  </a:lnTo>
                  <a:lnTo>
                    <a:pt x="1882355" y="2449436"/>
                  </a:lnTo>
                  <a:lnTo>
                    <a:pt x="1875751" y="2407818"/>
                  </a:lnTo>
                  <a:lnTo>
                    <a:pt x="1882813" y="2360447"/>
                  </a:lnTo>
                  <a:lnTo>
                    <a:pt x="1902523" y="2323147"/>
                  </a:lnTo>
                  <a:lnTo>
                    <a:pt x="1932724" y="2298725"/>
                  </a:lnTo>
                  <a:lnTo>
                    <a:pt x="1971255" y="2289962"/>
                  </a:lnTo>
                  <a:lnTo>
                    <a:pt x="2015680" y="2301163"/>
                  </a:lnTo>
                  <a:lnTo>
                    <a:pt x="2046566" y="2332024"/>
                  </a:lnTo>
                  <a:lnTo>
                    <a:pt x="2064588" y="2378418"/>
                  </a:lnTo>
                  <a:lnTo>
                    <a:pt x="2070442" y="2436215"/>
                  </a:lnTo>
                  <a:lnTo>
                    <a:pt x="2070442" y="2273363"/>
                  </a:lnTo>
                  <a:lnTo>
                    <a:pt x="2062137" y="2265426"/>
                  </a:lnTo>
                  <a:lnTo>
                    <a:pt x="2022779" y="2246490"/>
                  </a:lnTo>
                  <a:lnTo>
                    <a:pt x="1976437" y="2239949"/>
                  </a:lnTo>
                  <a:lnTo>
                    <a:pt x="1929726" y="2246338"/>
                  </a:lnTo>
                  <a:lnTo>
                    <a:pt x="1889417" y="2264232"/>
                  </a:lnTo>
                  <a:lnTo>
                    <a:pt x="1856422" y="2291715"/>
                  </a:lnTo>
                  <a:lnTo>
                    <a:pt x="1831708" y="2326830"/>
                  </a:lnTo>
                  <a:lnTo>
                    <a:pt x="1816188" y="2367686"/>
                  </a:lnTo>
                  <a:lnTo>
                    <a:pt x="1810816" y="2412339"/>
                  </a:lnTo>
                  <a:lnTo>
                    <a:pt x="1817331" y="2459571"/>
                  </a:lnTo>
                  <a:lnTo>
                    <a:pt x="1836102" y="2500363"/>
                  </a:lnTo>
                  <a:lnTo>
                    <a:pt x="1865922" y="2532392"/>
                  </a:lnTo>
                  <a:lnTo>
                    <a:pt x="1905635" y="2553309"/>
                  </a:lnTo>
                  <a:lnTo>
                    <a:pt x="1954047" y="2560802"/>
                  </a:lnTo>
                  <a:lnTo>
                    <a:pt x="1988578" y="2557272"/>
                  </a:lnTo>
                  <a:lnTo>
                    <a:pt x="2019249" y="2547023"/>
                  </a:lnTo>
                  <a:lnTo>
                    <a:pt x="2045868" y="2530602"/>
                  </a:lnTo>
                  <a:lnTo>
                    <a:pt x="2065934" y="2510840"/>
                  </a:lnTo>
                  <a:lnTo>
                    <a:pt x="2068233" y="2508580"/>
                  </a:lnTo>
                  <a:lnTo>
                    <a:pt x="2070442" y="2508580"/>
                  </a:lnTo>
                  <a:lnTo>
                    <a:pt x="2061159" y="2548902"/>
                  </a:lnTo>
                  <a:lnTo>
                    <a:pt x="2028596" y="2613304"/>
                  </a:lnTo>
                  <a:lnTo>
                    <a:pt x="1984146" y="2655328"/>
                  </a:lnTo>
                  <a:lnTo>
                    <a:pt x="1932863" y="2678836"/>
                  </a:lnTo>
                  <a:lnTo>
                    <a:pt x="1889099" y="2686227"/>
                  </a:lnTo>
                  <a:lnTo>
                    <a:pt x="1862988" y="2687548"/>
                  </a:lnTo>
                  <a:lnTo>
                    <a:pt x="1851888" y="2686977"/>
                  </a:lnTo>
                  <a:lnTo>
                    <a:pt x="1851888" y="2740698"/>
                  </a:lnTo>
                  <a:lnTo>
                    <a:pt x="1895005" y="2739199"/>
                  </a:lnTo>
                  <a:lnTo>
                    <a:pt x="1951126" y="2729395"/>
                  </a:lnTo>
                  <a:lnTo>
                    <a:pt x="1988400" y="2715945"/>
                  </a:lnTo>
                  <a:lnTo>
                    <a:pt x="2022881" y="2696756"/>
                  </a:lnTo>
                  <a:lnTo>
                    <a:pt x="2034209" y="2687548"/>
                  </a:lnTo>
                  <a:lnTo>
                    <a:pt x="2053297" y="2672042"/>
                  </a:lnTo>
                  <a:lnTo>
                    <a:pt x="2080323" y="2640825"/>
                  </a:lnTo>
                  <a:lnTo>
                    <a:pt x="2103335" y="2602623"/>
                  </a:lnTo>
                  <a:lnTo>
                    <a:pt x="2121204" y="2557272"/>
                  </a:lnTo>
                  <a:lnTo>
                    <a:pt x="2131885" y="2508580"/>
                  </a:lnTo>
                  <a:lnTo>
                    <a:pt x="2132761" y="2504592"/>
                  </a:lnTo>
                  <a:lnTo>
                    <a:pt x="2132863" y="2503246"/>
                  </a:lnTo>
                  <a:lnTo>
                    <a:pt x="2136876" y="2444381"/>
                  </a:lnTo>
                  <a:close/>
                </a:path>
                <a:path w="3938270" h="10208260">
                  <a:moveTo>
                    <a:pt x="2138362" y="9290253"/>
                  </a:moveTo>
                  <a:lnTo>
                    <a:pt x="2131390" y="9237548"/>
                  </a:lnTo>
                  <a:lnTo>
                    <a:pt x="2111591" y="9194127"/>
                  </a:lnTo>
                  <a:lnTo>
                    <a:pt x="2100808" y="9182722"/>
                  </a:lnTo>
                  <a:lnTo>
                    <a:pt x="2080653" y="9161386"/>
                  </a:lnTo>
                  <a:lnTo>
                    <a:pt x="2071928" y="9156929"/>
                  </a:lnTo>
                  <a:lnTo>
                    <a:pt x="2071928" y="9293949"/>
                  </a:lnTo>
                  <a:lnTo>
                    <a:pt x="2065096" y="9341396"/>
                  </a:lnTo>
                  <a:lnTo>
                    <a:pt x="2045817" y="9378150"/>
                  </a:lnTo>
                  <a:lnTo>
                    <a:pt x="2015896" y="9401899"/>
                  </a:lnTo>
                  <a:lnTo>
                    <a:pt x="1977161" y="9410319"/>
                  </a:lnTo>
                  <a:lnTo>
                    <a:pt x="1931771" y="9399867"/>
                  </a:lnTo>
                  <a:lnTo>
                    <a:pt x="1898675" y="9370885"/>
                  </a:lnTo>
                  <a:lnTo>
                    <a:pt x="1878164" y="9326931"/>
                  </a:lnTo>
                  <a:lnTo>
                    <a:pt x="1870519" y="9271559"/>
                  </a:lnTo>
                  <a:lnTo>
                    <a:pt x="1871052" y="9263012"/>
                  </a:lnTo>
                  <a:lnTo>
                    <a:pt x="1894649" y="9218308"/>
                  </a:lnTo>
                  <a:lnTo>
                    <a:pt x="1938045" y="9189491"/>
                  </a:lnTo>
                  <a:lnTo>
                    <a:pt x="1943125" y="9187104"/>
                  </a:lnTo>
                  <a:lnTo>
                    <a:pt x="2013077" y="9190330"/>
                  </a:lnTo>
                  <a:lnTo>
                    <a:pt x="2044611" y="9212301"/>
                  </a:lnTo>
                  <a:lnTo>
                    <a:pt x="2064804" y="9247276"/>
                  </a:lnTo>
                  <a:lnTo>
                    <a:pt x="2071928" y="9293949"/>
                  </a:lnTo>
                  <a:lnTo>
                    <a:pt x="2071928" y="9156929"/>
                  </a:lnTo>
                  <a:lnTo>
                    <a:pt x="2040280" y="9140711"/>
                  </a:lnTo>
                  <a:lnTo>
                    <a:pt x="1992147" y="9133510"/>
                  </a:lnTo>
                  <a:lnTo>
                    <a:pt x="1954415" y="9137955"/>
                  </a:lnTo>
                  <a:lnTo>
                    <a:pt x="1922399" y="9149893"/>
                  </a:lnTo>
                  <a:lnTo>
                    <a:pt x="1922259" y="9149893"/>
                  </a:lnTo>
                  <a:lnTo>
                    <a:pt x="1895500" y="9167812"/>
                  </a:lnTo>
                  <a:lnTo>
                    <a:pt x="1874989" y="9189491"/>
                  </a:lnTo>
                  <a:lnTo>
                    <a:pt x="1872780" y="9189491"/>
                  </a:lnTo>
                  <a:lnTo>
                    <a:pt x="1884705" y="9142539"/>
                  </a:lnTo>
                  <a:lnTo>
                    <a:pt x="1907273" y="9099245"/>
                  </a:lnTo>
                  <a:lnTo>
                    <a:pt x="1940737" y="9062187"/>
                  </a:lnTo>
                  <a:lnTo>
                    <a:pt x="1985340" y="9033942"/>
                  </a:lnTo>
                  <a:lnTo>
                    <a:pt x="2041334" y="9017102"/>
                  </a:lnTo>
                  <a:lnTo>
                    <a:pt x="2068957" y="9014117"/>
                  </a:lnTo>
                  <a:lnTo>
                    <a:pt x="2070696" y="9014117"/>
                  </a:lnTo>
                  <a:lnTo>
                    <a:pt x="2079853" y="9013838"/>
                  </a:lnTo>
                  <a:lnTo>
                    <a:pt x="2090572" y="9014117"/>
                  </a:lnTo>
                  <a:lnTo>
                    <a:pt x="2090572" y="9013838"/>
                  </a:lnTo>
                  <a:lnTo>
                    <a:pt x="2090572" y="8960345"/>
                  </a:lnTo>
                  <a:lnTo>
                    <a:pt x="2042820" y="8964104"/>
                  </a:lnTo>
                  <a:lnTo>
                    <a:pt x="1998446" y="8972893"/>
                  </a:lnTo>
                  <a:lnTo>
                    <a:pt x="1957412" y="8987904"/>
                  </a:lnTo>
                  <a:lnTo>
                    <a:pt x="1920290" y="9008910"/>
                  </a:lnTo>
                  <a:lnTo>
                    <a:pt x="1887664" y="9035732"/>
                  </a:lnTo>
                  <a:lnTo>
                    <a:pt x="1860804" y="9067648"/>
                  </a:lnTo>
                  <a:lnTo>
                    <a:pt x="1838159" y="9105811"/>
                  </a:lnTo>
                  <a:lnTo>
                    <a:pt x="1820748" y="9149893"/>
                  </a:lnTo>
                  <a:lnTo>
                    <a:pt x="1809597" y="9199410"/>
                  </a:lnTo>
                  <a:lnTo>
                    <a:pt x="1805622" y="9254350"/>
                  </a:lnTo>
                  <a:lnTo>
                    <a:pt x="1805698" y="9255315"/>
                  </a:lnTo>
                  <a:lnTo>
                    <a:pt x="1809686" y="9305531"/>
                  </a:lnTo>
                  <a:lnTo>
                    <a:pt x="1821497" y="9350527"/>
                  </a:lnTo>
                  <a:lnTo>
                    <a:pt x="1840496" y="9388704"/>
                  </a:lnTo>
                  <a:lnTo>
                    <a:pt x="1866125" y="9419463"/>
                  </a:lnTo>
                  <a:lnTo>
                    <a:pt x="1897824" y="9442183"/>
                  </a:lnTo>
                  <a:lnTo>
                    <a:pt x="1935022" y="9456280"/>
                  </a:lnTo>
                  <a:lnTo>
                    <a:pt x="1977161" y="9461106"/>
                  </a:lnTo>
                  <a:lnTo>
                    <a:pt x="2024075" y="9454617"/>
                  </a:lnTo>
                  <a:lnTo>
                    <a:pt x="2063724" y="9436532"/>
                  </a:lnTo>
                  <a:lnTo>
                    <a:pt x="2093963" y="9410319"/>
                  </a:lnTo>
                  <a:lnTo>
                    <a:pt x="2095538" y="9408960"/>
                  </a:lnTo>
                  <a:lnTo>
                    <a:pt x="2118957" y="9373984"/>
                  </a:lnTo>
                  <a:lnTo>
                    <a:pt x="2133422" y="9333713"/>
                  </a:lnTo>
                  <a:lnTo>
                    <a:pt x="2138362" y="9290253"/>
                  </a:lnTo>
                  <a:close/>
                </a:path>
                <a:path w="3938270" h="10208260">
                  <a:moveTo>
                    <a:pt x="2138362" y="4810455"/>
                  </a:moveTo>
                  <a:lnTo>
                    <a:pt x="2131390" y="4757750"/>
                  </a:lnTo>
                  <a:lnTo>
                    <a:pt x="2111591" y="4714329"/>
                  </a:lnTo>
                  <a:lnTo>
                    <a:pt x="2100859" y="4702975"/>
                  </a:lnTo>
                  <a:lnTo>
                    <a:pt x="2080653" y="4681588"/>
                  </a:lnTo>
                  <a:lnTo>
                    <a:pt x="2071928" y="4677130"/>
                  </a:lnTo>
                  <a:lnTo>
                    <a:pt x="2071928" y="4814151"/>
                  </a:lnTo>
                  <a:lnTo>
                    <a:pt x="2065096" y="4861623"/>
                  </a:lnTo>
                  <a:lnTo>
                    <a:pt x="2045817" y="4898390"/>
                  </a:lnTo>
                  <a:lnTo>
                    <a:pt x="2015896" y="4922139"/>
                  </a:lnTo>
                  <a:lnTo>
                    <a:pt x="1977161" y="4930572"/>
                  </a:lnTo>
                  <a:lnTo>
                    <a:pt x="1931771" y="4920119"/>
                  </a:lnTo>
                  <a:lnTo>
                    <a:pt x="1898675" y="4891113"/>
                  </a:lnTo>
                  <a:lnTo>
                    <a:pt x="1878164" y="4847145"/>
                  </a:lnTo>
                  <a:lnTo>
                    <a:pt x="1870519" y="4791761"/>
                  </a:lnTo>
                  <a:lnTo>
                    <a:pt x="1871052" y="4783213"/>
                  </a:lnTo>
                  <a:lnTo>
                    <a:pt x="1894649" y="4738548"/>
                  </a:lnTo>
                  <a:lnTo>
                    <a:pt x="1938134" y="4709706"/>
                  </a:lnTo>
                  <a:lnTo>
                    <a:pt x="1943125" y="4707369"/>
                  </a:lnTo>
                  <a:lnTo>
                    <a:pt x="2013077" y="4710595"/>
                  </a:lnTo>
                  <a:lnTo>
                    <a:pt x="2044611" y="4732553"/>
                  </a:lnTo>
                  <a:lnTo>
                    <a:pt x="2064804" y="4767516"/>
                  </a:lnTo>
                  <a:lnTo>
                    <a:pt x="2071928" y="4814151"/>
                  </a:lnTo>
                  <a:lnTo>
                    <a:pt x="2071928" y="4677130"/>
                  </a:lnTo>
                  <a:lnTo>
                    <a:pt x="2040280" y="4660925"/>
                  </a:lnTo>
                  <a:lnTo>
                    <a:pt x="1992147" y="4653724"/>
                  </a:lnTo>
                  <a:lnTo>
                    <a:pt x="1954415" y="4658169"/>
                  </a:lnTo>
                  <a:lnTo>
                    <a:pt x="1922322" y="4670145"/>
                  </a:lnTo>
                  <a:lnTo>
                    <a:pt x="1895500" y="4688040"/>
                  </a:lnTo>
                  <a:lnTo>
                    <a:pt x="1874989" y="4709706"/>
                  </a:lnTo>
                  <a:lnTo>
                    <a:pt x="1872780" y="4709706"/>
                  </a:lnTo>
                  <a:lnTo>
                    <a:pt x="1884705" y="4662754"/>
                  </a:lnTo>
                  <a:lnTo>
                    <a:pt x="1907273" y="4619460"/>
                  </a:lnTo>
                  <a:lnTo>
                    <a:pt x="1940737" y="4582401"/>
                  </a:lnTo>
                  <a:lnTo>
                    <a:pt x="1985340" y="4554156"/>
                  </a:lnTo>
                  <a:lnTo>
                    <a:pt x="2041334" y="4537303"/>
                  </a:lnTo>
                  <a:lnTo>
                    <a:pt x="2068957" y="4534332"/>
                  </a:lnTo>
                  <a:lnTo>
                    <a:pt x="2070696" y="4534332"/>
                  </a:lnTo>
                  <a:lnTo>
                    <a:pt x="2079853" y="4534052"/>
                  </a:lnTo>
                  <a:lnTo>
                    <a:pt x="2090572" y="4534332"/>
                  </a:lnTo>
                  <a:lnTo>
                    <a:pt x="2090572" y="4534052"/>
                  </a:lnTo>
                  <a:lnTo>
                    <a:pt x="2090572" y="4480560"/>
                  </a:lnTo>
                  <a:lnTo>
                    <a:pt x="2042820" y="4484357"/>
                  </a:lnTo>
                  <a:lnTo>
                    <a:pt x="1998446" y="4493120"/>
                  </a:lnTo>
                  <a:lnTo>
                    <a:pt x="1957412" y="4508119"/>
                  </a:lnTo>
                  <a:lnTo>
                    <a:pt x="1920290" y="4529125"/>
                  </a:lnTo>
                  <a:lnTo>
                    <a:pt x="1887664" y="4555947"/>
                  </a:lnTo>
                  <a:lnTo>
                    <a:pt x="1860804" y="4587875"/>
                  </a:lnTo>
                  <a:lnTo>
                    <a:pt x="1838159" y="4626064"/>
                  </a:lnTo>
                  <a:lnTo>
                    <a:pt x="1820748" y="4670145"/>
                  </a:lnTo>
                  <a:lnTo>
                    <a:pt x="1809597" y="4719663"/>
                  </a:lnTo>
                  <a:lnTo>
                    <a:pt x="1805622" y="4774616"/>
                  </a:lnTo>
                  <a:lnTo>
                    <a:pt x="1805698" y="4775517"/>
                  </a:lnTo>
                  <a:lnTo>
                    <a:pt x="1809686" y="4825771"/>
                  </a:lnTo>
                  <a:lnTo>
                    <a:pt x="1821497" y="4870755"/>
                  </a:lnTo>
                  <a:lnTo>
                    <a:pt x="1840496" y="4908918"/>
                  </a:lnTo>
                  <a:lnTo>
                    <a:pt x="1866125" y="4939677"/>
                  </a:lnTo>
                  <a:lnTo>
                    <a:pt x="1897824" y="4962398"/>
                  </a:lnTo>
                  <a:lnTo>
                    <a:pt x="1935022" y="4976482"/>
                  </a:lnTo>
                  <a:lnTo>
                    <a:pt x="1977161" y="4981321"/>
                  </a:lnTo>
                  <a:lnTo>
                    <a:pt x="2024075" y="4974818"/>
                  </a:lnTo>
                  <a:lnTo>
                    <a:pt x="2063724" y="4956734"/>
                  </a:lnTo>
                  <a:lnTo>
                    <a:pt x="2093899" y="4930572"/>
                  </a:lnTo>
                  <a:lnTo>
                    <a:pt x="2095538" y="4929162"/>
                  </a:lnTo>
                  <a:lnTo>
                    <a:pt x="2118957" y="4894199"/>
                  </a:lnTo>
                  <a:lnTo>
                    <a:pt x="2133422" y="4853927"/>
                  </a:lnTo>
                  <a:lnTo>
                    <a:pt x="2138362" y="4810455"/>
                  </a:lnTo>
                  <a:close/>
                </a:path>
                <a:path w="3938270" h="10208260">
                  <a:moveTo>
                    <a:pt x="2915424" y="5234673"/>
                  </a:moveTo>
                  <a:lnTo>
                    <a:pt x="2859468" y="5234673"/>
                  </a:lnTo>
                  <a:lnTo>
                    <a:pt x="2753550" y="5291417"/>
                  </a:lnTo>
                  <a:lnTo>
                    <a:pt x="2766225" y="5341391"/>
                  </a:lnTo>
                  <a:lnTo>
                    <a:pt x="2850527" y="5295836"/>
                  </a:lnTo>
                  <a:lnTo>
                    <a:pt x="2852013" y="5295836"/>
                  </a:lnTo>
                  <a:lnTo>
                    <a:pt x="2852013" y="5719711"/>
                  </a:lnTo>
                  <a:lnTo>
                    <a:pt x="2915424" y="5719711"/>
                  </a:lnTo>
                  <a:lnTo>
                    <a:pt x="2915424" y="5234673"/>
                  </a:lnTo>
                  <a:close/>
                </a:path>
                <a:path w="3938270" h="10208260">
                  <a:moveTo>
                    <a:pt x="3008655" y="10042055"/>
                  </a:moveTo>
                  <a:lnTo>
                    <a:pt x="3003169" y="9999853"/>
                  </a:lnTo>
                  <a:lnTo>
                    <a:pt x="2966186" y="9937483"/>
                  </a:lnTo>
                  <a:lnTo>
                    <a:pt x="2915640" y="9905809"/>
                  </a:lnTo>
                  <a:lnTo>
                    <a:pt x="2862719" y="9892919"/>
                  </a:lnTo>
                  <a:lnTo>
                    <a:pt x="2834868" y="9891370"/>
                  </a:lnTo>
                  <a:lnTo>
                    <a:pt x="2822702" y="9891611"/>
                  </a:lnTo>
                  <a:lnTo>
                    <a:pt x="2812567" y="9892246"/>
                  </a:lnTo>
                  <a:lnTo>
                    <a:pt x="2803690" y="9893198"/>
                  </a:lnTo>
                  <a:lnTo>
                    <a:pt x="2795333" y="9894354"/>
                  </a:lnTo>
                  <a:lnTo>
                    <a:pt x="2813977" y="9769716"/>
                  </a:lnTo>
                  <a:lnTo>
                    <a:pt x="2999003" y="9769716"/>
                  </a:lnTo>
                  <a:lnTo>
                    <a:pt x="2999003" y="9714370"/>
                  </a:lnTo>
                  <a:lnTo>
                    <a:pt x="2766999" y="9714370"/>
                  </a:lnTo>
                  <a:lnTo>
                    <a:pt x="2735630" y="9947250"/>
                  </a:lnTo>
                  <a:lnTo>
                    <a:pt x="2749791" y="9945484"/>
                  </a:lnTo>
                  <a:lnTo>
                    <a:pt x="2765564" y="9943808"/>
                  </a:lnTo>
                  <a:lnTo>
                    <a:pt x="2783154" y="9942563"/>
                  </a:lnTo>
                  <a:lnTo>
                    <a:pt x="2802775" y="9942068"/>
                  </a:lnTo>
                  <a:lnTo>
                    <a:pt x="2865386" y="9950044"/>
                  </a:lnTo>
                  <a:lnTo>
                    <a:pt x="2908604" y="9972281"/>
                  </a:lnTo>
                  <a:lnTo>
                    <a:pt x="2933789" y="10006266"/>
                  </a:lnTo>
                  <a:lnTo>
                    <a:pt x="2942272" y="10049446"/>
                  </a:lnTo>
                  <a:lnTo>
                    <a:pt x="2933039" y="10093300"/>
                  </a:lnTo>
                  <a:lnTo>
                    <a:pt x="2908058" y="10126447"/>
                  </a:lnTo>
                  <a:lnTo>
                    <a:pt x="2871470" y="10147414"/>
                  </a:lnTo>
                  <a:lnTo>
                    <a:pt x="2827375" y="10154729"/>
                  </a:lnTo>
                  <a:lnTo>
                    <a:pt x="2795447" y="10152202"/>
                  </a:lnTo>
                  <a:lnTo>
                    <a:pt x="2766593" y="10145751"/>
                  </a:lnTo>
                  <a:lnTo>
                    <a:pt x="2742222" y="10137089"/>
                  </a:lnTo>
                  <a:lnTo>
                    <a:pt x="2723718" y="10127920"/>
                  </a:lnTo>
                  <a:lnTo>
                    <a:pt x="2707284" y="10177882"/>
                  </a:lnTo>
                  <a:lnTo>
                    <a:pt x="2728468" y="10188816"/>
                  </a:lnTo>
                  <a:lnTo>
                    <a:pt x="2756509" y="10198392"/>
                  </a:lnTo>
                  <a:lnTo>
                    <a:pt x="2790152" y="10205187"/>
                  </a:lnTo>
                  <a:lnTo>
                    <a:pt x="2828150" y="10207765"/>
                  </a:lnTo>
                  <a:lnTo>
                    <a:pt x="2878048" y="10202075"/>
                  </a:lnTo>
                  <a:lnTo>
                    <a:pt x="2921698" y="10185857"/>
                  </a:lnTo>
                  <a:lnTo>
                    <a:pt x="2957855" y="10160444"/>
                  </a:lnTo>
                  <a:lnTo>
                    <a:pt x="2985236" y="10127132"/>
                  </a:lnTo>
                  <a:lnTo>
                    <a:pt x="3002597" y="10087229"/>
                  </a:lnTo>
                  <a:lnTo>
                    <a:pt x="3008655" y="10042055"/>
                  </a:lnTo>
                  <a:close/>
                </a:path>
                <a:path w="3938270" h="10208260">
                  <a:moveTo>
                    <a:pt x="3010154" y="4835779"/>
                  </a:moveTo>
                  <a:lnTo>
                    <a:pt x="3001645" y="4789348"/>
                  </a:lnTo>
                  <a:lnTo>
                    <a:pt x="2978454" y="4752505"/>
                  </a:lnTo>
                  <a:lnTo>
                    <a:pt x="2944063" y="4726140"/>
                  </a:lnTo>
                  <a:lnTo>
                    <a:pt x="2901975" y="4711141"/>
                  </a:lnTo>
                  <a:lnTo>
                    <a:pt x="2901975" y="4709706"/>
                  </a:lnTo>
                  <a:lnTo>
                    <a:pt x="2941155" y="4689780"/>
                  </a:lnTo>
                  <a:lnTo>
                    <a:pt x="2969133" y="4663262"/>
                  </a:lnTo>
                  <a:lnTo>
                    <a:pt x="2985922" y="4631436"/>
                  </a:lnTo>
                  <a:lnTo>
                    <a:pt x="2991510" y="4595533"/>
                  </a:lnTo>
                  <a:lnTo>
                    <a:pt x="2983255" y="4552569"/>
                  </a:lnTo>
                  <a:lnTo>
                    <a:pt x="2957931" y="4515561"/>
                  </a:lnTo>
                  <a:lnTo>
                    <a:pt x="2914713" y="4489615"/>
                  </a:lnTo>
                  <a:lnTo>
                    <a:pt x="2852737" y="4479836"/>
                  </a:lnTo>
                  <a:lnTo>
                    <a:pt x="2814459" y="4483049"/>
                  </a:lnTo>
                  <a:lnTo>
                    <a:pt x="2779268" y="4491494"/>
                  </a:lnTo>
                  <a:lnTo>
                    <a:pt x="2749118" y="4503458"/>
                  </a:lnTo>
                  <a:lnTo>
                    <a:pt x="2725978" y="4517174"/>
                  </a:lnTo>
                  <a:lnTo>
                    <a:pt x="2743123" y="4564926"/>
                  </a:lnTo>
                  <a:lnTo>
                    <a:pt x="2761615" y="4553636"/>
                  </a:lnTo>
                  <a:lnTo>
                    <a:pt x="2784881" y="4543298"/>
                  </a:lnTo>
                  <a:lnTo>
                    <a:pt x="2811513" y="4535754"/>
                  </a:lnTo>
                  <a:lnTo>
                    <a:pt x="2840101" y="4532833"/>
                  </a:lnTo>
                  <a:lnTo>
                    <a:pt x="2878861" y="4538802"/>
                  </a:lnTo>
                  <a:lnTo>
                    <a:pt x="2905264" y="4554842"/>
                  </a:lnTo>
                  <a:lnTo>
                    <a:pt x="2920327" y="4578159"/>
                  </a:lnTo>
                  <a:lnTo>
                    <a:pt x="2925127" y="4605960"/>
                  </a:lnTo>
                  <a:lnTo>
                    <a:pt x="2914942" y="4643018"/>
                  </a:lnTo>
                  <a:lnTo>
                    <a:pt x="2888945" y="4668558"/>
                  </a:lnTo>
                  <a:lnTo>
                    <a:pt x="2853994" y="4683328"/>
                  </a:lnTo>
                  <a:lnTo>
                    <a:pt x="2816949" y="4688078"/>
                  </a:lnTo>
                  <a:lnTo>
                    <a:pt x="2780398" y="4688078"/>
                  </a:lnTo>
                  <a:lnTo>
                    <a:pt x="2780398" y="4737278"/>
                  </a:lnTo>
                  <a:lnTo>
                    <a:pt x="2816949" y="4737278"/>
                  </a:lnTo>
                  <a:lnTo>
                    <a:pt x="2863177" y="4742891"/>
                  </a:lnTo>
                  <a:lnTo>
                    <a:pt x="2903105" y="4760328"/>
                  </a:lnTo>
                  <a:lnTo>
                    <a:pt x="2931287" y="4790503"/>
                  </a:lnTo>
                  <a:lnTo>
                    <a:pt x="2942272" y="4834331"/>
                  </a:lnTo>
                  <a:lnTo>
                    <a:pt x="2937294" y="4866005"/>
                  </a:lnTo>
                  <a:lnTo>
                    <a:pt x="2919323" y="4896421"/>
                  </a:lnTo>
                  <a:lnTo>
                    <a:pt x="2885414" y="4919294"/>
                  </a:lnTo>
                  <a:lnTo>
                    <a:pt x="2832608" y="4928324"/>
                  </a:lnTo>
                  <a:lnTo>
                    <a:pt x="2799257" y="4925225"/>
                  </a:lnTo>
                  <a:lnTo>
                    <a:pt x="2768841" y="4917503"/>
                  </a:lnTo>
                  <a:lnTo>
                    <a:pt x="2743454" y="4907559"/>
                  </a:lnTo>
                  <a:lnTo>
                    <a:pt x="2725204" y="4897755"/>
                  </a:lnTo>
                  <a:lnTo>
                    <a:pt x="2707284" y="4948504"/>
                  </a:lnTo>
                  <a:lnTo>
                    <a:pt x="2729407" y="4960239"/>
                  </a:lnTo>
                  <a:lnTo>
                    <a:pt x="2758859" y="4970780"/>
                  </a:lnTo>
                  <a:lnTo>
                    <a:pt x="2794050" y="4978387"/>
                  </a:lnTo>
                  <a:lnTo>
                    <a:pt x="2833382" y="4981321"/>
                  </a:lnTo>
                  <a:lnTo>
                    <a:pt x="2886875" y="4975923"/>
                  </a:lnTo>
                  <a:lnTo>
                    <a:pt x="2930918" y="4960823"/>
                  </a:lnTo>
                  <a:lnTo>
                    <a:pt x="2965386" y="4937645"/>
                  </a:lnTo>
                  <a:lnTo>
                    <a:pt x="2990177" y="4908004"/>
                  </a:lnTo>
                  <a:lnTo>
                    <a:pt x="3005137" y="4873498"/>
                  </a:lnTo>
                  <a:lnTo>
                    <a:pt x="3010154" y="4835779"/>
                  </a:lnTo>
                  <a:close/>
                </a:path>
                <a:path w="3938270" h="10208260">
                  <a:moveTo>
                    <a:pt x="3019133" y="3425329"/>
                  </a:moveTo>
                  <a:lnTo>
                    <a:pt x="2801289" y="3425329"/>
                  </a:lnTo>
                  <a:lnTo>
                    <a:pt x="2801289" y="3423894"/>
                  </a:lnTo>
                  <a:lnTo>
                    <a:pt x="2840101" y="3388042"/>
                  </a:lnTo>
                  <a:lnTo>
                    <a:pt x="2887954" y="3340773"/>
                  </a:lnTo>
                  <a:lnTo>
                    <a:pt x="2928823" y="3296640"/>
                  </a:lnTo>
                  <a:lnTo>
                    <a:pt x="2961957" y="3254464"/>
                  </a:lnTo>
                  <a:lnTo>
                    <a:pt x="2986557" y="3213023"/>
                  </a:lnTo>
                  <a:lnTo>
                    <a:pt x="3001886" y="3171126"/>
                  </a:lnTo>
                  <a:lnTo>
                    <a:pt x="3007169" y="3127578"/>
                  </a:lnTo>
                  <a:lnTo>
                    <a:pt x="3001759" y="3086277"/>
                  </a:lnTo>
                  <a:lnTo>
                    <a:pt x="2984995" y="3047974"/>
                  </a:lnTo>
                  <a:lnTo>
                    <a:pt x="2956102" y="3016212"/>
                  </a:lnTo>
                  <a:lnTo>
                    <a:pt x="2914281" y="2994571"/>
                  </a:lnTo>
                  <a:lnTo>
                    <a:pt x="2858744" y="2986557"/>
                  </a:lnTo>
                  <a:lnTo>
                    <a:pt x="2818409" y="2990265"/>
                  </a:lnTo>
                  <a:lnTo>
                    <a:pt x="2781706" y="3000565"/>
                  </a:lnTo>
                  <a:lnTo>
                    <a:pt x="2749207" y="3016173"/>
                  </a:lnTo>
                  <a:lnTo>
                    <a:pt x="2721457" y="3035858"/>
                  </a:lnTo>
                  <a:lnTo>
                    <a:pt x="2742349" y="3082074"/>
                  </a:lnTo>
                  <a:lnTo>
                    <a:pt x="2761691" y="3067812"/>
                  </a:lnTo>
                  <a:lnTo>
                    <a:pt x="2785719" y="3054591"/>
                  </a:lnTo>
                  <a:lnTo>
                    <a:pt x="2813799" y="3044875"/>
                  </a:lnTo>
                  <a:lnTo>
                    <a:pt x="2845295" y="3041091"/>
                  </a:lnTo>
                  <a:lnTo>
                    <a:pt x="2890863" y="3048978"/>
                  </a:lnTo>
                  <a:lnTo>
                    <a:pt x="2920542" y="3069996"/>
                  </a:lnTo>
                  <a:lnTo>
                    <a:pt x="2936659" y="3100247"/>
                  </a:lnTo>
                  <a:lnTo>
                    <a:pt x="2941510" y="3135795"/>
                  </a:lnTo>
                  <a:lnTo>
                    <a:pt x="2936481" y="3171812"/>
                  </a:lnTo>
                  <a:lnTo>
                    <a:pt x="2921901" y="3207918"/>
                  </a:lnTo>
                  <a:lnTo>
                    <a:pt x="2897416" y="3245904"/>
                  </a:lnTo>
                  <a:lnTo>
                    <a:pt x="2862669" y="3287636"/>
                  </a:lnTo>
                  <a:lnTo>
                    <a:pt x="2817317" y="3334905"/>
                  </a:lnTo>
                  <a:lnTo>
                    <a:pt x="2709494" y="3439553"/>
                  </a:lnTo>
                  <a:lnTo>
                    <a:pt x="2709494" y="3479825"/>
                  </a:lnTo>
                  <a:lnTo>
                    <a:pt x="3019133" y="3479825"/>
                  </a:lnTo>
                  <a:lnTo>
                    <a:pt x="3019133" y="3425329"/>
                  </a:lnTo>
                  <a:close/>
                </a:path>
                <a:path w="3938270" h="10208260">
                  <a:moveTo>
                    <a:pt x="3019133" y="2678722"/>
                  </a:moveTo>
                  <a:lnTo>
                    <a:pt x="2801289" y="2678722"/>
                  </a:lnTo>
                  <a:lnTo>
                    <a:pt x="2801289" y="2677223"/>
                  </a:lnTo>
                  <a:lnTo>
                    <a:pt x="2840101" y="2641384"/>
                  </a:lnTo>
                  <a:lnTo>
                    <a:pt x="2887954" y="2594114"/>
                  </a:lnTo>
                  <a:lnTo>
                    <a:pt x="2928823" y="2549995"/>
                  </a:lnTo>
                  <a:lnTo>
                    <a:pt x="2961957" y="2507818"/>
                  </a:lnTo>
                  <a:lnTo>
                    <a:pt x="2986557" y="2466403"/>
                  </a:lnTo>
                  <a:lnTo>
                    <a:pt x="3001886" y="2424506"/>
                  </a:lnTo>
                  <a:lnTo>
                    <a:pt x="3007169" y="2380970"/>
                  </a:lnTo>
                  <a:lnTo>
                    <a:pt x="3001759" y="2339657"/>
                  </a:lnTo>
                  <a:lnTo>
                    <a:pt x="2984995" y="2301354"/>
                  </a:lnTo>
                  <a:lnTo>
                    <a:pt x="2956102" y="2269604"/>
                  </a:lnTo>
                  <a:lnTo>
                    <a:pt x="2914281" y="2247950"/>
                  </a:lnTo>
                  <a:lnTo>
                    <a:pt x="2858744" y="2239949"/>
                  </a:lnTo>
                  <a:lnTo>
                    <a:pt x="2818409" y="2243658"/>
                  </a:lnTo>
                  <a:lnTo>
                    <a:pt x="2781706" y="2253945"/>
                  </a:lnTo>
                  <a:lnTo>
                    <a:pt x="2749207" y="2269553"/>
                  </a:lnTo>
                  <a:lnTo>
                    <a:pt x="2721457" y="2289238"/>
                  </a:lnTo>
                  <a:lnTo>
                    <a:pt x="2742349" y="2335466"/>
                  </a:lnTo>
                  <a:lnTo>
                    <a:pt x="2761691" y="2321191"/>
                  </a:lnTo>
                  <a:lnTo>
                    <a:pt x="2785719" y="2307983"/>
                  </a:lnTo>
                  <a:lnTo>
                    <a:pt x="2813799" y="2298255"/>
                  </a:lnTo>
                  <a:lnTo>
                    <a:pt x="2845295" y="2294483"/>
                  </a:lnTo>
                  <a:lnTo>
                    <a:pt x="2890863" y="2302357"/>
                  </a:lnTo>
                  <a:lnTo>
                    <a:pt x="2920542" y="2323376"/>
                  </a:lnTo>
                  <a:lnTo>
                    <a:pt x="2936659" y="2353627"/>
                  </a:lnTo>
                  <a:lnTo>
                    <a:pt x="2941510" y="2389174"/>
                  </a:lnTo>
                  <a:lnTo>
                    <a:pt x="2936481" y="2425179"/>
                  </a:lnTo>
                  <a:lnTo>
                    <a:pt x="2921901" y="2461272"/>
                  </a:lnTo>
                  <a:lnTo>
                    <a:pt x="2897416" y="2499271"/>
                  </a:lnTo>
                  <a:lnTo>
                    <a:pt x="2862669" y="2541003"/>
                  </a:lnTo>
                  <a:lnTo>
                    <a:pt x="2817317" y="2588285"/>
                  </a:lnTo>
                  <a:lnTo>
                    <a:pt x="2709494" y="2692933"/>
                  </a:lnTo>
                  <a:lnTo>
                    <a:pt x="2709494" y="2733205"/>
                  </a:lnTo>
                  <a:lnTo>
                    <a:pt x="3019133" y="2733205"/>
                  </a:lnTo>
                  <a:lnTo>
                    <a:pt x="3019133" y="2678722"/>
                  </a:lnTo>
                  <a:close/>
                </a:path>
                <a:path w="3938270" h="10208260">
                  <a:moveTo>
                    <a:pt x="3024365" y="7474572"/>
                  </a:moveTo>
                  <a:lnTo>
                    <a:pt x="2718485" y="7474572"/>
                  </a:lnTo>
                  <a:lnTo>
                    <a:pt x="2718485" y="7529055"/>
                  </a:lnTo>
                  <a:lnTo>
                    <a:pt x="2955721" y="7529055"/>
                  </a:lnTo>
                  <a:lnTo>
                    <a:pt x="2955721" y="7530541"/>
                  </a:lnTo>
                  <a:lnTo>
                    <a:pt x="2745333" y="7959611"/>
                  </a:lnTo>
                  <a:lnTo>
                    <a:pt x="2813202" y="7959611"/>
                  </a:lnTo>
                  <a:lnTo>
                    <a:pt x="3024365" y="7517816"/>
                  </a:lnTo>
                  <a:lnTo>
                    <a:pt x="3024365" y="7474572"/>
                  </a:lnTo>
                  <a:close/>
                </a:path>
                <a:path w="3938270" h="10208260">
                  <a:moveTo>
                    <a:pt x="3031807" y="245529"/>
                  </a:moveTo>
                  <a:lnTo>
                    <a:pt x="3028289" y="183286"/>
                  </a:lnTo>
                  <a:lnTo>
                    <a:pt x="3017888" y="129298"/>
                  </a:lnTo>
                  <a:lnTo>
                    <a:pt x="3001086" y="84670"/>
                  </a:lnTo>
                  <a:lnTo>
                    <a:pt x="2979280" y="50838"/>
                  </a:lnTo>
                  <a:lnTo>
                    <a:pt x="2977438" y="47993"/>
                  </a:lnTo>
                  <a:lnTo>
                    <a:pt x="2966148" y="37973"/>
                  </a:lnTo>
                  <a:lnTo>
                    <a:pt x="2966148" y="248602"/>
                  </a:lnTo>
                  <a:lnTo>
                    <a:pt x="2962275" y="317144"/>
                  </a:lnTo>
                  <a:lnTo>
                    <a:pt x="2950578" y="373240"/>
                  </a:lnTo>
                  <a:lnTo>
                    <a:pt x="2930880" y="415277"/>
                  </a:lnTo>
                  <a:lnTo>
                    <a:pt x="2903055" y="441680"/>
                  </a:lnTo>
                  <a:lnTo>
                    <a:pt x="2866961" y="450837"/>
                  </a:lnTo>
                  <a:lnTo>
                    <a:pt x="2833789" y="442366"/>
                  </a:lnTo>
                  <a:lnTo>
                    <a:pt x="2806496" y="417512"/>
                  </a:lnTo>
                  <a:lnTo>
                    <a:pt x="2785948" y="377113"/>
                  </a:lnTo>
                  <a:lnTo>
                    <a:pt x="2772994" y="322008"/>
                  </a:lnTo>
                  <a:lnTo>
                    <a:pt x="2768485" y="253022"/>
                  </a:lnTo>
                  <a:lnTo>
                    <a:pt x="2768536" y="252298"/>
                  </a:lnTo>
                  <a:lnTo>
                    <a:pt x="2773286" y="181279"/>
                  </a:lnTo>
                  <a:lnTo>
                    <a:pt x="2786850" y="124790"/>
                  </a:lnTo>
                  <a:lnTo>
                    <a:pt x="2807944" y="83959"/>
                  </a:lnTo>
                  <a:lnTo>
                    <a:pt x="2835300" y="59182"/>
                  </a:lnTo>
                  <a:lnTo>
                    <a:pt x="2867672" y="50838"/>
                  </a:lnTo>
                  <a:lnTo>
                    <a:pt x="2903994" y="59931"/>
                  </a:lnTo>
                  <a:lnTo>
                    <a:pt x="2951048" y="127381"/>
                  </a:lnTo>
                  <a:lnTo>
                    <a:pt x="2962427" y="182168"/>
                  </a:lnTo>
                  <a:lnTo>
                    <a:pt x="2966148" y="248602"/>
                  </a:lnTo>
                  <a:lnTo>
                    <a:pt x="2966148" y="37973"/>
                  </a:lnTo>
                  <a:lnTo>
                    <a:pt x="2947657" y="21551"/>
                  </a:lnTo>
                  <a:lnTo>
                    <a:pt x="2912326" y="5435"/>
                  </a:lnTo>
                  <a:lnTo>
                    <a:pt x="2912008" y="5435"/>
                  </a:lnTo>
                  <a:lnTo>
                    <a:pt x="2871381" y="0"/>
                  </a:lnTo>
                  <a:lnTo>
                    <a:pt x="2831046" y="5435"/>
                  </a:lnTo>
                  <a:lnTo>
                    <a:pt x="2794914" y="21551"/>
                  </a:lnTo>
                  <a:lnTo>
                    <a:pt x="2763786" y="47993"/>
                  </a:lnTo>
                  <a:lnTo>
                    <a:pt x="2738170" y="84670"/>
                  </a:lnTo>
                  <a:lnTo>
                    <a:pt x="2719019" y="131114"/>
                  </a:lnTo>
                  <a:lnTo>
                    <a:pt x="2706992" y="187083"/>
                  </a:lnTo>
                  <a:lnTo>
                    <a:pt x="2702826" y="252298"/>
                  </a:lnTo>
                  <a:lnTo>
                    <a:pt x="2702864" y="253022"/>
                  </a:lnTo>
                  <a:lnTo>
                    <a:pt x="2707208" y="316598"/>
                  </a:lnTo>
                  <a:lnTo>
                    <a:pt x="2718701" y="371843"/>
                  </a:lnTo>
                  <a:lnTo>
                    <a:pt x="2736748" y="417703"/>
                  </a:lnTo>
                  <a:lnTo>
                    <a:pt x="2760789" y="453898"/>
                  </a:lnTo>
                  <a:lnTo>
                    <a:pt x="2790253" y="480136"/>
                  </a:lnTo>
                  <a:lnTo>
                    <a:pt x="2863215" y="501472"/>
                  </a:lnTo>
                  <a:lnTo>
                    <a:pt x="2901289" y="497243"/>
                  </a:lnTo>
                  <a:lnTo>
                    <a:pt x="2963761" y="463981"/>
                  </a:lnTo>
                  <a:lnTo>
                    <a:pt x="3006788" y="398995"/>
                  </a:lnTo>
                  <a:lnTo>
                    <a:pt x="3020568" y="355104"/>
                  </a:lnTo>
                  <a:lnTo>
                    <a:pt x="3028975" y="303885"/>
                  </a:lnTo>
                  <a:lnTo>
                    <a:pt x="3031807" y="245529"/>
                  </a:lnTo>
                  <a:close/>
                </a:path>
                <a:path w="3938270" h="10208260">
                  <a:moveTo>
                    <a:pt x="3032582" y="9164079"/>
                  </a:moveTo>
                  <a:lnTo>
                    <a:pt x="3027591" y="9105925"/>
                  </a:lnTo>
                  <a:lnTo>
                    <a:pt x="3013037" y="9056014"/>
                  </a:lnTo>
                  <a:lnTo>
                    <a:pt x="2989580" y="9015400"/>
                  </a:lnTo>
                  <a:lnTo>
                    <a:pt x="2966148" y="8993048"/>
                  </a:lnTo>
                  <a:lnTo>
                    <a:pt x="2966148" y="9155862"/>
                  </a:lnTo>
                  <a:lnTo>
                    <a:pt x="2966148" y="9166327"/>
                  </a:lnTo>
                  <a:lnTo>
                    <a:pt x="2944203" y="9199943"/>
                  </a:lnTo>
                  <a:lnTo>
                    <a:pt x="2895765" y="9226639"/>
                  </a:lnTo>
                  <a:lnTo>
                    <a:pt x="2864701" y="9230474"/>
                  </a:lnTo>
                  <a:lnTo>
                    <a:pt x="2826220" y="9222892"/>
                  </a:lnTo>
                  <a:lnTo>
                    <a:pt x="2796819" y="9201658"/>
                  </a:lnTo>
                  <a:lnTo>
                    <a:pt x="2778061" y="9169095"/>
                  </a:lnTo>
                  <a:lnTo>
                    <a:pt x="2771457" y="9127515"/>
                  </a:lnTo>
                  <a:lnTo>
                    <a:pt x="2778518" y="9080119"/>
                  </a:lnTo>
                  <a:lnTo>
                    <a:pt x="2798229" y="9042806"/>
                  </a:lnTo>
                  <a:lnTo>
                    <a:pt x="2828429" y="9018372"/>
                  </a:lnTo>
                  <a:lnTo>
                    <a:pt x="2866961" y="9009596"/>
                  </a:lnTo>
                  <a:lnTo>
                    <a:pt x="2911411" y="9020810"/>
                  </a:lnTo>
                  <a:lnTo>
                    <a:pt x="2942298" y="9051684"/>
                  </a:lnTo>
                  <a:lnTo>
                    <a:pt x="2960306" y="9098077"/>
                  </a:lnTo>
                  <a:lnTo>
                    <a:pt x="2966148" y="9155862"/>
                  </a:lnTo>
                  <a:lnTo>
                    <a:pt x="2966148" y="8993048"/>
                  </a:lnTo>
                  <a:lnTo>
                    <a:pt x="2957842" y="8985110"/>
                  </a:lnTo>
                  <a:lnTo>
                    <a:pt x="2918485" y="8966175"/>
                  </a:lnTo>
                  <a:lnTo>
                    <a:pt x="2872143" y="8959634"/>
                  </a:lnTo>
                  <a:lnTo>
                    <a:pt x="2825432" y="8966022"/>
                  </a:lnTo>
                  <a:lnTo>
                    <a:pt x="2785135" y="8983916"/>
                  </a:lnTo>
                  <a:lnTo>
                    <a:pt x="2752153" y="9011387"/>
                  </a:lnTo>
                  <a:lnTo>
                    <a:pt x="2727452" y="9046502"/>
                  </a:lnTo>
                  <a:lnTo>
                    <a:pt x="2711945" y="9087345"/>
                  </a:lnTo>
                  <a:lnTo>
                    <a:pt x="2706573" y="9131973"/>
                  </a:lnTo>
                  <a:lnTo>
                    <a:pt x="2713075" y="9179230"/>
                  </a:lnTo>
                  <a:lnTo>
                    <a:pt x="2731833" y="9220035"/>
                  </a:lnTo>
                  <a:lnTo>
                    <a:pt x="2761653" y="9252077"/>
                  </a:lnTo>
                  <a:lnTo>
                    <a:pt x="2801353" y="9272994"/>
                  </a:lnTo>
                  <a:lnTo>
                    <a:pt x="2849765" y="9280500"/>
                  </a:lnTo>
                  <a:lnTo>
                    <a:pt x="2884297" y="9276956"/>
                  </a:lnTo>
                  <a:lnTo>
                    <a:pt x="2914967" y="9266707"/>
                  </a:lnTo>
                  <a:lnTo>
                    <a:pt x="2941599" y="9250286"/>
                  </a:lnTo>
                  <a:lnTo>
                    <a:pt x="2961690" y="9230474"/>
                  </a:lnTo>
                  <a:lnTo>
                    <a:pt x="2963938" y="9228264"/>
                  </a:lnTo>
                  <a:lnTo>
                    <a:pt x="2966148" y="9228264"/>
                  </a:lnTo>
                  <a:lnTo>
                    <a:pt x="2956877" y="9268587"/>
                  </a:lnTo>
                  <a:lnTo>
                    <a:pt x="2924302" y="9332989"/>
                  </a:lnTo>
                  <a:lnTo>
                    <a:pt x="2879852" y="9375013"/>
                  </a:lnTo>
                  <a:lnTo>
                    <a:pt x="2828569" y="9398521"/>
                  </a:lnTo>
                  <a:lnTo>
                    <a:pt x="2784805" y="9405899"/>
                  </a:lnTo>
                  <a:lnTo>
                    <a:pt x="2758694" y="9407207"/>
                  </a:lnTo>
                  <a:lnTo>
                    <a:pt x="2747594" y="9406623"/>
                  </a:lnTo>
                  <a:lnTo>
                    <a:pt x="2747594" y="9460382"/>
                  </a:lnTo>
                  <a:lnTo>
                    <a:pt x="2790710" y="9458884"/>
                  </a:lnTo>
                  <a:lnTo>
                    <a:pt x="2846832" y="9449105"/>
                  </a:lnTo>
                  <a:lnTo>
                    <a:pt x="2884106" y="9435643"/>
                  </a:lnTo>
                  <a:lnTo>
                    <a:pt x="2918587" y="9416428"/>
                  </a:lnTo>
                  <a:lnTo>
                    <a:pt x="2929915" y="9407207"/>
                  </a:lnTo>
                  <a:lnTo>
                    <a:pt x="2949003" y="9391675"/>
                  </a:lnTo>
                  <a:lnTo>
                    <a:pt x="2976029" y="9360484"/>
                  </a:lnTo>
                  <a:lnTo>
                    <a:pt x="2999041" y="9322308"/>
                  </a:lnTo>
                  <a:lnTo>
                    <a:pt x="3016910" y="9276956"/>
                  </a:lnTo>
                  <a:lnTo>
                    <a:pt x="3027603" y="9228264"/>
                  </a:lnTo>
                  <a:lnTo>
                    <a:pt x="3028569" y="9222892"/>
                  </a:lnTo>
                  <a:lnTo>
                    <a:pt x="3032582" y="9164079"/>
                  </a:lnTo>
                  <a:close/>
                </a:path>
                <a:path w="3938270" h="10208260">
                  <a:moveTo>
                    <a:pt x="3032582" y="6177559"/>
                  </a:moveTo>
                  <a:lnTo>
                    <a:pt x="3027591" y="6119406"/>
                  </a:lnTo>
                  <a:lnTo>
                    <a:pt x="3013037" y="6069508"/>
                  </a:lnTo>
                  <a:lnTo>
                    <a:pt x="2989580" y="6028893"/>
                  </a:lnTo>
                  <a:lnTo>
                    <a:pt x="2983496" y="6023089"/>
                  </a:lnTo>
                  <a:lnTo>
                    <a:pt x="2966148" y="6006528"/>
                  </a:lnTo>
                  <a:lnTo>
                    <a:pt x="2966148" y="6169342"/>
                  </a:lnTo>
                  <a:lnTo>
                    <a:pt x="2966148" y="6179820"/>
                  </a:lnTo>
                  <a:lnTo>
                    <a:pt x="2963938" y="6187262"/>
                  </a:lnTo>
                  <a:lnTo>
                    <a:pt x="2922498" y="6229515"/>
                  </a:lnTo>
                  <a:lnTo>
                    <a:pt x="2864701" y="6243967"/>
                  </a:lnTo>
                  <a:lnTo>
                    <a:pt x="2826220" y="6236373"/>
                  </a:lnTo>
                  <a:lnTo>
                    <a:pt x="2796819" y="6215151"/>
                  </a:lnTo>
                  <a:lnTo>
                    <a:pt x="2778061" y="6182588"/>
                  </a:lnTo>
                  <a:lnTo>
                    <a:pt x="2771457" y="6140996"/>
                  </a:lnTo>
                  <a:lnTo>
                    <a:pt x="2778518" y="6093612"/>
                  </a:lnTo>
                  <a:lnTo>
                    <a:pt x="2798229" y="6056300"/>
                  </a:lnTo>
                  <a:lnTo>
                    <a:pt x="2828429" y="6031852"/>
                  </a:lnTo>
                  <a:lnTo>
                    <a:pt x="2866961" y="6023089"/>
                  </a:lnTo>
                  <a:lnTo>
                    <a:pt x="2911411" y="6034303"/>
                  </a:lnTo>
                  <a:lnTo>
                    <a:pt x="2942298" y="6065177"/>
                  </a:lnTo>
                  <a:lnTo>
                    <a:pt x="2960306" y="6111570"/>
                  </a:lnTo>
                  <a:lnTo>
                    <a:pt x="2966148" y="6169342"/>
                  </a:lnTo>
                  <a:lnTo>
                    <a:pt x="2966148" y="6006528"/>
                  </a:lnTo>
                  <a:lnTo>
                    <a:pt x="2957842" y="5998591"/>
                  </a:lnTo>
                  <a:lnTo>
                    <a:pt x="2918485" y="5979655"/>
                  </a:lnTo>
                  <a:lnTo>
                    <a:pt x="2872143" y="5973115"/>
                  </a:lnTo>
                  <a:lnTo>
                    <a:pt x="2825432" y="5979515"/>
                  </a:lnTo>
                  <a:lnTo>
                    <a:pt x="2785135" y="5997410"/>
                  </a:lnTo>
                  <a:lnTo>
                    <a:pt x="2752153" y="6024880"/>
                  </a:lnTo>
                  <a:lnTo>
                    <a:pt x="2727452" y="6059995"/>
                  </a:lnTo>
                  <a:lnTo>
                    <a:pt x="2711945" y="6100838"/>
                  </a:lnTo>
                  <a:lnTo>
                    <a:pt x="2706573" y="6145466"/>
                  </a:lnTo>
                  <a:lnTo>
                    <a:pt x="2713075" y="6192723"/>
                  </a:lnTo>
                  <a:lnTo>
                    <a:pt x="2731833" y="6233528"/>
                  </a:lnTo>
                  <a:lnTo>
                    <a:pt x="2761653" y="6265557"/>
                  </a:lnTo>
                  <a:lnTo>
                    <a:pt x="2801353" y="6286487"/>
                  </a:lnTo>
                  <a:lnTo>
                    <a:pt x="2849765" y="6293980"/>
                  </a:lnTo>
                  <a:lnTo>
                    <a:pt x="2884297" y="6290437"/>
                  </a:lnTo>
                  <a:lnTo>
                    <a:pt x="2914967" y="6280188"/>
                  </a:lnTo>
                  <a:lnTo>
                    <a:pt x="2941599" y="6263754"/>
                  </a:lnTo>
                  <a:lnTo>
                    <a:pt x="2961652" y="6243967"/>
                  </a:lnTo>
                  <a:lnTo>
                    <a:pt x="2963938" y="6241707"/>
                  </a:lnTo>
                  <a:lnTo>
                    <a:pt x="2966148" y="6241707"/>
                  </a:lnTo>
                  <a:lnTo>
                    <a:pt x="2956877" y="6282055"/>
                  </a:lnTo>
                  <a:lnTo>
                    <a:pt x="2924302" y="6346482"/>
                  </a:lnTo>
                  <a:lnTo>
                    <a:pt x="2879852" y="6388481"/>
                  </a:lnTo>
                  <a:lnTo>
                    <a:pt x="2828569" y="6411989"/>
                  </a:lnTo>
                  <a:lnTo>
                    <a:pt x="2784805" y="6419367"/>
                  </a:lnTo>
                  <a:lnTo>
                    <a:pt x="2758694" y="6420701"/>
                  </a:lnTo>
                  <a:lnTo>
                    <a:pt x="2747594" y="6420104"/>
                  </a:lnTo>
                  <a:lnTo>
                    <a:pt x="2747594" y="6473825"/>
                  </a:lnTo>
                  <a:lnTo>
                    <a:pt x="2790710" y="6472352"/>
                  </a:lnTo>
                  <a:lnTo>
                    <a:pt x="2846832" y="6462560"/>
                  </a:lnTo>
                  <a:lnTo>
                    <a:pt x="2884106" y="6449098"/>
                  </a:lnTo>
                  <a:lnTo>
                    <a:pt x="2918587" y="6429896"/>
                  </a:lnTo>
                  <a:lnTo>
                    <a:pt x="2929890" y="6420701"/>
                  </a:lnTo>
                  <a:lnTo>
                    <a:pt x="2949003" y="6405169"/>
                  </a:lnTo>
                  <a:lnTo>
                    <a:pt x="2976029" y="6373952"/>
                  </a:lnTo>
                  <a:lnTo>
                    <a:pt x="2999041" y="6335776"/>
                  </a:lnTo>
                  <a:lnTo>
                    <a:pt x="3016910" y="6290437"/>
                  </a:lnTo>
                  <a:lnTo>
                    <a:pt x="3027603" y="6241707"/>
                  </a:lnTo>
                  <a:lnTo>
                    <a:pt x="3028569" y="6236373"/>
                  </a:lnTo>
                  <a:lnTo>
                    <a:pt x="3032582" y="6177559"/>
                  </a:lnTo>
                  <a:close/>
                </a:path>
                <a:path w="3938270" h="10208260">
                  <a:moveTo>
                    <a:pt x="3032582" y="951153"/>
                  </a:moveTo>
                  <a:lnTo>
                    <a:pt x="3027591" y="892987"/>
                  </a:lnTo>
                  <a:lnTo>
                    <a:pt x="3013037" y="843064"/>
                  </a:lnTo>
                  <a:lnTo>
                    <a:pt x="2989580" y="802436"/>
                  </a:lnTo>
                  <a:lnTo>
                    <a:pt x="2983547" y="796683"/>
                  </a:lnTo>
                  <a:lnTo>
                    <a:pt x="2966148" y="780084"/>
                  </a:lnTo>
                  <a:lnTo>
                    <a:pt x="2966148" y="942936"/>
                  </a:lnTo>
                  <a:lnTo>
                    <a:pt x="2966148" y="953414"/>
                  </a:lnTo>
                  <a:lnTo>
                    <a:pt x="2963938" y="960856"/>
                  </a:lnTo>
                  <a:lnTo>
                    <a:pt x="2922498" y="1003109"/>
                  </a:lnTo>
                  <a:lnTo>
                    <a:pt x="2864701" y="1017562"/>
                  </a:lnTo>
                  <a:lnTo>
                    <a:pt x="2826220" y="1009967"/>
                  </a:lnTo>
                  <a:lnTo>
                    <a:pt x="2796819" y="988733"/>
                  </a:lnTo>
                  <a:lnTo>
                    <a:pt x="2778061" y="956157"/>
                  </a:lnTo>
                  <a:lnTo>
                    <a:pt x="2771457" y="914539"/>
                  </a:lnTo>
                  <a:lnTo>
                    <a:pt x="2778518" y="867181"/>
                  </a:lnTo>
                  <a:lnTo>
                    <a:pt x="2798229" y="829881"/>
                  </a:lnTo>
                  <a:lnTo>
                    <a:pt x="2828429" y="805446"/>
                  </a:lnTo>
                  <a:lnTo>
                    <a:pt x="2866961" y="796683"/>
                  </a:lnTo>
                  <a:lnTo>
                    <a:pt x="2911411" y="807885"/>
                  </a:lnTo>
                  <a:lnTo>
                    <a:pt x="2942298" y="838746"/>
                  </a:lnTo>
                  <a:lnTo>
                    <a:pt x="2960306" y="885139"/>
                  </a:lnTo>
                  <a:lnTo>
                    <a:pt x="2966148" y="942936"/>
                  </a:lnTo>
                  <a:lnTo>
                    <a:pt x="2966148" y="780084"/>
                  </a:lnTo>
                  <a:lnTo>
                    <a:pt x="2957842" y="772147"/>
                  </a:lnTo>
                  <a:lnTo>
                    <a:pt x="2918485" y="753211"/>
                  </a:lnTo>
                  <a:lnTo>
                    <a:pt x="2872143" y="746658"/>
                  </a:lnTo>
                  <a:lnTo>
                    <a:pt x="2825432" y="753059"/>
                  </a:lnTo>
                  <a:lnTo>
                    <a:pt x="2785135" y="770953"/>
                  </a:lnTo>
                  <a:lnTo>
                    <a:pt x="2752153" y="798436"/>
                  </a:lnTo>
                  <a:lnTo>
                    <a:pt x="2727452" y="833551"/>
                  </a:lnTo>
                  <a:lnTo>
                    <a:pt x="2711945" y="874407"/>
                  </a:lnTo>
                  <a:lnTo>
                    <a:pt x="2706573" y="919060"/>
                  </a:lnTo>
                  <a:lnTo>
                    <a:pt x="2713075" y="966317"/>
                  </a:lnTo>
                  <a:lnTo>
                    <a:pt x="2731833" y="1007122"/>
                  </a:lnTo>
                  <a:lnTo>
                    <a:pt x="2761653" y="1039152"/>
                  </a:lnTo>
                  <a:lnTo>
                    <a:pt x="2801353" y="1060081"/>
                  </a:lnTo>
                  <a:lnTo>
                    <a:pt x="2849765" y="1067574"/>
                  </a:lnTo>
                  <a:lnTo>
                    <a:pt x="2884297" y="1064031"/>
                  </a:lnTo>
                  <a:lnTo>
                    <a:pt x="2914967" y="1053757"/>
                  </a:lnTo>
                  <a:lnTo>
                    <a:pt x="2941599" y="1037336"/>
                  </a:lnTo>
                  <a:lnTo>
                    <a:pt x="2961652" y="1017562"/>
                  </a:lnTo>
                  <a:lnTo>
                    <a:pt x="2963938" y="1015301"/>
                  </a:lnTo>
                  <a:lnTo>
                    <a:pt x="2966148" y="1015301"/>
                  </a:lnTo>
                  <a:lnTo>
                    <a:pt x="2956877" y="1055649"/>
                  </a:lnTo>
                  <a:lnTo>
                    <a:pt x="2924302" y="1120076"/>
                  </a:lnTo>
                  <a:lnTo>
                    <a:pt x="2879852" y="1162062"/>
                  </a:lnTo>
                  <a:lnTo>
                    <a:pt x="2828569" y="1185557"/>
                  </a:lnTo>
                  <a:lnTo>
                    <a:pt x="2784805" y="1192961"/>
                  </a:lnTo>
                  <a:lnTo>
                    <a:pt x="2758694" y="1194295"/>
                  </a:lnTo>
                  <a:lnTo>
                    <a:pt x="2747594" y="1193698"/>
                  </a:lnTo>
                  <a:lnTo>
                    <a:pt x="2747594" y="1247419"/>
                  </a:lnTo>
                  <a:lnTo>
                    <a:pt x="2790710" y="1245933"/>
                  </a:lnTo>
                  <a:lnTo>
                    <a:pt x="2846832" y="1236154"/>
                  </a:lnTo>
                  <a:lnTo>
                    <a:pt x="2884106" y="1222692"/>
                  </a:lnTo>
                  <a:lnTo>
                    <a:pt x="2918587" y="1203490"/>
                  </a:lnTo>
                  <a:lnTo>
                    <a:pt x="2929890" y="1194295"/>
                  </a:lnTo>
                  <a:lnTo>
                    <a:pt x="2949003" y="1178763"/>
                  </a:lnTo>
                  <a:lnTo>
                    <a:pt x="2976029" y="1147546"/>
                  </a:lnTo>
                  <a:lnTo>
                    <a:pt x="2999041" y="1109370"/>
                  </a:lnTo>
                  <a:lnTo>
                    <a:pt x="3016910" y="1064031"/>
                  </a:lnTo>
                  <a:lnTo>
                    <a:pt x="3027603" y="1015301"/>
                  </a:lnTo>
                  <a:lnTo>
                    <a:pt x="3028569" y="1009967"/>
                  </a:lnTo>
                  <a:lnTo>
                    <a:pt x="3032582" y="951153"/>
                  </a:lnTo>
                  <a:close/>
                </a:path>
                <a:path w="3938270" h="10208260">
                  <a:moveTo>
                    <a:pt x="3034068" y="7050303"/>
                  </a:moveTo>
                  <a:lnTo>
                    <a:pt x="3027095" y="6997624"/>
                  </a:lnTo>
                  <a:lnTo>
                    <a:pt x="3007296" y="6954215"/>
                  </a:lnTo>
                  <a:lnTo>
                    <a:pt x="2996565" y="6942874"/>
                  </a:lnTo>
                  <a:lnTo>
                    <a:pt x="2976359" y="6921487"/>
                  </a:lnTo>
                  <a:lnTo>
                    <a:pt x="2967634" y="6917029"/>
                  </a:lnTo>
                  <a:lnTo>
                    <a:pt x="2967634" y="7054050"/>
                  </a:lnTo>
                  <a:lnTo>
                    <a:pt x="2960801" y="7101510"/>
                  </a:lnTo>
                  <a:lnTo>
                    <a:pt x="2941536" y="7138276"/>
                  </a:lnTo>
                  <a:lnTo>
                    <a:pt x="2911627" y="7162038"/>
                  </a:lnTo>
                  <a:lnTo>
                    <a:pt x="2872917" y="7170471"/>
                  </a:lnTo>
                  <a:lnTo>
                    <a:pt x="2827490" y="7160006"/>
                  </a:lnTo>
                  <a:lnTo>
                    <a:pt x="2794393" y="7131012"/>
                  </a:lnTo>
                  <a:lnTo>
                    <a:pt x="2773870" y="7087044"/>
                  </a:lnTo>
                  <a:lnTo>
                    <a:pt x="2766225" y="7031660"/>
                  </a:lnTo>
                  <a:lnTo>
                    <a:pt x="2766758" y="7023113"/>
                  </a:lnTo>
                  <a:lnTo>
                    <a:pt x="2790355" y="6978447"/>
                  </a:lnTo>
                  <a:lnTo>
                    <a:pt x="2833852" y="6949592"/>
                  </a:lnTo>
                  <a:lnTo>
                    <a:pt x="2838831" y="6947255"/>
                  </a:lnTo>
                  <a:lnTo>
                    <a:pt x="2908795" y="6950481"/>
                  </a:lnTo>
                  <a:lnTo>
                    <a:pt x="2940316" y="6972427"/>
                  </a:lnTo>
                  <a:lnTo>
                    <a:pt x="2960522" y="7007390"/>
                  </a:lnTo>
                  <a:lnTo>
                    <a:pt x="2967634" y="7054050"/>
                  </a:lnTo>
                  <a:lnTo>
                    <a:pt x="2967634" y="6917029"/>
                  </a:lnTo>
                  <a:lnTo>
                    <a:pt x="2935986" y="6900824"/>
                  </a:lnTo>
                  <a:lnTo>
                    <a:pt x="2887853" y="6893623"/>
                  </a:lnTo>
                  <a:lnTo>
                    <a:pt x="2850121" y="6898056"/>
                  </a:lnTo>
                  <a:lnTo>
                    <a:pt x="2818104" y="6910006"/>
                  </a:lnTo>
                  <a:lnTo>
                    <a:pt x="2817965" y="6910006"/>
                  </a:lnTo>
                  <a:lnTo>
                    <a:pt x="2791206" y="6927913"/>
                  </a:lnTo>
                  <a:lnTo>
                    <a:pt x="2770695" y="6949592"/>
                  </a:lnTo>
                  <a:lnTo>
                    <a:pt x="2768485" y="6949592"/>
                  </a:lnTo>
                  <a:lnTo>
                    <a:pt x="2780411" y="6902653"/>
                  </a:lnTo>
                  <a:lnTo>
                    <a:pt x="2802991" y="6859359"/>
                  </a:lnTo>
                  <a:lnTo>
                    <a:pt x="2836456" y="6822300"/>
                  </a:lnTo>
                  <a:lnTo>
                    <a:pt x="2881071" y="6794055"/>
                  </a:lnTo>
                  <a:lnTo>
                    <a:pt x="2937091" y="6777202"/>
                  </a:lnTo>
                  <a:lnTo>
                    <a:pt x="2964675" y="6774218"/>
                  </a:lnTo>
                  <a:lnTo>
                    <a:pt x="2966428" y="6774218"/>
                  </a:lnTo>
                  <a:lnTo>
                    <a:pt x="2975572" y="6773939"/>
                  </a:lnTo>
                  <a:lnTo>
                    <a:pt x="2986328" y="6774218"/>
                  </a:lnTo>
                  <a:lnTo>
                    <a:pt x="2986328" y="6773939"/>
                  </a:lnTo>
                  <a:lnTo>
                    <a:pt x="2986328" y="6720459"/>
                  </a:lnTo>
                  <a:lnTo>
                    <a:pt x="2938576" y="6724205"/>
                  </a:lnTo>
                  <a:lnTo>
                    <a:pt x="2894177" y="6732994"/>
                  </a:lnTo>
                  <a:lnTo>
                    <a:pt x="2853144" y="6748005"/>
                  </a:lnTo>
                  <a:lnTo>
                    <a:pt x="2816021" y="6769036"/>
                  </a:lnTo>
                  <a:lnTo>
                    <a:pt x="2783370" y="6795884"/>
                  </a:lnTo>
                  <a:lnTo>
                    <a:pt x="2756509" y="6827774"/>
                  </a:lnTo>
                  <a:lnTo>
                    <a:pt x="2733865" y="6865925"/>
                  </a:lnTo>
                  <a:lnTo>
                    <a:pt x="2716466" y="6910006"/>
                  </a:lnTo>
                  <a:lnTo>
                    <a:pt x="2705303" y="6959562"/>
                  </a:lnTo>
                  <a:lnTo>
                    <a:pt x="2701328" y="7014464"/>
                  </a:lnTo>
                  <a:lnTo>
                    <a:pt x="2701404" y="7015416"/>
                  </a:lnTo>
                  <a:lnTo>
                    <a:pt x="2705392" y="7065645"/>
                  </a:lnTo>
                  <a:lnTo>
                    <a:pt x="2717203" y="7110628"/>
                  </a:lnTo>
                  <a:lnTo>
                    <a:pt x="2736215" y="7148804"/>
                  </a:lnTo>
                  <a:lnTo>
                    <a:pt x="2761843" y="7179564"/>
                  </a:lnTo>
                  <a:lnTo>
                    <a:pt x="2793542" y="7202297"/>
                  </a:lnTo>
                  <a:lnTo>
                    <a:pt x="2830753" y="7216381"/>
                  </a:lnTo>
                  <a:lnTo>
                    <a:pt x="2872917" y="7221207"/>
                  </a:lnTo>
                  <a:lnTo>
                    <a:pt x="2919806" y="7214717"/>
                  </a:lnTo>
                  <a:lnTo>
                    <a:pt x="2959443" y="7196633"/>
                  </a:lnTo>
                  <a:lnTo>
                    <a:pt x="2989618" y="7170471"/>
                  </a:lnTo>
                  <a:lnTo>
                    <a:pt x="3014662" y="7134072"/>
                  </a:lnTo>
                  <a:lnTo>
                    <a:pt x="3029127" y="7093788"/>
                  </a:lnTo>
                  <a:lnTo>
                    <a:pt x="3034068" y="7050303"/>
                  </a:lnTo>
                  <a:close/>
                </a:path>
                <a:path w="3938270" h="10208260">
                  <a:moveTo>
                    <a:pt x="3034068" y="4063796"/>
                  </a:moveTo>
                  <a:lnTo>
                    <a:pt x="3027095" y="4011117"/>
                  </a:lnTo>
                  <a:lnTo>
                    <a:pt x="3007296" y="3967708"/>
                  </a:lnTo>
                  <a:lnTo>
                    <a:pt x="2976359" y="3934968"/>
                  </a:lnTo>
                  <a:lnTo>
                    <a:pt x="2967634" y="3930510"/>
                  </a:lnTo>
                  <a:lnTo>
                    <a:pt x="2967634" y="4067492"/>
                  </a:lnTo>
                  <a:lnTo>
                    <a:pt x="2960801" y="4114977"/>
                  </a:lnTo>
                  <a:lnTo>
                    <a:pt x="2941536" y="4151744"/>
                  </a:lnTo>
                  <a:lnTo>
                    <a:pt x="2911627" y="4175480"/>
                  </a:lnTo>
                  <a:lnTo>
                    <a:pt x="2872917" y="4183913"/>
                  </a:lnTo>
                  <a:lnTo>
                    <a:pt x="2827490" y="4173461"/>
                  </a:lnTo>
                  <a:lnTo>
                    <a:pt x="2794393" y="4144480"/>
                  </a:lnTo>
                  <a:lnTo>
                    <a:pt x="2773870" y="4100525"/>
                  </a:lnTo>
                  <a:lnTo>
                    <a:pt x="2766225" y="4045153"/>
                  </a:lnTo>
                  <a:lnTo>
                    <a:pt x="2766758" y="4036606"/>
                  </a:lnTo>
                  <a:lnTo>
                    <a:pt x="2790355" y="3991889"/>
                  </a:lnTo>
                  <a:lnTo>
                    <a:pt x="2833738" y="3963085"/>
                  </a:lnTo>
                  <a:lnTo>
                    <a:pt x="2838831" y="3960698"/>
                  </a:lnTo>
                  <a:lnTo>
                    <a:pt x="2908795" y="3963924"/>
                  </a:lnTo>
                  <a:lnTo>
                    <a:pt x="2940316" y="3985882"/>
                  </a:lnTo>
                  <a:lnTo>
                    <a:pt x="2960522" y="4020845"/>
                  </a:lnTo>
                  <a:lnTo>
                    <a:pt x="2967634" y="4067492"/>
                  </a:lnTo>
                  <a:lnTo>
                    <a:pt x="2967634" y="3930510"/>
                  </a:lnTo>
                  <a:lnTo>
                    <a:pt x="2935986" y="3914305"/>
                  </a:lnTo>
                  <a:lnTo>
                    <a:pt x="2887853" y="3907104"/>
                  </a:lnTo>
                  <a:lnTo>
                    <a:pt x="2850121" y="3911549"/>
                  </a:lnTo>
                  <a:lnTo>
                    <a:pt x="2818104" y="3923487"/>
                  </a:lnTo>
                  <a:lnTo>
                    <a:pt x="2817965" y="3923487"/>
                  </a:lnTo>
                  <a:lnTo>
                    <a:pt x="2791206" y="3941407"/>
                  </a:lnTo>
                  <a:lnTo>
                    <a:pt x="2770695" y="3963085"/>
                  </a:lnTo>
                  <a:lnTo>
                    <a:pt x="2768485" y="3963085"/>
                  </a:lnTo>
                  <a:lnTo>
                    <a:pt x="2780411" y="3916134"/>
                  </a:lnTo>
                  <a:lnTo>
                    <a:pt x="2802991" y="3872839"/>
                  </a:lnTo>
                  <a:lnTo>
                    <a:pt x="2836456" y="3835781"/>
                  </a:lnTo>
                  <a:lnTo>
                    <a:pt x="2881071" y="3807536"/>
                  </a:lnTo>
                  <a:lnTo>
                    <a:pt x="2937091" y="3790683"/>
                  </a:lnTo>
                  <a:lnTo>
                    <a:pt x="2964675" y="3787711"/>
                  </a:lnTo>
                  <a:lnTo>
                    <a:pt x="2966428" y="3787711"/>
                  </a:lnTo>
                  <a:lnTo>
                    <a:pt x="2975572" y="3787432"/>
                  </a:lnTo>
                  <a:lnTo>
                    <a:pt x="2986328" y="3787711"/>
                  </a:lnTo>
                  <a:lnTo>
                    <a:pt x="2986328" y="3787432"/>
                  </a:lnTo>
                  <a:lnTo>
                    <a:pt x="2986328" y="3733939"/>
                  </a:lnTo>
                  <a:lnTo>
                    <a:pt x="2938576" y="3737686"/>
                  </a:lnTo>
                  <a:lnTo>
                    <a:pt x="2894177" y="3746487"/>
                  </a:lnTo>
                  <a:lnTo>
                    <a:pt x="2853144" y="3761498"/>
                  </a:lnTo>
                  <a:lnTo>
                    <a:pt x="2816021" y="3782504"/>
                  </a:lnTo>
                  <a:lnTo>
                    <a:pt x="2783370" y="3809327"/>
                  </a:lnTo>
                  <a:lnTo>
                    <a:pt x="2756509" y="3841242"/>
                  </a:lnTo>
                  <a:lnTo>
                    <a:pt x="2733865" y="3879405"/>
                  </a:lnTo>
                  <a:lnTo>
                    <a:pt x="2716466" y="3923487"/>
                  </a:lnTo>
                  <a:lnTo>
                    <a:pt x="2705303" y="3973004"/>
                  </a:lnTo>
                  <a:lnTo>
                    <a:pt x="2701328" y="4027944"/>
                  </a:lnTo>
                  <a:lnTo>
                    <a:pt x="2701404" y="4028897"/>
                  </a:lnTo>
                  <a:lnTo>
                    <a:pt x="2705392" y="4079113"/>
                  </a:lnTo>
                  <a:lnTo>
                    <a:pt x="2717203" y="4124083"/>
                  </a:lnTo>
                  <a:lnTo>
                    <a:pt x="2736215" y="4162260"/>
                  </a:lnTo>
                  <a:lnTo>
                    <a:pt x="2761843" y="4193006"/>
                  </a:lnTo>
                  <a:lnTo>
                    <a:pt x="2793542" y="4215739"/>
                  </a:lnTo>
                  <a:lnTo>
                    <a:pt x="2830753" y="4229824"/>
                  </a:lnTo>
                  <a:lnTo>
                    <a:pt x="2872917" y="4234650"/>
                  </a:lnTo>
                  <a:lnTo>
                    <a:pt x="2919806" y="4228160"/>
                  </a:lnTo>
                  <a:lnTo>
                    <a:pt x="2959443" y="4210088"/>
                  </a:lnTo>
                  <a:lnTo>
                    <a:pt x="2989643" y="4183913"/>
                  </a:lnTo>
                  <a:lnTo>
                    <a:pt x="3014662" y="4147553"/>
                  </a:lnTo>
                  <a:lnTo>
                    <a:pt x="3029127" y="4107281"/>
                  </a:lnTo>
                  <a:lnTo>
                    <a:pt x="3034068" y="4063796"/>
                  </a:lnTo>
                  <a:close/>
                </a:path>
                <a:path w="3938270" h="10208260">
                  <a:moveTo>
                    <a:pt x="3034068" y="1823948"/>
                  </a:moveTo>
                  <a:lnTo>
                    <a:pt x="3027095" y="1771243"/>
                  </a:lnTo>
                  <a:lnTo>
                    <a:pt x="3007296" y="1727822"/>
                  </a:lnTo>
                  <a:lnTo>
                    <a:pt x="2996514" y="1716417"/>
                  </a:lnTo>
                  <a:lnTo>
                    <a:pt x="2976359" y="1695081"/>
                  </a:lnTo>
                  <a:lnTo>
                    <a:pt x="2967634" y="1690624"/>
                  </a:lnTo>
                  <a:lnTo>
                    <a:pt x="2967634" y="1827644"/>
                  </a:lnTo>
                  <a:lnTo>
                    <a:pt x="2960801" y="1875104"/>
                  </a:lnTo>
                  <a:lnTo>
                    <a:pt x="2941536" y="1911845"/>
                  </a:lnTo>
                  <a:lnTo>
                    <a:pt x="2911627" y="1935594"/>
                  </a:lnTo>
                  <a:lnTo>
                    <a:pt x="2872917" y="1944014"/>
                  </a:lnTo>
                  <a:lnTo>
                    <a:pt x="2827490" y="1933562"/>
                  </a:lnTo>
                  <a:lnTo>
                    <a:pt x="2794393" y="1904580"/>
                  </a:lnTo>
                  <a:lnTo>
                    <a:pt x="2773870" y="1860626"/>
                  </a:lnTo>
                  <a:lnTo>
                    <a:pt x="2766225" y="1805254"/>
                  </a:lnTo>
                  <a:lnTo>
                    <a:pt x="2766758" y="1796707"/>
                  </a:lnTo>
                  <a:lnTo>
                    <a:pt x="2790355" y="1752028"/>
                  </a:lnTo>
                  <a:lnTo>
                    <a:pt x="2833763" y="1723186"/>
                  </a:lnTo>
                  <a:lnTo>
                    <a:pt x="2867672" y="1716417"/>
                  </a:lnTo>
                  <a:lnTo>
                    <a:pt x="2908795" y="1724037"/>
                  </a:lnTo>
                  <a:lnTo>
                    <a:pt x="2940316" y="1746008"/>
                  </a:lnTo>
                  <a:lnTo>
                    <a:pt x="2960522" y="1780997"/>
                  </a:lnTo>
                  <a:lnTo>
                    <a:pt x="2967634" y="1827644"/>
                  </a:lnTo>
                  <a:lnTo>
                    <a:pt x="2967634" y="1690624"/>
                  </a:lnTo>
                  <a:lnTo>
                    <a:pt x="2935986" y="1674418"/>
                  </a:lnTo>
                  <a:lnTo>
                    <a:pt x="2887853" y="1667217"/>
                  </a:lnTo>
                  <a:lnTo>
                    <a:pt x="2850121" y="1671650"/>
                  </a:lnTo>
                  <a:lnTo>
                    <a:pt x="2818104" y="1683588"/>
                  </a:lnTo>
                  <a:lnTo>
                    <a:pt x="2817965" y="1683588"/>
                  </a:lnTo>
                  <a:lnTo>
                    <a:pt x="2791206" y="1701507"/>
                  </a:lnTo>
                  <a:lnTo>
                    <a:pt x="2770695" y="1723186"/>
                  </a:lnTo>
                  <a:lnTo>
                    <a:pt x="2768485" y="1723186"/>
                  </a:lnTo>
                  <a:lnTo>
                    <a:pt x="2780411" y="1676247"/>
                  </a:lnTo>
                  <a:lnTo>
                    <a:pt x="2802991" y="1632953"/>
                  </a:lnTo>
                  <a:lnTo>
                    <a:pt x="2836456" y="1595894"/>
                  </a:lnTo>
                  <a:lnTo>
                    <a:pt x="2881071" y="1567637"/>
                  </a:lnTo>
                  <a:lnTo>
                    <a:pt x="2937091" y="1550797"/>
                  </a:lnTo>
                  <a:lnTo>
                    <a:pt x="2964675" y="1547812"/>
                  </a:lnTo>
                  <a:lnTo>
                    <a:pt x="2966428" y="1547812"/>
                  </a:lnTo>
                  <a:lnTo>
                    <a:pt x="2975572" y="1547533"/>
                  </a:lnTo>
                  <a:lnTo>
                    <a:pt x="2986328" y="1547812"/>
                  </a:lnTo>
                  <a:lnTo>
                    <a:pt x="2986328" y="1547533"/>
                  </a:lnTo>
                  <a:lnTo>
                    <a:pt x="2986328" y="1494053"/>
                  </a:lnTo>
                  <a:lnTo>
                    <a:pt x="2938576" y="1497799"/>
                  </a:lnTo>
                  <a:lnTo>
                    <a:pt x="2894177" y="1506588"/>
                  </a:lnTo>
                  <a:lnTo>
                    <a:pt x="2853144" y="1521599"/>
                  </a:lnTo>
                  <a:lnTo>
                    <a:pt x="2816021" y="1542618"/>
                  </a:lnTo>
                  <a:lnTo>
                    <a:pt x="2783370" y="1569440"/>
                  </a:lnTo>
                  <a:lnTo>
                    <a:pt x="2756509" y="1601343"/>
                  </a:lnTo>
                  <a:lnTo>
                    <a:pt x="2733865" y="1639506"/>
                  </a:lnTo>
                  <a:lnTo>
                    <a:pt x="2716466" y="1683588"/>
                  </a:lnTo>
                  <a:lnTo>
                    <a:pt x="2705303" y="1733130"/>
                  </a:lnTo>
                  <a:lnTo>
                    <a:pt x="2701328" y="1788058"/>
                  </a:lnTo>
                  <a:lnTo>
                    <a:pt x="2701404" y="1789010"/>
                  </a:lnTo>
                  <a:lnTo>
                    <a:pt x="2705392" y="1839226"/>
                  </a:lnTo>
                  <a:lnTo>
                    <a:pt x="2717203" y="1884210"/>
                  </a:lnTo>
                  <a:lnTo>
                    <a:pt x="2736215" y="1922373"/>
                  </a:lnTo>
                  <a:lnTo>
                    <a:pt x="2761843" y="1953133"/>
                  </a:lnTo>
                  <a:lnTo>
                    <a:pt x="2793542" y="1975853"/>
                  </a:lnTo>
                  <a:lnTo>
                    <a:pt x="2830753" y="1989924"/>
                  </a:lnTo>
                  <a:lnTo>
                    <a:pt x="2872917" y="1994750"/>
                  </a:lnTo>
                  <a:lnTo>
                    <a:pt x="2919806" y="1988261"/>
                  </a:lnTo>
                  <a:lnTo>
                    <a:pt x="2959443" y="1970189"/>
                  </a:lnTo>
                  <a:lnTo>
                    <a:pt x="2989643" y="1944014"/>
                  </a:lnTo>
                  <a:lnTo>
                    <a:pt x="2991243" y="1942630"/>
                  </a:lnTo>
                  <a:lnTo>
                    <a:pt x="3014662" y="1907667"/>
                  </a:lnTo>
                  <a:lnTo>
                    <a:pt x="3029127" y="1867408"/>
                  </a:lnTo>
                  <a:lnTo>
                    <a:pt x="3034068" y="1823948"/>
                  </a:lnTo>
                  <a:close/>
                </a:path>
                <a:path w="3938270" h="10208260">
                  <a:moveTo>
                    <a:pt x="3042234" y="8522678"/>
                  </a:moveTo>
                  <a:lnTo>
                    <a:pt x="2974365" y="8522678"/>
                  </a:lnTo>
                  <a:lnTo>
                    <a:pt x="2974365" y="8284654"/>
                  </a:lnTo>
                  <a:lnTo>
                    <a:pt x="2974365" y="8221180"/>
                  </a:lnTo>
                  <a:lnTo>
                    <a:pt x="2914700" y="8221180"/>
                  </a:lnTo>
                  <a:lnTo>
                    <a:pt x="2914700" y="8284654"/>
                  </a:lnTo>
                  <a:lnTo>
                    <a:pt x="2913723" y="8303679"/>
                  </a:lnTo>
                  <a:lnTo>
                    <a:pt x="2912478" y="8356244"/>
                  </a:lnTo>
                  <a:lnTo>
                    <a:pt x="2912440" y="8522678"/>
                  </a:lnTo>
                  <a:lnTo>
                    <a:pt x="2753550" y="8522678"/>
                  </a:lnTo>
                  <a:lnTo>
                    <a:pt x="2753550" y="8521141"/>
                  </a:lnTo>
                  <a:lnTo>
                    <a:pt x="2872143" y="8356244"/>
                  </a:lnTo>
                  <a:lnTo>
                    <a:pt x="2882011" y="8339620"/>
                  </a:lnTo>
                  <a:lnTo>
                    <a:pt x="2891739" y="8322691"/>
                  </a:lnTo>
                  <a:lnTo>
                    <a:pt x="2901734" y="8304657"/>
                  </a:lnTo>
                  <a:lnTo>
                    <a:pt x="2912440" y="8284654"/>
                  </a:lnTo>
                  <a:lnTo>
                    <a:pt x="2914700" y="8284654"/>
                  </a:lnTo>
                  <a:lnTo>
                    <a:pt x="2914700" y="8221180"/>
                  </a:lnTo>
                  <a:lnTo>
                    <a:pt x="2903512" y="8221180"/>
                  </a:lnTo>
                  <a:lnTo>
                    <a:pt x="2687116" y="8530895"/>
                  </a:lnTo>
                  <a:lnTo>
                    <a:pt x="2687116" y="8574138"/>
                  </a:lnTo>
                  <a:lnTo>
                    <a:pt x="2912440" y="8574138"/>
                  </a:lnTo>
                  <a:lnTo>
                    <a:pt x="2912440" y="8706231"/>
                  </a:lnTo>
                  <a:lnTo>
                    <a:pt x="2974365" y="8706231"/>
                  </a:lnTo>
                  <a:lnTo>
                    <a:pt x="2974365" y="8574138"/>
                  </a:lnTo>
                  <a:lnTo>
                    <a:pt x="3042234" y="8574138"/>
                  </a:lnTo>
                  <a:lnTo>
                    <a:pt x="3042234" y="8522678"/>
                  </a:lnTo>
                  <a:close/>
                </a:path>
                <a:path w="3938270" h="10208260">
                  <a:moveTo>
                    <a:pt x="3904361" y="6308928"/>
                  </a:moveTo>
                  <a:lnTo>
                    <a:pt x="3898874" y="6266700"/>
                  </a:lnTo>
                  <a:lnTo>
                    <a:pt x="3861892" y="6204305"/>
                  </a:lnTo>
                  <a:lnTo>
                    <a:pt x="3811346" y="6172657"/>
                  </a:lnTo>
                  <a:lnTo>
                    <a:pt x="3758425" y="6159754"/>
                  </a:lnTo>
                  <a:lnTo>
                    <a:pt x="3730574" y="6158204"/>
                  </a:lnTo>
                  <a:lnTo>
                    <a:pt x="3718407" y="6158446"/>
                  </a:lnTo>
                  <a:lnTo>
                    <a:pt x="3708273" y="6159106"/>
                  </a:lnTo>
                  <a:lnTo>
                    <a:pt x="3691039" y="6161125"/>
                  </a:lnTo>
                  <a:lnTo>
                    <a:pt x="3709682" y="6036538"/>
                  </a:lnTo>
                  <a:lnTo>
                    <a:pt x="3894709" y="6036538"/>
                  </a:lnTo>
                  <a:lnTo>
                    <a:pt x="3894709" y="5981281"/>
                  </a:lnTo>
                  <a:lnTo>
                    <a:pt x="3662705" y="5981281"/>
                  </a:lnTo>
                  <a:lnTo>
                    <a:pt x="3631336" y="6214122"/>
                  </a:lnTo>
                  <a:lnTo>
                    <a:pt x="3645509" y="6212357"/>
                  </a:lnTo>
                  <a:lnTo>
                    <a:pt x="3661295" y="6210681"/>
                  </a:lnTo>
                  <a:lnTo>
                    <a:pt x="3678885" y="6209436"/>
                  </a:lnTo>
                  <a:lnTo>
                    <a:pt x="3698494" y="6208941"/>
                  </a:lnTo>
                  <a:lnTo>
                    <a:pt x="3761092" y="6216916"/>
                  </a:lnTo>
                  <a:lnTo>
                    <a:pt x="3804310" y="6239154"/>
                  </a:lnTo>
                  <a:lnTo>
                    <a:pt x="3829494" y="6273139"/>
                  </a:lnTo>
                  <a:lnTo>
                    <a:pt x="3837978" y="6316319"/>
                  </a:lnTo>
                  <a:lnTo>
                    <a:pt x="3828745" y="6360185"/>
                  </a:lnTo>
                  <a:lnTo>
                    <a:pt x="3803764" y="6393320"/>
                  </a:lnTo>
                  <a:lnTo>
                    <a:pt x="3767175" y="6414287"/>
                  </a:lnTo>
                  <a:lnTo>
                    <a:pt x="3723081" y="6421602"/>
                  </a:lnTo>
                  <a:lnTo>
                    <a:pt x="3691153" y="6419075"/>
                  </a:lnTo>
                  <a:lnTo>
                    <a:pt x="3662299" y="6412624"/>
                  </a:lnTo>
                  <a:lnTo>
                    <a:pt x="3637927" y="6403937"/>
                  </a:lnTo>
                  <a:lnTo>
                    <a:pt x="3619423" y="6394742"/>
                  </a:lnTo>
                  <a:lnTo>
                    <a:pt x="3602990" y="6444704"/>
                  </a:lnTo>
                  <a:lnTo>
                    <a:pt x="3624186" y="6455651"/>
                  </a:lnTo>
                  <a:lnTo>
                    <a:pt x="3652240" y="6465214"/>
                  </a:lnTo>
                  <a:lnTo>
                    <a:pt x="3685883" y="6471983"/>
                  </a:lnTo>
                  <a:lnTo>
                    <a:pt x="3723856" y="6474549"/>
                  </a:lnTo>
                  <a:lnTo>
                    <a:pt x="3773754" y="6468859"/>
                  </a:lnTo>
                  <a:lnTo>
                    <a:pt x="3817404" y="6452667"/>
                  </a:lnTo>
                  <a:lnTo>
                    <a:pt x="3853561" y="6427267"/>
                  </a:lnTo>
                  <a:lnTo>
                    <a:pt x="3880942" y="6393980"/>
                  </a:lnTo>
                  <a:lnTo>
                    <a:pt x="3898303" y="6354089"/>
                  </a:lnTo>
                  <a:lnTo>
                    <a:pt x="3904361" y="6308928"/>
                  </a:lnTo>
                  <a:close/>
                </a:path>
                <a:path w="3938270" h="10208260">
                  <a:moveTo>
                    <a:pt x="3905859" y="3342500"/>
                  </a:moveTo>
                  <a:lnTo>
                    <a:pt x="3897350" y="3296094"/>
                  </a:lnTo>
                  <a:lnTo>
                    <a:pt x="3874160" y="3259251"/>
                  </a:lnTo>
                  <a:lnTo>
                    <a:pt x="3839768" y="3232886"/>
                  </a:lnTo>
                  <a:lnTo>
                    <a:pt x="3797681" y="3217913"/>
                  </a:lnTo>
                  <a:lnTo>
                    <a:pt x="3797681" y="3216414"/>
                  </a:lnTo>
                  <a:lnTo>
                    <a:pt x="3836860" y="3196501"/>
                  </a:lnTo>
                  <a:lnTo>
                    <a:pt x="3864838" y="3169983"/>
                  </a:lnTo>
                  <a:lnTo>
                    <a:pt x="3881628" y="3138157"/>
                  </a:lnTo>
                  <a:lnTo>
                    <a:pt x="3887216" y="3102254"/>
                  </a:lnTo>
                  <a:lnTo>
                    <a:pt x="3878961" y="3059290"/>
                  </a:lnTo>
                  <a:lnTo>
                    <a:pt x="3853637" y="3022282"/>
                  </a:lnTo>
                  <a:lnTo>
                    <a:pt x="3810419" y="2996336"/>
                  </a:lnTo>
                  <a:lnTo>
                    <a:pt x="3748443" y="2986557"/>
                  </a:lnTo>
                  <a:lnTo>
                    <a:pt x="3710165" y="2989770"/>
                  </a:lnTo>
                  <a:lnTo>
                    <a:pt x="3674973" y="2998241"/>
                  </a:lnTo>
                  <a:lnTo>
                    <a:pt x="3644823" y="3010192"/>
                  </a:lnTo>
                  <a:lnTo>
                    <a:pt x="3621684" y="3023895"/>
                  </a:lnTo>
                  <a:lnTo>
                    <a:pt x="3638829" y="3071647"/>
                  </a:lnTo>
                  <a:lnTo>
                    <a:pt x="3657320" y="3060357"/>
                  </a:lnTo>
                  <a:lnTo>
                    <a:pt x="3680587" y="3050019"/>
                  </a:lnTo>
                  <a:lnTo>
                    <a:pt x="3707219" y="3042475"/>
                  </a:lnTo>
                  <a:lnTo>
                    <a:pt x="3735806" y="3039554"/>
                  </a:lnTo>
                  <a:lnTo>
                    <a:pt x="3774567" y="3045536"/>
                  </a:lnTo>
                  <a:lnTo>
                    <a:pt x="3800970" y="3061589"/>
                  </a:lnTo>
                  <a:lnTo>
                    <a:pt x="3816045" y="3084919"/>
                  </a:lnTo>
                  <a:lnTo>
                    <a:pt x="3820833" y="3112732"/>
                  </a:lnTo>
                  <a:lnTo>
                    <a:pt x="3810647" y="3149777"/>
                  </a:lnTo>
                  <a:lnTo>
                    <a:pt x="3784650" y="3175292"/>
                  </a:lnTo>
                  <a:lnTo>
                    <a:pt x="3749700" y="3190049"/>
                  </a:lnTo>
                  <a:lnTo>
                    <a:pt x="3712654" y="3194799"/>
                  </a:lnTo>
                  <a:lnTo>
                    <a:pt x="3676104" y="3194799"/>
                  </a:lnTo>
                  <a:lnTo>
                    <a:pt x="3676104" y="3244050"/>
                  </a:lnTo>
                  <a:lnTo>
                    <a:pt x="3712654" y="3244050"/>
                  </a:lnTo>
                  <a:lnTo>
                    <a:pt x="3758882" y="3249650"/>
                  </a:lnTo>
                  <a:lnTo>
                    <a:pt x="3798811" y="3267075"/>
                  </a:lnTo>
                  <a:lnTo>
                    <a:pt x="3826992" y="3297237"/>
                  </a:lnTo>
                  <a:lnTo>
                    <a:pt x="3837978" y="3341052"/>
                  </a:lnTo>
                  <a:lnTo>
                    <a:pt x="3832999" y="3372751"/>
                  </a:lnTo>
                  <a:lnTo>
                    <a:pt x="3815029" y="3403168"/>
                  </a:lnTo>
                  <a:lnTo>
                    <a:pt x="3781120" y="3426028"/>
                  </a:lnTo>
                  <a:lnTo>
                    <a:pt x="3728313" y="3435032"/>
                  </a:lnTo>
                  <a:lnTo>
                    <a:pt x="3694963" y="3431933"/>
                  </a:lnTo>
                  <a:lnTo>
                    <a:pt x="3664547" y="3424224"/>
                  </a:lnTo>
                  <a:lnTo>
                    <a:pt x="3639159" y="3414280"/>
                  </a:lnTo>
                  <a:lnTo>
                    <a:pt x="3620909" y="3404476"/>
                  </a:lnTo>
                  <a:lnTo>
                    <a:pt x="3602990" y="3455212"/>
                  </a:lnTo>
                  <a:lnTo>
                    <a:pt x="3625113" y="3466960"/>
                  </a:lnTo>
                  <a:lnTo>
                    <a:pt x="3654564" y="3477501"/>
                  </a:lnTo>
                  <a:lnTo>
                    <a:pt x="3689756" y="3485108"/>
                  </a:lnTo>
                  <a:lnTo>
                    <a:pt x="3729088" y="3488029"/>
                  </a:lnTo>
                  <a:lnTo>
                    <a:pt x="3782580" y="3482644"/>
                  </a:lnTo>
                  <a:lnTo>
                    <a:pt x="3826624" y="3467544"/>
                  </a:lnTo>
                  <a:lnTo>
                    <a:pt x="3861104" y="3444367"/>
                  </a:lnTo>
                  <a:lnTo>
                    <a:pt x="3885882" y="3414712"/>
                  </a:lnTo>
                  <a:lnTo>
                    <a:pt x="3900843" y="3380219"/>
                  </a:lnTo>
                  <a:lnTo>
                    <a:pt x="3905859" y="3342500"/>
                  </a:lnTo>
                  <a:close/>
                </a:path>
                <a:path w="3938270" h="10208260">
                  <a:moveTo>
                    <a:pt x="3905859" y="355993"/>
                  </a:moveTo>
                  <a:lnTo>
                    <a:pt x="3897350" y="309549"/>
                  </a:lnTo>
                  <a:lnTo>
                    <a:pt x="3874160" y="272707"/>
                  </a:lnTo>
                  <a:lnTo>
                    <a:pt x="3839768" y="246341"/>
                  </a:lnTo>
                  <a:lnTo>
                    <a:pt x="3797681" y="231394"/>
                  </a:lnTo>
                  <a:lnTo>
                    <a:pt x="3797681" y="229908"/>
                  </a:lnTo>
                  <a:lnTo>
                    <a:pt x="3836860" y="209956"/>
                  </a:lnTo>
                  <a:lnTo>
                    <a:pt x="3864838" y="183438"/>
                  </a:lnTo>
                  <a:lnTo>
                    <a:pt x="3881628" y="151625"/>
                  </a:lnTo>
                  <a:lnTo>
                    <a:pt x="3887216" y="115747"/>
                  </a:lnTo>
                  <a:lnTo>
                    <a:pt x="3878961" y="72771"/>
                  </a:lnTo>
                  <a:lnTo>
                    <a:pt x="3853637" y="35750"/>
                  </a:lnTo>
                  <a:lnTo>
                    <a:pt x="3810419" y="9791"/>
                  </a:lnTo>
                  <a:lnTo>
                    <a:pt x="3748443" y="0"/>
                  </a:lnTo>
                  <a:lnTo>
                    <a:pt x="3710165" y="3213"/>
                  </a:lnTo>
                  <a:lnTo>
                    <a:pt x="3674973" y="11684"/>
                  </a:lnTo>
                  <a:lnTo>
                    <a:pt x="3644823" y="23672"/>
                  </a:lnTo>
                  <a:lnTo>
                    <a:pt x="3621684" y="37426"/>
                  </a:lnTo>
                  <a:lnTo>
                    <a:pt x="3638829" y="85140"/>
                  </a:lnTo>
                  <a:lnTo>
                    <a:pt x="3657320" y="73837"/>
                  </a:lnTo>
                  <a:lnTo>
                    <a:pt x="3680587" y="63512"/>
                  </a:lnTo>
                  <a:lnTo>
                    <a:pt x="3707219" y="55968"/>
                  </a:lnTo>
                  <a:lnTo>
                    <a:pt x="3735806" y="53047"/>
                  </a:lnTo>
                  <a:lnTo>
                    <a:pt x="3774567" y="59016"/>
                  </a:lnTo>
                  <a:lnTo>
                    <a:pt x="3800970" y="75057"/>
                  </a:lnTo>
                  <a:lnTo>
                    <a:pt x="3816045" y="98386"/>
                  </a:lnTo>
                  <a:lnTo>
                    <a:pt x="3820833" y="126225"/>
                  </a:lnTo>
                  <a:lnTo>
                    <a:pt x="3810647" y="163258"/>
                  </a:lnTo>
                  <a:lnTo>
                    <a:pt x="3784650" y="188760"/>
                  </a:lnTo>
                  <a:lnTo>
                    <a:pt x="3749700" y="203504"/>
                  </a:lnTo>
                  <a:lnTo>
                    <a:pt x="3712654" y="208241"/>
                  </a:lnTo>
                  <a:lnTo>
                    <a:pt x="3676104" y="208241"/>
                  </a:lnTo>
                  <a:lnTo>
                    <a:pt x="3676104" y="257441"/>
                  </a:lnTo>
                  <a:lnTo>
                    <a:pt x="3712654" y="257441"/>
                  </a:lnTo>
                  <a:lnTo>
                    <a:pt x="3758882" y="263055"/>
                  </a:lnTo>
                  <a:lnTo>
                    <a:pt x="3798811" y="280504"/>
                  </a:lnTo>
                  <a:lnTo>
                    <a:pt x="3826992" y="310692"/>
                  </a:lnTo>
                  <a:lnTo>
                    <a:pt x="3837978" y="354495"/>
                  </a:lnTo>
                  <a:lnTo>
                    <a:pt x="3832999" y="386207"/>
                  </a:lnTo>
                  <a:lnTo>
                    <a:pt x="3815029" y="416623"/>
                  </a:lnTo>
                  <a:lnTo>
                    <a:pt x="3781120" y="439470"/>
                  </a:lnTo>
                  <a:lnTo>
                    <a:pt x="3728313" y="448475"/>
                  </a:lnTo>
                  <a:lnTo>
                    <a:pt x="3694963" y="445389"/>
                  </a:lnTo>
                  <a:lnTo>
                    <a:pt x="3664547" y="437705"/>
                  </a:lnTo>
                  <a:lnTo>
                    <a:pt x="3639159" y="427786"/>
                  </a:lnTo>
                  <a:lnTo>
                    <a:pt x="3620909" y="417969"/>
                  </a:lnTo>
                  <a:lnTo>
                    <a:pt x="3602990" y="468655"/>
                  </a:lnTo>
                  <a:lnTo>
                    <a:pt x="3625113" y="480441"/>
                  </a:lnTo>
                  <a:lnTo>
                    <a:pt x="3654564" y="490982"/>
                  </a:lnTo>
                  <a:lnTo>
                    <a:pt x="3689756" y="498563"/>
                  </a:lnTo>
                  <a:lnTo>
                    <a:pt x="3729088" y="501472"/>
                  </a:lnTo>
                  <a:lnTo>
                    <a:pt x="3782580" y="496087"/>
                  </a:lnTo>
                  <a:lnTo>
                    <a:pt x="3826624" y="480999"/>
                  </a:lnTo>
                  <a:lnTo>
                    <a:pt x="3861104" y="457835"/>
                  </a:lnTo>
                  <a:lnTo>
                    <a:pt x="3885882" y="428193"/>
                  </a:lnTo>
                  <a:lnTo>
                    <a:pt x="3900843" y="393712"/>
                  </a:lnTo>
                  <a:lnTo>
                    <a:pt x="3905859" y="355993"/>
                  </a:lnTo>
                  <a:close/>
                </a:path>
                <a:path w="3938270" h="10208260">
                  <a:moveTo>
                    <a:pt x="3914838" y="10145014"/>
                  </a:moveTo>
                  <a:lnTo>
                    <a:pt x="3696995" y="10145014"/>
                  </a:lnTo>
                  <a:lnTo>
                    <a:pt x="3696995" y="10143528"/>
                  </a:lnTo>
                  <a:lnTo>
                    <a:pt x="3735806" y="10107739"/>
                  </a:lnTo>
                  <a:lnTo>
                    <a:pt x="3783660" y="10060470"/>
                  </a:lnTo>
                  <a:lnTo>
                    <a:pt x="3824541" y="10016350"/>
                  </a:lnTo>
                  <a:lnTo>
                    <a:pt x="3857688" y="9974174"/>
                  </a:lnTo>
                  <a:lnTo>
                    <a:pt x="3882301" y="9932746"/>
                  </a:lnTo>
                  <a:lnTo>
                    <a:pt x="3897642" y="9890823"/>
                  </a:lnTo>
                  <a:lnTo>
                    <a:pt x="3902926" y="9847224"/>
                  </a:lnTo>
                  <a:lnTo>
                    <a:pt x="3897503" y="9805924"/>
                  </a:lnTo>
                  <a:lnTo>
                    <a:pt x="3880739" y="9767646"/>
                  </a:lnTo>
                  <a:lnTo>
                    <a:pt x="3851821" y="9735922"/>
                  </a:lnTo>
                  <a:lnTo>
                    <a:pt x="3809987" y="9714293"/>
                  </a:lnTo>
                  <a:lnTo>
                    <a:pt x="3754450" y="9706292"/>
                  </a:lnTo>
                  <a:lnTo>
                    <a:pt x="3714115" y="9710001"/>
                  </a:lnTo>
                  <a:lnTo>
                    <a:pt x="3677412" y="9720288"/>
                  </a:lnTo>
                  <a:lnTo>
                    <a:pt x="3644912" y="9735871"/>
                  </a:lnTo>
                  <a:lnTo>
                    <a:pt x="3617163" y="9755492"/>
                  </a:lnTo>
                  <a:lnTo>
                    <a:pt x="3638054" y="9801720"/>
                  </a:lnTo>
                  <a:lnTo>
                    <a:pt x="3657396" y="9787496"/>
                  </a:lnTo>
                  <a:lnTo>
                    <a:pt x="3681425" y="9774288"/>
                  </a:lnTo>
                  <a:lnTo>
                    <a:pt x="3709505" y="9764573"/>
                  </a:lnTo>
                  <a:lnTo>
                    <a:pt x="3741001" y="9760775"/>
                  </a:lnTo>
                  <a:lnTo>
                    <a:pt x="3786568" y="9768662"/>
                  </a:lnTo>
                  <a:lnTo>
                    <a:pt x="3816248" y="9789681"/>
                  </a:lnTo>
                  <a:lnTo>
                    <a:pt x="3832364" y="9819932"/>
                  </a:lnTo>
                  <a:lnTo>
                    <a:pt x="3837216" y="9855479"/>
                  </a:lnTo>
                  <a:lnTo>
                    <a:pt x="3832199" y="9891509"/>
                  </a:lnTo>
                  <a:lnTo>
                    <a:pt x="3817620" y="9927615"/>
                  </a:lnTo>
                  <a:lnTo>
                    <a:pt x="3793147" y="9965614"/>
                  </a:lnTo>
                  <a:lnTo>
                    <a:pt x="3758400" y="10007333"/>
                  </a:lnTo>
                  <a:lnTo>
                    <a:pt x="3713035" y="10054603"/>
                  </a:lnTo>
                  <a:lnTo>
                    <a:pt x="3605199" y="10159149"/>
                  </a:lnTo>
                  <a:lnTo>
                    <a:pt x="3605199" y="10199510"/>
                  </a:lnTo>
                  <a:lnTo>
                    <a:pt x="3914838" y="10199510"/>
                  </a:lnTo>
                  <a:lnTo>
                    <a:pt x="3914838" y="10145014"/>
                  </a:lnTo>
                  <a:close/>
                </a:path>
                <a:path w="3938270" h="10208260">
                  <a:moveTo>
                    <a:pt x="3914838" y="8651735"/>
                  </a:moveTo>
                  <a:lnTo>
                    <a:pt x="3696995" y="8651735"/>
                  </a:lnTo>
                  <a:lnTo>
                    <a:pt x="3696995" y="8650300"/>
                  </a:lnTo>
                  <a:lnTo>
                    <a:pt x="3735806" y="8614448"/>
                  </a:lnTo>
                  <a:lnTo>
                    <a:pt x="3783660" y="8567179"/>
                  </a:lnTo>
                  <a:lnTo>
                    <a:pt x="3824541" y="8523059"/>
                  </a:lnTo>
                  <a:lnTo>
                    <a:pt x="3857688" y="8480895"/>
                  </a:lnTo>
                  <a:lnTo>
                    <a:pt x="3882301" y="8439467"/>
                  </a:lnTo>
                  <a:lnTo>
                    <a:pt x="3897642" y="8397583"/>
                  </a:lnTo>
                  <a:lnTo>
                    <a:pt x="3902926" y="8354034"/>
                  </a:lnTo>
                  <a:lnTo>
                    <a:pt x="3897503" y="8312721"/>
                  </a:lnTo>
                  <a:lnTo>
                    <a:pt x="3880739" y="8274418"/>
                  </a:lnTo>
                  <a:lnTo>
                    <a:pt x="3851821" y="8242668"/>
                  </a:lnTo>
                  <a:lnTo>
                    <a:pt x="3809987" y="8221015"/>
                  </a:lnTo>
                  <a:lnTo>
                    <a:pt x="3754450" y="8213014"/>
                  </a:lnTo>
                  <a:lnTo>
                    <a:pt x="3714115" y="8216722"/>
                  </a:lnTo>
                  <a:lnTo>
                    <a:pt x="3677412" y="8227009"/>
                  </a:lnTo>
                  <a:lnTo>
                    <a:pt x="3644912" y="8242605"/>
                  </a:lnTo>
                  <a:lnTo>
                    <a:pt x="3617163" y="8262264"/>
                  </a:lnTo>
                  <a:lnTo>
                    <a:pt x="3638054" y="8308480"/>
                  </a:lnTo>
                  <a:lnTo>
                    <a:pt x="3657396" y="8294217"/>
                  </a:lnTo>
                  <a:lnTo>
                    <a:pt x="3681425" y="8280997"/>
                  </a:lnTo>
                  <a:lnTo>
                    <a:pt x="3709505" y="8271281"/>
                  </a:lnTo>
                  <a:lnTo>
                    <a:pt x="3741001" y="8267497"/>
                  </a:lnTo>
                  <a:lnTo>
                    <a:pt x="3786568" y="8275383"/>
                  </a:lnTo>
                  <a:lnTo>
                    <a:pt x="3816248" y="8296402"/>
                  </a:lnTo>
                  <a:lnTo>
                    <a:pt x="3832364" y="8326653"/>
                  </a:lnTo>
                  <a:lnTo>
                    <a:pt x="3837216" y="8362201"/>
                  </a:lnTo>
                  <a:lnTo>
                    <a:pt x="3832199" y="8398218"/>
                  </a:lnTo>
                  <a:lnTo>
                    <a:pt x="3817620" y="8434324"/>
                  </a:lnTo>
                  <a:lnTo>
                    <a:pt x="3793147" y="8472322"/>
                  </a:lnTo>
                  <a:lnTo>
                    <a:pt x="3758400" y="8514042"/>
                  </a:lnTo>
                  <a:lnTo>
                    <a:pt x="3713035" y="8561311"/>
                  </a:lnTo>
                  <a:lnTo>
                    <a:pt x="3605199" y="8665959"/>
                  </a:lnTo>
                  <a:lnTo>
                    <a:pt x="3605199" y="8706231"/>
                  </a:lnTo>
                  <a:lnTo>
                    <a:pt x="3914838" y="8706231"/>
                  </a:lnTo>
                  <a:lnTo>
                    <a:pt x="3914838" y="8651735"/>
                  </a:lnTo>
                  <a:close/>
                </a:path>
                <a:path w="3938270" h="10208260">
                  <a:moveTo>
                    <a:pt x="3914838" y="5665228"/>
                  </a:moveTo>
                  <a:lnTo>
                    <a:pt x="3696995" y="5665228"/>
                  </a:lnTo>
                  <a:lnTo>
                    <a:pt x="3696995" y="5663781"/>
                  </a:lnTo>
                  <a:lnTo>
                    <a:pt x="3735806" y="5627941"/>
                  </a:lnTo>
                  <a:lnTo>
                    <a:pt x="3783660" y="5580672"/>
                  </a:lnTo>
                  <a:lnTo>
                    <a:pt x="3824541" y="5536539"/>
                  </a:lnTo>
                  <a:lnTo>
                    <a:pt x="3857688" y="5494363"/>
                  </a:lnTo>
                  <a:lnTo>
                    <a:pt x="3882301" y="5452923"/>
                  </a:lnTo>
                  <a:lnTo>
                    <a:pt x="3897642" y="5411025"/>
                  </a:lnTo>
                  <a:lnTo>
                    <a:pt x="3902926" y="5367477"/>
                  </a:lnTo>
                  <a:lnTo>
                    <a:pt x="3897503" y="5326164"/>
                  </a:lnTo>
                  <a:lnTo>
                    <a:pt x="3880739" y="5287861"/>
                  </a:lnTo>
                  <a:lnTo>
                    <a:pt x="3851821" y="5256111"/>
                  </a:lnTo>
                  <a:lnTo>
                    <a:pt x="3809987" y="5234457"/>
                  </a:lnTo>
                  <a:lnTo>
                    <a:pt x="3754450" y="5226456"/>
                  </a:lnTo>
                  <a:lnTo>
                    <a:pt x="3714115" y="5230165"/>
                  </a:lnTo>
                  <a:lnTo>
                    <a:pt x="3677412" y="5240452"/>
                  </a:lnTo>
                  <a:lnTo>
                    <a:pt x="3644912" y="5256073"/>
                  </a:lnTo>
                  <a:lnTo>
                    <a:pt x="3617163" y="5275758"/>
                  </a:lnTo>
                  <a:lnTo>
                    <a:pt x="3638054" y="5321973"/>
                  </a:lnTo>
                  <a:lnTo>
                    <a:pt x="3657396" y="5307711"/>
                  </a:lnTo>
                  <a:lnTo>
                    <a:pt x="3681425" y="5294490"/>
                  </a:lnTo>
                  <a:lnTo>
                    <a:pt x="3709505" y="5284775"/>
                  </a:lnTo>
                  <a:lnTo>
                    <a:pt x="3741001" y="5280990"/>
                  </a:lnTo>
                  <a:lnTo>
                    <a:pt x="3786568" y="5288864"/>
                  </a:lnTo>
                  <a:lnTo>
                    <a:pt x="3816248" y="5309895"/>
                  </a:lnTo>
                  <a:lnTo>
                    <a:pt x="3832364" y="5340134"/>
                  </a:lnTo>
                  <a:lnTo>
                    <a:pt x="3837216" y="5375694"/>
                  </a:lnTo>
                  <a:lnTo>
                    <a:pt x="3832199" y="5411711"/>
                  </a:lnTo>
                  <a:lnTo>
                    <a:pt x="3817620" y="5447804"/>
                  </a:lnTo>
                  <a:lnTo>
                    <a:pt x="3793147" y="5485803"/>
                  </a:lnTo>
                  <a:lnTo>
                    <a:pt x="3758400" y="5527522"/>
                  </a:lnTo>
                  <a:lnTo>
                    <a:pt x="3713035" y="5574792"/>
                  </a:lnTo>
                  <a:lnTo>
                    <a:pt x="3605199" y="5679452"/>
                  </a:lnTo>
                  <a:lnTo>
                    <a:pt x="3605199" y="5719711"/>
                  </a:lnTo>
                  <a:lnTo>
                    <a:pt x="3914838" y="5719711"/>
                  </a:lnTo>
                  <a:lnTo>
                    <a:pt x="3914838" y="5665228"/>
                  </a:lnTo>
                  <a:close/>
                </a:path>
                <a:path w="3938270" h="10208260">
                  <a:moveTo>
                    <a:pt x="3920071" y="754875"/>
                  </a:moveTo>
                  <a:lnTo>
                    <a:pt x="3614191" y="754875"/>
                  </a:lnTo>
                  <a:lnTo>
                    <a:pt x="3614191" y="809371"/>
                  </a:lnTo>
                  <a:lnTo>
                    <a:pt x="3851427" y="809371"/>
                  </a:lnTo>
                  <a:lnTo>
                    <a:pt x="3851427" y="810856"/>
                  </a:lnTo>
                  <a:lnTo>
                    <a:pt x="3641039" y="1239926"/>
                  </a:lnTo>
                  <a:lnTo>
                    <a:pt x="3708958" y="1239926"/>
                  </a:lnTo>
                  <a:lnTo>
                    <a:pt x="3920071" y="798169"/>
                  </a:lnTo>
                  <a:lnTo>
                    <a:pt x="3920071" y="754875"/>
                  </a:lnTo>
                  <a:close/>
                </a:path>
                <a:path w="3938270" h="10208260">
                  <a:moveTo>
                    <a:pt x="3926802" y="7826807"/>
                  </a:moveTo>
                  <a:lnTo>
                    <a:pt x="3920020" y="7785709"/>
                  </a:lnTo>
                  <a:lnTo>
                    <a:pt x="3900589" y="7750975"/>
                  </a:lnTo>
                  <a:lnTo>
                    <a:pt x="3869817" y="7722819"/>
                  </a:lnTo>
                  <a:lnTo>
                    <a:pt x="3860368" y="7717866"/>
                  </a:lnTo>
                  <a:lnTo>
                    <a:pt x="3860368" y="7833487"/>
                  </a:lnTo>
                  <a:lnTo>
                    <a:pt x="3853497" y="7868120"/>
                  </a:lnTo>
                  <a:lnTo>
                    <a:pt x="3833977" y="7895526"/>
                  </a:lnTo>
                  <a:lnTo>
                    <a:pt x="3803396" y="7913573"/>
                  </a:lnTo>
                  <a:lnTo>
                    <a:pt x="3763378" y="7920063"/>
                  </a:lnTo>
                  <a:lnTo>
                    <a:pt x="3721798" y="7912544"/>
                  </a:lnTo>
                  <a:lnTo>
                    <a:pt x="3690848" y="7892288"/>
                  </a:lnTo>
                  <a:lnTo>
                    <a:pt x="3671913" y="7862786"/>
                  </a:lnTo>
                  <a:lnTo>
                    <a:pt x="3666401" y="7827531"/>
                  </a:lnTo>
                  <a:lnTo>
                    <a:pt x="3666528" y="7826807"/>
                  </a:lnTo>
                  <a:lnTo>
                    <a:pt x="3672078" y="7794688"/>
                  </a:lnTo>
                  <a:lnTo>
                    <a:pt x="3688791" y="7766367"/>
                  </a:lnTo>
                  <a:lnTo>
                    <a:pt x="3716134" y="7743609"/>
                  </a:lnTo>
                  <a:lnTo>
                    <a:pt x="3753675" y="7727582"/>
                  </a:lnTo>
                  <a:lnTo>
                    <a:pt x="3797795" y="7743609"/>
                  </a:lnTo>
                  <a:lnTo>
                    <a:pt x="3831653" y="7765415"/>
                  </a:lnTo>
                  <a:lnTo>
                    <a:pt x="3852926" y="7794688"/>
                  </a:lnTo>
                  <a:lnTo>
                    <a:pt x="3860368" y="7833487"/>
                  </a:lnTo>
                  <a:lnTo>
                    <a:pt x="3860368" y="7717866"/>
                  </a:lnTo>
                  <a:lnTo>
                    <a:pt x="3829050" y="7701445"/>
                  </a:lnTo>
                  <a:lnTo>
                    <a:pt x="3829050" y="7699184"/>
                  </a:lnTo>
                  <a:lnTo>
                    <a:pt x="3858399" y="7680553"/>
                  </a:lnTo>
                  <a:lnTo>
                    <a:pt x="3866680" y="7675283"/>
                  </a:lnTo>
                  <a:lnTo>
                    <a:pt x="3891318" y="7647241"/>
                  </a:lnTo>
                  <a:lnTo>
                    <a:pt x="3904754" y="7616825"/>
                  </a:lnTo>
                  <a:lnTo>
                    <a:pt x="3908831" y="7585748"/>
                  </a:lnTo>
                  <a:lnTo>
                    <a:pt x="3903192" y="7550124"/>
                  </a:lnTo>
                  <a:lnTo>
                    <a:pt x="3886276" y="7517612"/>
                  </a:lnTo>
                  <a:lnTo>
                    <a:pt x="3881818" y="7513383"/>
                  </a:lnTo>
                  <a:lnTo>
                    <a:pt x="3858082" y="7490968"/>
                  </a:lnTo>
                  <a:lnTo>
                    <a:pt x="3846195" y="7485545"/>
                  </a:lnTo>
                  <a:lnTo>
                    <a:pt x="3846195" y="7592479"/>
                  </a:lnTo>
                  <a:lnTo>
                    <a:pt x="3840530" y="7622807"/>
                  </a:lnTo>
                  <a:lnTo>
                    <a:pt x="3824922" y="7647686"/>
                  </a:lnTo>
                  <a:lnTo>
                    <a:pt x="3801491" y="7666977"/>
                  </a:lnTo>
                  <a:lnTo>
                    <a:pt x="3772319" y="7680553"/>
                  </a:lnTo>
                  <a:lnTo>
                    <a:pt x="3734143" y="7666977"/>
                  </a:lnTo>
                  <a:lnTo>
                    <a:pt x="3705123" y="7648346"/>
                  </a:lnTo>
                  <a:lnTo>
                    <a:pt x="3686441" y="7623327"/>
                  </a:lnTo>
                  <a:lnTo>
                    <a:pt x="3686327" y="7622807"/>
                  </a:lnTo>
                  <a:lnTo>
                    <a:pt x="3679850" y="7590980"/>
                  </a:lnTo>
                  <a:lnTo>
                    <a:pt x="3685362" y="7561224"/>
                  </a:lnTo>
                  <a:lnTo>
                    <a:pt x="3701580" y="7536510"/>
                  </a:lnTo>
                  <a:lnTo>
                    <a:pt x="3727996" y="7519632"/>
                  </a:lnTo>
                  <a:lnTo>
                    <a:pt x="3764153" y="7513383"/>
                  </a:lnTo>
                  <a:lnTo>
                    <a:pt x="3801834" y="7520292"/>
                  </a:lnTo>
                  <a:lnTo>
                    <a:pt x="3827272" y="7538377"/>
                  </a:lnTo>
                  <a:lnTo>
                    <a:pt x="3841661" y="7563739"/>
                  </a:lnTo>
                  <a:lnTo>
                    <a:pt x="3846195" y="7592479"/>
                  </a:lnTo>
                  <a:lnTo>
                    <a:pt x="3846195" y="7485545"/>
                  </a:lnTo>
                  <a:lnTo>
                    <a:pt x="3818610" y="7472959"/>
                  </a:lnTo>
                  <a:lnTo>
                    <a:pt x="3767848" y="7466355"/>
                  </a:lnTo>
                  <a:lnTo>
                    <a:pt x="3719614" y="7472400"/>
                  </a:lnTo>
                  <a:lnTo>
                    <a:pt x="3678351" y="7489672"/>
                  </a:lnTo>
                  <a:lnTo>
                    <a:pt x="3646220" y="7516825"/>
                  </a:lnTo>
                  <a:lnTo>
                    <a:pt x="3625367" y="7552525"/>
                  </a:lnTo>
                  <a:lnTo>
                    <a:pt x="3617938" y="7595451"/>
                  </a:lnTo>
                  <a:lnTo>
                    <a:pt x="3622383" y="7626566"/>
                  </a:lnTo>
                  <a:lnTo>
                    <a:pt x="3636200" y="7656106"/>
                  </a:lnTo>
                  <a:lnTo>
                    <a:pt x="3660089" y="7682560"/>
                  </a:lnTo>
                  <a:lnTo>
                    <a:pt x="3694747" y="7704429"/>
                  </a:lnTo>
                  <a:lnTo>
                    <a:pt x="3695509" y="7706690"/>
                  </a:lnTo>
                  <a:lnTo>
                    <a:pt x="3655288" y="7729055"/>
                  </a:lnTo>
                  <a:lnTo>
                    <a:pt x="3625011" y="7758163"/>
                  </a:lnTo>
                  <a:lnTo>
                    <a:pt x="3605936" y="7793977"/>
                  </a:lnTo>
                  <a:lnTo>
                    <a:pt x="3599294" y="7836509"/>
                  </a:lnTo>
                  <a:lnTo>
                    <a:pt x="3606469" y="7877378"/>
                  </a:lnTo>
                  <a:lnTo>
                    <a:pt x="3627310" y="7913344"/>
                  </a:lnTo>
                  <a:lnTo>
                    <a:pt x="3660838" y="7942008"/>
                  </a:lnTo>
                  <a:lnTo>
                    <a:pt x="3706025" y="7960969"/>
                  </a:lnTo>
                  <a:lnTo>
                    <a:pt x="3761892" y="7967827"/>
                  </a:lnTo>
                  <a:lnTo>
                    <a:pt x="3814572" y="7961249"/>
                  </a:lnTo>
                  <a:lnTo>
                    <a:pt x="3859911" y="7942478"/>
                  </a:lnTo>
                  <a:lnTo>
                    <a:pt x="3886771" y="7920063"/>
                  </a:lnTo>
                  <a:lnTo>
                    <a:pt x="3895394" y="7912875"/>
                  </a:lnTo>
                  <a:lnTo>
                    <a:pt x="3918534" y="7873847"/>
                  </a:lnTo>
                  <a:lnTo>
                    <a:pt x="3926802" y="7826807"/>
                  </a:lnTo>
                  <a:close/>
                </a:path>
                <a:path w="3938270" h="10208260">
                  <a:moveTo>
                    <a:pt x="3927513" y="2485466"/>
                  </a:moveTo>
                  <a:lnTo>
                    <a:pt x="3923995" y="2423210"/>
                  </a:lnTo>
                  <a:lnTo>
                    <a:pt x="3913594" y="2369223"/>
                  </a:lnTo>
                  <a:lnTo>
                    <a:pt x="3896804" y="2324608"/>
                  </a:lnTo>
                  <a:lnTo>
                    <a:pt x="3874947" y="2290686"/>
                  </a:lnTo>
                  <a:lnTo>
                    <a:pt x="3861854" y="2277897"/>
                  </a:lnTo>
                  <a:lnTo>
                    <a:pt x="3861854" y="2488450"/>
                  </a:lnTo>
                  <a:lnTo>
                    <a:pt x="3857980" y="2557043"/>
                  </a:lnTo>
                  <a:lnTo>
                    <a:pt x="3846284" y="2613139"/>
                  </a:lnTo>
                  <a:lnTo>
                    <a:pt x="3826586" y="2655163"/>
                  </a:lnTo>
                  <a:lnTo>
                    <a:pt x="3798760" y="2681541"/>
                  </a:lnTo>
                  <a:lnTo>
                    <a:pt x="3762667" y="2690685"/>
                  </a:lnTo>
                  <a:lnTo>
                    <a:pt x="3729494" y="2682227"/>
                  </a:lnTo>
                  <a:lnTo>
                    <a:pt x="3702202" y="2657386"/>
                  </a:lnTo>
                  <a:lnTo>
                    <a:pt x="3681653" y="2617012"/>
                  </a:lnTo>
                  <a:lnTo>
                    <a:pt x="3668699" y="2561920"/>
                  </a:lnTo>
                  <a:lnTo>
                    <a:pt x="3664191" y="2492921"/>
                  </a:lnTo>
                  <a:lnTo>
                    <a:pt x="3664242" y="2492197"/>
                  </a:lnTo>
                  <a:lnTo>
                    <a:pt x="3668992" y="2421178"/>
                  </a:lnTo>
                  <a:lnTo>
                    <a:pt x="3682555" y="2364689"/>
                  </a:lnTo>
                  <a:lnTo>
                    <a:pt x="3703650" y="2323846"/>
                  </a:lnTo>
                  <a:lnTo>
                    <a:pt x="3731006" y="2299043"/>
                  </a:lnTo>
                  <a:lnTo>
                    <a:pt x="3763378" y="2290686"/>
                  </a:lnTo>
                  <a:lnTo>
                    <a:pt x="3799713" y="2299792"/>
                  </a:lnTo>
                  <a:lnTo>
                    <a:pt x="3827386" y="2325903"/>
                  </a:lnTo>
                  <a:lnTo>
                    <a:pt x="3846753" y="2367254"/>
                  </a:lnTo>
                  <a:lnTo>
                    <a:pt x="3858133" y="2422029"/>
                  </a:lnTo>
                  <a:lnTo>
                    <a:pt x="3858196" y="2423210"/>
                  </a:lnTo>
                  <a:lnTo>
                    <a:pt x="3861854" y="2488450"/>
                  </a:lnTo>
                  <a:lnTo>
                    <a:pt x="3861854" y="2277897"/>
                  </a:lnTo>
                  <a:lnTo>
                    <a:pt x="3843401" y="2261489"/>
                  </a:lnTo>
                  <a:lnTo>
                    <a:pt x="3808057" y="2245385"/>
                  </a:lnTo>
                  <a:lnTo>
                    <a:pt x="3807764" y="2245385"/>
                  </a:lnTo>
                  <a:lnTo>
                    <a:pt x="3767124" y="2239949"/>
                  </a:lnTo>
                  <a:lnTo>
                    <a:pt x="3726789" y="2245385"/>
                  </a:lnTo>
                  <a:lnTo>
                    <a:pt x="3690645" y="2261489"/>
                  </a:lnTo>
                  <a:lnTo>
                    <a:pt x="3659517" y="2287930"/>
                  </a:lnTo>
                  <a:lnTo>
                    <a:pt x="3633876" y="2324608"/>
                  </a:lnTo>
                  <a:lnTo>
                    <a:pt x="3614724" y="2371039"/>
                  </a:lnTo>
                  <a:lnTo>
                    <a:pt x="3602698" y="2426995"/>
                  </a:lnTo>
                  <a:lnTo>
                    <a:pt x="3598532" y="2492197"/>
                  </a:lnTo>
                  <a:lnTo>
                    <a:pt x="3598583" y="2492921"/>
                  </a:lnTo>
                  <a:lnTo>
                    <a:pt x="3602913" y="2556510"/>
                  </a:lnTo>
                  <a:lnTo>
                    <a:pt x="3614407" y="2611767"/>
                  </a:lnTo>
                  <a:lnTo>
                    <a:pt x="3632454" y="2657640"/>
                  </a:lnTo>
                  <a:lnTo>
                    <a:pt x="3656495" y="2693847"/>
                  </a:lnTo>
                  <a:lnTo>
                    <a:pt x="3685959" y="2720073"/>
                  </a:lnTo>
                  <a:lnTo>
                    <a:pt x="3758920" y="2741422"/>
                  </a:lnTo>
                  <a:lnTo>
                    <a:pt x="3796995" y="2737180"/>
                  </a:lnTo>
                  <a:lnTo>
                    <a:pt x="3830574" y="2724620"/>
                  </a:lnTo>
                  <a:lnTo>
                    <a:pt x="3859466" y="2703919"/>
                  </a:lnTo>
                  <a:lnTo>
                    <a:pt x="3870566" y="2690685"/>
                  </a:lnTo>
                  <a:lnTo>
                    <a:pt x="3883495" y="2675280"/>
                  </a:lnTo>
                  <a:lnTo>
                    <a:pt x="3902494" y="2638920"/>
                  </a:lnTo>
                  <a:lnTo>
                    <a:pt x="3916273" y="2595029"/>
                  </a:lnTo>
                  <a:lnTo>
                    <a:pt x="3924681" y="2543810"/>
                  </a:lnTo>
                  <a:lnTo>
                    <a:pt x="3927513" y="2485466"/>
                  </a:lnTo>
                  <a:close/>
                </a:path>
                <a:path w="3938270" h="10208260">
                  <a:moveTo>
                    <a:pt x="3927513" y="1738858"/>
                  </a:moveTo>
                  <a:lnTo>
                    <a:pt x="3923995" y="1676603"/>
                  </a:lnTo>
                  <a:lnTo>
                    <a:pt x="3913594" y="1622602"/>
                  </a:lnTo>
                  <a:lnTo>
                    <a:pt x="3896563" y="1577340"/>
                  </a:lnTo>
                  <a:lnTo>
                    <a:pt x="3896474" y="1577213"/>
                  </a:lnTo>
                  <a:lnTo>
                    <a:pt x="3874947" y="1544066"/>
                  </a:lnTo>
                  <a:lnTo>
                    <a:pt x="3873157" y="1541310"/>
                  </a:lnTo>
                  <a:lnTo>
                    <a:pt x="3861854" y="1531277"/>
                  </a:lnTo>
                  <a:lnTo>
                    <a:pt x="3861854" y="1741830"/>
                  </a:lnTo>
                  <a:lnTo>
                    <a:pt x="3857980" y="1810410"/>
                  </a:lnTo>
                  <a:lnTo>
                    <a:pt x="3846284" y="1866493"/>
                  </a:lnTo>
                  <a:lnTo>
                    <a:pt x="3826586" y="1908505"/>
                  </a:lnTo>
                  <a:lnTo>
                    <a:pt x="3798760" y="1934870"/>
                  </a:lnTo>
                  <a:lnTo>
                    <a:pt x="3762667" y="1944014"/>
                  </a:lnTo>
                  <a:lnTo>
                    <a:pt x="3729494" y="1935556"/>
                  </a:lnTo>
                  <a:lnTo>
                    <a:pt x="3702202" y="1910740"/>
                  </a:lnTo>
                  <a:lnTo>
                    <a:pt x="3681653" y="1870367"/>
                  </a:lnTo>
                  <a:lnTo>
                    <a:pt x="3668699" y="1815274"/>
                  </a:lnTo>
                  <a:lnTo>
                    <a:pt x="3664191" y="1746250"/>
                  </a:lnTo>
                  <a:lnTo>
                    <a:pt x="3664242" y="1745526"/>
                  </a:lnTo>
                  <a:lnTo>
                    <a:pt x="3668992" y="1674520"/>
                  </a:lnTo>
                  <a:lnTo>
                    <a:pt x="3682555" y="1618043"/>
                  </a:lnTo>
                  <a:lnTo>
                    <a:pt x="3703650" y="1577213"/>
                  </a:lnTo>
                  <a:lnTo>
                    <a:pt x="3731006" y="1552422"/>
                  </a:lnTo>
                  <a:lnTo>
                    <a:pt x="3763378" y="1544066"/>
                  </a:lnTo>
                  <a:lnTo>
                    <a:pt x="3799713" y="1553171"/>
                  </a:lnTo>
                  <a:lnTo>
                    <a:pt x="3827386" y="1579295"/>
                  </a:lnTo>
                  <a:lnTo>
                    <a:pt x="3846753" y="1620634"/>
                  </a:lnTo>
                  <a:lnTo>
                    <a:pt x="3858133" y="1675409"/>
                  </a:lnTo>
                  <a:lnTo>
                    <a:pt x="3858196" y="1676603"/>
                  </a:lnTo>
                  <a:lnTo>
                    <a:pt x="3861854" y="1741830"/>
                  </a:lnTo>
                  <a:lnTo>
                    <a:pt x="3861854" y="1531277"/>
                  </a:lnTo>
                  <a:lnTo>
                    <a:pt x="3843401" y="1514881"/>
                  </a:lnTo>
                  <a:lnTo>
                    <a:pt x="3808057" y="1498765"/>
                  </a:lnTo>
                  <a:lnTo>
                    <a:pt x="3807764" y="1498765"/>
                  </a:lnTo>
                  <a:lnTo>
                    <a:pt x="3767124" y="1493329"/>
                  </a:lnTo>
                  <a:lnTo>
                    <a:pt x="3726789" y="1498765"/>
                  </a:lnTo>
                  <a:lnTo>
                    <a:pt x="3690645" y="1514881"/>
                  </a:lnTo>
                  <a:lnTo>
                    <a:pt x="3659517" y="1541310"/>
                  </a:lnTo>
                  <a:lnTo>
                    <a:pt x="3633876" y="1577987"/>
                  </a:lnTo>
                  <a:lnTo>
                    <a:pt x="3614724" y="1624406"/>
                  </a:lnTo>
                  <a:lnTo>
                    <a:pt x="3602698" y="1680349"/>
                  </a:lnTo>
                  <a:lnTo>
                    <a:pt x="3598532" y="1745526"/>
                  </a:lnTo>
                  <a:lnTo>
                    <a:pt x="3598583" y="1746250"/>
                  </a:lnTo>
                  <a:lnTo>
                    <a:pt x="3602913" y="1809864"/>
                  </a:lnTo>
                  <a:lnTo>
                    <a:pt x="3603028" y="1810410"/>
                  </a:lnTo>
                  <a:lnTo>
                    <a:pt x="3614407" y="1865122"/>
                  </a:lnTo>
                  <a:lnTo>
                    <a:pt x="3632454" y="1910994"/>
                  </a:lnTo>
                  <a:lnTo>
                    <a:pt x="3656495" y="1947189"/>
                  </a:lnTo>
                  <a:lnTo>
                    <a:pt x="3685959" y="1973414"/>
                  </a:lnTo>
                  <a:lnTo>
                    <a:pt x="3720287" y="1989366"/>
                  </a:lnTo>
                  <a:lnTo>
                    <a:pt x="3758920" y="1994750"/>
                  </a:lnTo>
                  <a:lnTo>
                    <a:pt x="3796995" y="1990521"/>
                  </a:lnTo>
                  <a:lnTo>
                    <a:pt x="3859466" y="1957260"/>
                  </a:lnTo>
                  <a:lnTo>
                    <a:pt x="3902494" y="1892287"/>
                  </a:lnTo>
                  <a:lnTo>
                    <a:pt x="3916273" y="1848408"/>
                  </a:lnTo>
                  <a:lnTo>
                    <a:pt x="3924681" y="1797189"/>
                  </a:lnTo>
                  <a:lnTo>
                    <a:pt x="3927513" y="1738858"/>
                  </a:lnTo>
                  <a:close/>
                </a:path>
                <a:path w="3938270" h="10208260">
                  <a:moveTo>
                    <a:pt x="3928237" y="9164079"/>
                  </a:moveTo>
                  <a:lnTo>
                    <a:pt x="3923246" y="9105925"/>
                  </a:lnTo>
                  <a:lnTo>
                    <a:pt x="3908717" y="9056014"/>
                  </a:lnTo>
                  <a:lnTo>
                    <a:pt x="3885260" y="9015400"/>
                  </a:lnTo>
                  <a:lnTo>
                    <a:pt x="3861854" y="8993060"/>
                  </a:lnTo>
                  <a:lnTo>
                    <a:pt x="3861854" y="9155862"/>
                  </a:lnTo>
                  <a:lnTo>
                    <a:pt x="3861854" y="9166327"/>
                  </a:lnTo>
                  <a:lnTo>
                    <a:pt x="3839921" y="9199943"/>
                  </a:lnTo>
                  <a:lnTo>
                    <a:pt x="3791496" y="9226639"/>
                  </a:lnTo>
                  <a:lnTo>
                    <a:pt x="3760406" y="9230474"/>
                  </a:lnTo>
                  <a:lnTo>
                    <a:pt x="3721925" y="9222892"/>
                  </a:lnTo>
                  <a:lnTo>
                    <a:pt x="3692537" y="9201658"/>
                  </a:lnTo>
                  <a:lnTo>
                    <a:pt x="3673767" y="9169095"/>
                  </a:lnTo>
                  <a:lnTo>
                    <a:pt x="3667175" y="9127515"/>
                  </a:lnTo>
                  <a:lnTo>
                    <a:pt x="3674224" y="9080119"/>
                  </a:lnTo>
                  <a:lnTo>
                    <a:pt x="3693934" y="9042806"/>
                  </a:lnTo>
                  <a:lnTo>
                    <a:pt x="3724135" y="9018372"/>
                  </a:lnTo>
                  <a:lnTo>
                    <a:pt x="3762667" y="9009596"/>
                  </a:lnTo>
                  <a:lnTo>
                    <a:pt x="3807117" y="9020810"/>
                  </a:lnTo>
                  <a:lnTo>
                    <a:pt x="3838003" y="9051684"/>
                  </a:lnTo>
                  <a:lnTo>
                    <a:pt x="3856012" y="9098077"/>
                  </a:lnTo>
                  <a:lnTo>
                    <a:pt x="3861854" y="9155862"/>
                  </a:lnTo>
                  <a:lnTo>
                    <a:pt x="3861854" y="8993060"/>
                  </a:lnTo>
                  <a:lnTo>
                    <a:pt x="3853535" y="8985110"/>
                  </a:lnTo>
                  <a:lnTo>
                    <a:pt x="3814191" y="8966175"/>
                  </a:lnTo>
                  <a:lnTo>
                    <a:pt x="3767848" y="8959634"/>
                  </a:lnTo>
                  <a:lnTo>
                    <a:pt x="3721150" y="8966022"/>
                  </a:lnTo>
                  <a:lnTo>
                    <a:pt x="3680841" y="8983916"/>
                  </a:lnTo>
                  <a:lnTo>
                    <a:pt x="3647871" y="9011387"/>
                  </a:lnTo>
                  <a:lnTo>
                    <a:pt x="3623157" y="9046502"/>
                  </a:lnTo>
                  <a:lnTo>
                    <a:pt x="3607651" y="9087345"/>
                  </a:lnTo>
                  <a:lnTo>
                    <a:pt x="3602278" y="9131973"/>
                  </a:lnTo>
                  <a:lnTo>
                    <a:pt x="3608794" y="9179230"/>
                  </a:lnTo>
                  <a:lnTo>
                    <a:pt x="3627539" y="9220035"/>
                  </a:lnTo>
                  <a:lnTo>
                    <a:pt x="3657358" y="9252077"/>
                  </a:lnTo>
                  <a:lnTo>
                    <a:pt x="3697059" y="9272994"/>
                  </a:lnTo>
                  <a:lnTo>
                    <a:pt x="3745471" y="9280500"/>
                  </a:lnTo>
                  <a:lnTo>
                    <a:pt x="3780002" y="9276956"/>
                  </a:lnTo>
                  <a:lnTo>
                    <a:pt x="3810673" y="9266707"/>
                  </a:lnTo>
                  <a:lnTo>
                    <a:pt x="3837279" y="9250286"/>
                  </a:lnTo>
                  <a:lnTo>
                    <a:pt x="3857358" y="9230474"/>
                  </a:lnTo>
                  <a:lnTo>
                    <a:pt x="3859593" y="9228264"/>
                  </a:lnTo>
                  <a:lnTo>
                    <a:pt x="3861854" y="9228264"/>
                  </a:lnTo>
                  <a:lnTo>
                    <a:pt x="3852583" y="9268587"/>
                  </a:lnTo>
                  <a:lnTo>
                    <a:pt x="3820007" y="9332989"/>
                  </a:lnTo>
                  <a:lnTo>
                    <a:pt x="3775557" y="9375013"/>
                  </a:lnTo>
                  <a:lnTo>
                    <a:pt x="3724275" y="9398521"/>
                  </a:lnTo>
                  <a:lnTo>
                    <a:pt x="3680510" y="9405899"/>
                  </a:lnTo>
                  <a:lnTo>
                    <a:pt x="3654399" y="9407207"/>
                  </a:lnTo>
                  <a:lnTo>
                    <a:pt x="3643299" y="9406623"/>
                  </a:lnTo>
                  <a:lnTo>
                    <a:pt x="3643299" y="9460382"/>
                  </a:lnTo>
                  <a:lnTo>
                    <a:pt x="3686416" y="9458884"/>
                  </a:lnTo>
                  <a:lnTo>
                    <a:pt x="3742537" y="9449105"/>
                  </a:lnTo>
                  <a:lnTo>
                    <a:pt x="3779812" y="9435643"/>
                  </a:lnTo>
                  <a:lnTo>
                    <a:pt x="3814292" y="9416428"/>
                  </a:lnTo>
                  <a:lnTo>
                    <a:pt x="3825621" y="9407207"/>
                  </a:lnTo>
                  <a:lnTo>
                    <a:pt x="3844709" y="9391675"/>
                  </a:lnTo>
                  <a:lnTo>
                    <a:pt x="3871734" y="9360484"/>
                  </a:lnTo>
                  <a:lnTo>
                    <a:pt x="3894734" y="9322308"/>
                  </a:lnTo>
                  <a:lnTo>
                    <a:pt x="3912590" y="9276956"/>
                  </a:lnTo>
                  <a:lnTo>
                    <a:pt x="3923258" y="9228264"/>
                  </a:lnTo>
                  <a:lnTo>
                    <a:pt x="3924135" y="9224277"/>
                  </a:lnTo>
                  <a:lnTo>
                    <a:pt x="3924236" y="9222892"/>
                  </a:lnTo>
                  <a:lnTo>
                    <a:pt x="3928237" y="9164079"/>
                  </a:lnTo>
                  <a:close/>
                </a:path>
                <a:path w="3938270" h="10208260">
                  <a:moveTo>
                    <a:pt x="3928237" y="6924180"/>
                  </a:moveTo>
                  <a:lnTo>
                    <a:pt x="3923246" y="6866026"/>
                  </a:lnTo>
                  <a:lnTo>
                    <a:pt x="3908717" y="6816128"/>
                  </a:lnTo>
                  <a:lnTo>
                    <a:pt x="3885260" y="6775501"/>
                  </a:lnTo>
                  <a:lnTo>
                    <a:pt x="3861854" y="6753161"/>
                  </a:lnTo>
                  <a:lnTo>
                    <a:pt x="3861854" y="6915963"/>
                  </a:lnTo>
                  <a:lnTo>
                    <a:pt x="3861854" y="6926440"/>
                  </a:lnTo>
                  <a:lnTo>
                    <a:pt x="3839921" y="6960082"/>
                  </a:lnTo>
                  <a:lnTo>
                    <a:pt x="3791496" y="6986791"/>
                  </a:lnTo>
                  <a:lnTo>
                    <a:pt x="3760406" y="6990626"/>
                  </a:lnTo>
                  <a:lnTo>
                    <a:pt x="3721925" y="6983031"/>
                  </a:lnTo>
                  <a:lnTo>
                    <a:pt x="3692537" y="6961784"/>
                  </a:lnTo>
                  <a:lnTo>
                    <a:pt x="3673767" y="6929209"/>
                  </a:lnTo>
                  <a:lnTo>
                    <a:pt x="3667175" y="6887616"/>
                  </a:lnTo>
                  <a:lnTo>
                    <a:pt x="3674224" y="6840233"/>
                  </a:lnTo>
                  <a:lnTo>
                    <a:pt x="3693934" y="6802933"/>
                  </a:lnTo>
                  <a:lnTo>
                    <a:pt x="3724135" y="6778511"/>
                  </a:lnTo>
                  <a:lnTo>
                    <a:pt x="3762667" y="6769748"/>
                  </a:lnTo>
                  <a:lnTo>
                    <a:pt x="3807117" y="6780962"/>
                  </a:lnTo>
                  <a:lnTo>
                    <a:pt x="3838003" y="6811810"/>
                  </a:lnTo>
                  <a:lnTo>
                    <a:pt x="3856012" y="6858190"/>
                  </a:lnTo>
                  <a:lnTo>
                    <a:pt x="3861854" y="6915963"/>
                  </a:lnTo>
                  <a:lnTo>
                    <a:pt x="3861854" y="6753161"/>
                  </a:lnTo>
                  <a:lnTo>
                    <a:pt x="3853535" y="6745211"/>
                  </a:lnTo>
                  <a:lnTo>
                    <a:pt x="3814191" y="6726275"/>
                  </a:lnTo>
                  <a:lnTo>
                    <a:pt x="3767848" y="6719735"/>
                  </a:lnTo>
                  <a:lnTo>
                    <a:pt x="3721150" y="6726123"/>
                  </a:lnTo>
                  <a:lnTo>
                    <a:pt x="3680841" y="6744030"/>
                  </a:lnTo>
                  <a:lnTo>
                    <a:pt x="3647871" y="6771500"/>
                  </a:lnTo>
                  <a:lnTo>
                    <a:pt x="3623157" y="6806628"/>
                  </a:lnTo>
                  <a:lnTo>
                    <a:pt x="3607651" y="6847484"/>
                  </a:lnTo>
                  <a:lnTo>
                    <a:pt x="3602278" y="6892125"/>
                  </a:lnTo>
                  <a:lnTo>
                    <a:pt x="3608794" y="6939356"/>
                  </a:lnTo>
                  <a:lnTo>
                    <a:pt x="3627539" y="6980148"/>
                  </a:lnTo>
                  <a:lnTo>
                    <a:pt x="3657358" y="7012178"/>
                  </a:lnTo>
                  <a:lnTo>
                    <a:pt x="3697059" y="7033107"/>
                  </a:lnTo>
                  <a:lnTo>
                    <a:pt x="3745471" y="7040600"/>
                  </a:lnTo>
                  <a:lnTo>
                    <a:pt x="3780002" y="7037057"/>
                  </a:lnTo>
                  <a:lnTo>
                    <a:pt x="3810673" y="7026808"/>
                  </a:lnTo>
                  <a:lnTo>
                    <a:pt x="3837279" y="7010400"/>
                  </a:lnTo>
                  <a:lnTo>
                    <a:pt x="3857307" y="6990626"/>
                  </a:lnTo>
                  <a:lnTo>
                    <a:pt x="3859593" y="6988365"/>
                  </a:lnTo>
                  <a:lnTo>
                    <a:pt x="3861854" y="6988365"/>
                  </a:lnTo>
                  <a:lnTo>
                    <a:pt x="3852583" y="7028688"/>
                  </a:lnTo>
                  <a:lnTo>
                    <a:pt x="3820007" y="7093102"/>
                  </a:lnTo>
                  <a:lnTo>
                    <a:pt x="3775557" y="7135114"/>
                  </a:lnTo>
                  <a:lnTo>
                    <a:pt x="3724275" y="7158634"/>
                  </a:lnTo>
                  <a:lnTo>
                    <a:pt x="3680510" y="7166026"/>
                  </a:lnTo>
                  <a:lnTo>
                    <a:pt x="3654399" y="7167346"/>
                  </a:lnTo>
                  <a:lnTo>
                    <a:pt x="3643299" y="7166775"/>
                  </a:lnTo>
                  <a:lnTo>
                    <a:pt x="3643299" y="7220445"/>
                  </a:lnTo>
                  <a:lnTo>
                    <a:pt x="3686416" y="7218972"/>
                  </a:lnTo>
                  <a:lnTo>
                    <a:pt x="3742537" y="7209180"/>
                  </a:lnTo>
                  <a:lnTo>
                    <a:pt x="3779812" y="7195731"/>
                  </a:lnTo>
                  <a:lnTo>
                    <a:pt x="3814292" y="7176529"/>
                  </a:lnTo>
                  <a:lnTo>
                    <a:pt x="3844709" y="7151776"/>
                  </a:lnTo>
                  <a:lnTo>
                    <a:pt x="3871734" y="7120585"/>
                  </a:lnTo>
                  <a:lnTo>
                    <a:pt x="3894734" y="7082409"/>
                  </a:lnTo>
                  <a:lnTo>
                    <a:pt x="3912590" y="7037057"/>
                  </a:lnTo>
                  <a:lnTo>
                    <a:pt x="3923258" y="6988365"/>
                  </a:lnTo>
                  <a:lnTo>
                    <a:pt x="3924135" y="6984390"/>
                  </a:lnTo>
                  <a:lnTo>
                    <a:pt x="3924223" y="6983031"/>
                  </a:lnTo>
                  <a:lnTo>
                    <a:pt x="3928237" y="6924180"/>
                  </a:lnTo>
                  <a:close/>
                </a:path>
                <a:path w="3938270" h="10208260">
                  <a:moveTo>
                    <a:pt x="3928237" y="4684280"/>
                  </a:moveTo>
                  <a:lnTo>
                    <a:pt x="3923246" y="4626127"/>
                  </a:lnTo>
                  <a:lnTo>
                    <a:pt x="3908717" y="4576229"/>
                  </a:lnTo>
                  <a:lnTo>
                    <a:pt x="3885260" y="4535614"/>
                  </a:lnTo>
                  <a:lnTo>
                    <a:pt x="3861854" y="4513262"/>
                  </a:lnTo>
                  <a:lnTo>
                    <a:pt x="3861854" y="4676114"/>
                  </a:lnTo>
                  <a:lnTo>
                    <a:pt x="3861854" y="4686541"/>
                  </a:lnTo>
                  <a:lnTo>
                    <a:pt x="3839921" y="4720183"/>
                  </a:lnTo>
                  <a:lnTo>
                    <a:pt x="3791496" y="4746891"/>
                  </a:lnTo>
                  <a:lnTo>
                    <a:pt x="3760406" y="4750727"/>
                  </a:lnTo>
                  <a:lnTo>
                    <a:pt x="3721925" y="4743132"/>
                  </a:lnTo>
                  <a:lnTo>
                    <a:pt x="3692537" y="4721898"/>
                  </a:lnTo>
                  <a:lnTo>
                    <a:pt x="3673767" y="4689310"/>
                  </a:lnTo>
                  <a:lnTo>
                    <a:pt x="3667175" y="4647717"/>
                  </a:lnTo>
                  <a:lnTo>
                    <a:pt x="3674224" y="4600333"/>
                  </a:lnTo>
                  <a:lnTo>
                    <a:pt x="3693934" y="4563046"/>
                  </a:lnTo>
                  <a:lnTo>
                    <a:pt x="3724135" y="4538611"/>
                  </a:lnTo>
                  <a:lnTo>
                    <a:pt x="3762667" y="4529861"/>
                  </a:lnTo>
                  <a:lnTo>
                    <a:pt x="3807117" y="4541063"/>
                  </a:lnTo>
                  <a:lnTo>
                    <a:pt x="3838003" y="4571924"/>
                  </a:lnTo>
                  <a:lnTo>
                    <a:pt x="3856012" y="4618317"/>
                  </a:lnTo>
                  <a:lnTo>
                    <a:pt x="3861854" y="4676114"/>
                  </a:lnTo>
                  <a:lnTo>
                    <a:pt x="3861854" y="4513262"/>
                  </a:lnTo>
                  <a:lnTo>
                    <a:pt x="3853535" y="4505312"/>
                  </a:lnTo>
                  <a:lnTo>
                    <a:pt x="3814191" y="4486376"/>
                  </a:lnTo>
                  <a:lnTo>
                    <a:pt x="3767848" y="4479836"/>
                  </a:lnTo>
                  <a:lnTo>
                    <a:pt x="3721150" y="4486237"/>
                  </a:lnTo>
                  <a:lnTo>
                    <a:pt x="3680841" y="4504131"/>
                  </a:lnTo>
                  <a:lnTo>
                    <a:pt x="3647871" y="4531601"/>
                  </a:lnTo>
                  <a:lnTo>
                    <a:pt x="3623157" y="4566729"/>
                  </a:lnTo>
                  <a:lnTo>
                    <a:pt x="3607651" y="4607585"/>
                  </a:lnTo>
                  <a:lnTo>
                    <a:pt x="3602278" y="4652238"/>
                  </a:lnTo>
                  <a:lnTo>
                    <a:pt x="3608794" y="4699470"/>
                  </a:lnTo>
                  <a:lnTo>
                    <a:pt x="3627539" y="4740262"/>
                  </a:lnTo>
                  <a:lnTo>
                    <a:pt x="3657358" y="4772279"/>
                  </a:lnTo>
                  <a:lnTo>
                    <a:pt x="3697059" y="4793208"/>
                  </a:lnTo>
                  <a:lnTo>
                    <a:pt x="3745471" y="4800701"/>
                  </a:lnTo>
                  <a:lnTo>
                    <a:pt x="3780002" y="4797158"/>
                  </a:lnTo>
                  <a:lnTo>
                    <a:pt x="3810673" y="4786909"/>
                  </a:lnTo>
                  <a:lnTo>
                    <a:pt x="3837279" y="4770501"/>
                  </a:lnTo>
                  <a:lnTo>
                    <a:pt x="3857307" y="4750727"/>
                  </a:lnTo>
                  <a:lnTo>
                    <a:pt x="3859593" y="4748479"/>
                  </a:lnTo>
                  <a:lnTo>
                    <a:pt x="3861854" y="4748479"/>
                  </a:lnTo>
                  <a:lnTo>
                    <a:pt x="3852583" y="4788801"/>
                  </a:lnTo>
                  <a:lnTo>
                    <a:pt x="3820007" y="4853203"/>
                  </a:lnTo>
                  <a:lnTo>
                    <a:pt x="3775557" y="4895215"/>
                  </a:lnTo>
                  <a:lnTo>
                    <a:pt x="3724275" y="4918735"/>
                  </a:lnTo>
                  <a:lnTo>
                    <a:pt x="3680510" y="4926127"/>
                  </a:lnTo>
                  <a:lnTo>
                    <a:pt x="3654399" y="4927447"/>
                  </a:lnTo>
                  <a:lnTo>
                    <a:pt x="3643299" y="4926876"/>
                  </a:lnTo>
                  <a:lnTo>
                    <a:pt x="3643299" y="4980597"/>
                  </a:lnTo>
                  <a:lnTo>
                    <a:pt x="3686416" y="4979098"/>
                  </a:lnTo>
                  <a:lnTo>
                    <a:pt x="3742537" y="4969294"/>
                  </a:lnTo>
                  <a:lnTo>
                    <a:pt x="3779812" y="4955845"/>
                  </a:lnTo>
                  <a:lnTo>
                    <a:pt x="3814292" y="4936655"/>
                  </a:lnTo>
                  <a:lnTo>
                    <a:pt x="3844709" y="4911928"/>
                  </a:lnTo>
                  <a:lnTo>
                    <a:pt x="3871734" y="4880711"/>
                  </a:lnTo>
                  <a:lnTo>
                    <a:pt x="3894734" y="4842522"/>
                  </a:lnTo>
                  <a:lnTo>
                    <a:pt x="3912590" y="4797158"/>
                  </a:lnTo>
                  <a:lnTo>
                    <a:pt x="3923258" y="4748479"/>
                  </a:lnTo>
                  <a:lnTo>
                    <a:pt x="3924135" y="4744491"/>
                  </a:lnTo>
                  <a:lnTo>
                    <a:pt x="3924223" y="4743132"/>
                  </a:lnTo>
                  <a:lnTo>
                    <a:pt x="3928237" y="4684280"/>
                  </a:lnTo>
                  <a:close/>
                </a:path>
                <a:path w="3938270" h="10208260">
                  <a:moveTo>
                    <a:pt x="3937939" y="4042892"/>
                  </a:moveTo>
                  <a:lnTo>
                    <a:pt x="3870071" y="4042892"/>
                  </a:lnTo>
                  <a:lnTo>
                    <a:pt x="3870071" y="3804869"/>
                  </a:lnTo>
                  <a:lnTo>
                    <a:pt x="3870071" y="3741394"/>
                  </a:lnTo>
                  <a:lnTo>
                    <a:pt x="3810406" y="3741394"/>
                  </a:lnTo>
                  <a:lnTo>
                    <a:pt x="3810406" y="3804869"/>
                  </a:lnTo>
                  <a:lnTo>
                    <a:pt x="3809428" y="3823893"/>
                  </a:lnTo>
                  <a:lnTo>
                    <a:pt x="3808184" y="3876497"/>
                  </a:lnTo>
                  <a:lnTo>
                    <a:pt x="3808158" y="4042892"/>
                  </a:lnTo>
                  <a:lnTo>
                    <a:pt x="3649256" y="4042892"/>
                  </a:lnTo>
                  <a:lnTo>
                    <a:pt x="3649256" y="4041406"/>
                  </a:lnTo>
                  <a:lnTo>
                    <a:pt x="3767848" y="3876497"/>
                  </a:lnTo>
                  <a:lnTo>
                    <a:pt x="3777716" y="3859847"/>
                  </a:lnTo>
                  <a:lnTo>
                    <a:pt x="3787444" y="3842918"/>
                  </a:lnTo>
                  <a:lnTo>
                    <a:pt x="3797439" y="3824871"/>
                  </a:lnTo>
                  <a:lnTo>
                    <a:pt x="3808158" y="3804869"/>
                  </a:lnTo>
                  <a:lnTo>
                    <a:pt x="3810406" y="3804869"/>
                  </a:lnTo>
                  <a:lnTo>
                    <a:pt x="3810406" y="3741394"/>
                  </a:lnTo>
                  <a:lnTo>
                    <a:pt x="3799217" y="3741394"/>
                  </a:lnTo>
                  <a:lnTo>
                    <a:pt x="3582873" y="4051109"/>
                  </a:lnTo>
                  <a:lnTo>
                    <a:pt x="3582873" y="4094403"/>
                  </a:lnTo>
                  <a:lnTo>
                    <a:pt x="3808158" y="4094403"/>
                  </a:lnTo>
                  <a:lnTo>
                    <a:pt x="3808158" y="4226484"/>
                  </a:lnTo>
                  <a:lnTo>
                    <a:pt x="3870071" y="4226484"/>
                  </a:lnTo>
                  <a:lnTo>
                    <a:pt x="3870071" y="4094403"/>
                  </a:lnTo>
                  <a:lnTo>
                    <a:pt x="3937939" y="4094403"/>
                  </a:lnTo>
                  <a:lnTo>
                    <a:pt x="3937939" y="4042892"/>
                  </a:lnTo>
                  <a:close/>
                </a:path>
              </a:pathLst>
            </a:custGeom>
            <a:solidFill>
              <a:srgbClr val="000000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8624" y="3587545"/>
              <a:ext cx="104775" cy="10477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8624" y="4578145"/>
              <a:ext cx="104775" cy="10477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8624" y="6064045"/>
              <a:ext cx="104775" cy="10477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08624" y="7549945"/>
              <a:ext cx="104775" cy="104774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572074" y="2807759"/>
            <a:ext cx="15144115" cy="547370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640"/>
              </a:spcBef>
            </a:pPr>
            <a:r>
              <a:rPr sz="2800" dirty="0">
                <a:latin typeface="Trebuchet MS"/>
                <a:cs typeface="Trebuchet MS"/>
              </a:rPr>
              <a:t>Some</a:t>
            </a:r>
            <a:r>
              <a:rPr sz="2800" spc="-85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patterns </a:t>
            </a:r>
            <a:r>
              <a:rPr sz="2800" dirty="0">
                <a:latin typeface="Trebuchet MS"/>
                <a:cs typeface="Trebuchet MS"/>
              </a:rPr>
              <a:t>of</a:t>
            </a:r>
            <a:r>
              <a:rPr sz="2800" spc="-85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this</a:t>
            </a:r>
            <a:r>
              <a:rPr sz="2800" spc="-8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program:</a:t>
            </a:r>
            <a:endParaRPr sz="2800">
              <a:latin typeface="Trebuchet MS"/>
              <a:cs typeface="Trebuchet MS"/>
            </a:endParaRPr>
          </a:p>
          <a:p>
            <a:pPr marL="616585" marR="5080" algn="just">
              <a:lnSpc>
                <a:spcPct val="116100"/>
              </a:lnSpc>
            </a:pPr>
            <a:r>
              <a:rPr sz="2800" spc="-114" dirty="0">
                <a:latin typeface="Trebuchet MS"/>
                <a:cs typeface="Trebuchet MS"/>
              </a:rPr>
              <a:t>The</a:t>
            </a:r>
            <a:r>
              <a:rPr sz="2800" spc="-9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program</a:t>
            </a:r>
            <a:r>
              <a:rPr sz="2800" spc="-155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provides</a:t>
            </a:r>
            <a:r>
              <a:rPr sz="2800" spc="-12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the</a:t>
            </a:r>
            <a:r>
              <a:rPr sz="2800" spc="-114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full</a:t>
            </a:r>
            <a:r>
              <a:rPr sz="2800" spc="-10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set</a:t>
            </a:r>
            <a:r>
              <a:rPr sz="2800" spc="-114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of</a:t>
            </a:r>
            <a:r>
              <a:rPr sz="2800" spc="-114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Create,</a:t>
            </a:r>
            <a:r>
              <a:rPr sz="2800" spc="-120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Read,</a:t>
            </a:r>
            <a:r>
              <a:rPr sz="2800" spc="-114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Update,</a:t>
            </a:r>
            <a:r>
              <a:rPr sz="2800" spc="-114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114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Delete</a:t>
            </a:r>
            <a:r>
              <a:rPr sz="2800" spc="-12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(CRUD)</a:t>
            </a:r>
            <a:r>
              <a:rPr sz="2800" spc="-114" dirty="0">
                <a:latin typeface="Trebuchet MS"/>
                <a:cs typeface="Trebuchet MS"/>
              </a:rPr>
              <a:t> </a:t>
            </a:r>
            <a:r>
              <a:rPr sz="2800" spc="-30" dirty="0">
                <a:latin typeface="Trebuchet MS"/>
                <a:cs typeface="Trebuchet MS"/>
              </a:rPr>
              <a:t>operations</a:t>
            </a:r>
            <a:r>
              <a:rPr sz="2800" spc="-114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for </a:t>
            </a:r>
            <a:r>
              <a:rPr sz="2800" spc="-90" dirty="0">
                <a:latin typeface="Trebuchet MS"/>
                <a:cs typeface="Trebuchet MS"/>
              </a:rPr>
              <a:t>student</a:t>
            </a:r>
            <a:r>
              <a:rPr sz="2800" spc="-95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registrations.</a:t>
            </a:r>
            <a:endParaRPr sz="2800">
              <a:latin typeface="Trebuchet MS"/>
              <a:cs typeface="Trebuchet MS"/>
            </a:endParaRPr>
          </a:p>
          <a:p>
            <a:pPr marL="616585" marR="5080" algn="just">
              <a:lnSpc>
                <a:spcPct val="116100"/>
              </a:lnSpc>
            </a:pPr>
            <a:r>
              <a:rPr sz="2800" dirty="0">
                <a:latin typeface="Trebuchet MS"/>
                <a:cs typeface="Trebuchet MS"/>
              </a:rPr>
              <a:t>Each</a:t>
            </a:r>
            <a:r>
              <a:rPr sz="2800" spc="-25" dirty="0">
                <a:latin typeface="Trebuchet MS"/>
                <a:cs typeface="Trebuchet MS"/>
              </a:rPr>
              <a:t> </a:t>
            </a:r>
            <a:r>
              <a:rPr sz="2800" spc="-30" dirty="0">
                <a:latin typeface="Trebuchet MS"/>
                <a:cs typeface="Trebuchet MS"/>
              </a:rPr>
              <a:t>student</a:t>
            </a:r>
            <a:r>
              <a:rPr sz="2800" spc="-2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-25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uniquely</a:t>
            </a:r>
            <a:r>
              <a:rPr sz="2800" spc="-25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identified</a:t>
            </a:r>
            <a:r>
              <a:rPr sz="2800" spc="-2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by</a:t>
            </a:r>
            <a:r>
              <a:rPr sz="2800" spc="-25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their</a:t>
            </a:r>
            <a:r>
              <a:rPr sz="2800" spc="-2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ID,</a:t>
            </a:r>
            <a:r>
              <a:rPr sz="2800" spc="-2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which</a:t>
            </a:r>
            <a:r>
              <a:rPr sz="2800" spc="-2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-2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validated</a:t>
            </a:r>
            <a:r>
              <a:rPr sz="2800" spc="-2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to</a:t>
            </a:r>
            <a:r>
              <a:rPr sz="2800" spc="-25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prevent</a:t>
            </a:r>
            <a:r>
              <a:rPr sz="2800" spc="-25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duplicates.</a:t>
            </a:r>
            <a:r>
              <a:rPr sz="2800" spc="-25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This </a:t>
            </a:r>
            <a:r>
              <a:rPr sz="2800" spc="-85" dirty="0">
                <a:latin typeface="Trebuchet MS"/>
                <a:cs typeface="Trebuchet MS"/>
              </a:rPr>
              <a:t>pattern</a:t>
            </a:r>
            <a:r>
              <a:rPr sz="2800" spc="-125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is</a:t>
            </a:r>
            <a:r>
              <a:rPr sz="2800" spc="-145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extended</a:t>
            </a:r>
            <a:r>
              <a:rPr sz="2800" spc="-165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to</a:t>
            </a:r>
            <a:r>
              <a:rPr sz="2800" spc="-155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ensure</a:t>
            </a:r>
            <a:r>
              <a:rPr sz="2800" spc="-120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the</a:t>
            </a:r>
            <a:r>
              <a:rPr sz="2800" spc="-110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uniqueness</a:t>
            </a:r>
            <a:r>
              <a:rPr sz="2800" spc="-114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of</a:t>
            </a:r>
            <a:r>
              <a:rPr sz="2800" spc="-110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phone</a:t>
            </a:r>
            <a:r>
              <a:rPr sz="2800" spc="-110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numbers</a:t>
            </a:r>
            <a:r>
              <a:rPr sz="2800" spc="-114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110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email</a:t>
            </a:r>
            <a:r>
              <a:rPr sz="2800" spc="-114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addresses,</a:t>
            </a:r>
            <a:r>
              <a:rPr sz="2800" spc="-110" dirty="0">
                <a:latin typeface="Trebuchet MS"/>
                <a:cs typeface="Trebuchet MS"/>
              </a:rPr>
              <a:t> </a:t>
            </a:r>
            <a:r>
              <a:rPr sz="2800" spc="-30" dirty="0">
                <a:latin typeface="Trebuchet MS"/>
                <a:cs typeface="Trebuchet MS"/>
              </a:rPr>
              <a:t>since</a:t>
            </a:r>
            <a:r>
              <a:rPr sz="2800" spc="-110" dirty="0">
                <a:latin typeface="Trebuchet MS"/>
                <a:cs typeface="Trebuchet MS"/>
              </a:rPr>
              <a:t> </a:t>
            </a:r>
            <a:r>
              <a:rPr sz="2800" spc="-245" dirty="0">
                <a:latin typeface="Trebuchet MS"/>
                <a:cs typeface="Trebuchet MS"/>
              </a:rPr>
              <a:t>it</a:t>
            </a:r>
            <a:r>
              <a:rPr sz="2800" spc="3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is </a:t>
            </a:r>
            <a:r>
              <a:rPr sz="2800" spc="-20" dirty="0">
                <a:latin typeface="Trebuchet MS"/>
                <a:cs typeface="Trebuchet MS"/>
              </a:rPr>
              <a:t>logical</a:t>
            </a:r>
            <a:r>
              <a:rPr sz="2800" spc="-110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to</a:t>
            </a:r>
            <a:r>
              <a:rPr sz="2800" spc="-10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do</a:t>
            </a:r>
            <a:r>
              <a:rPr sz="2800" spc="-10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so.</a:t>
            </a:r>
            <a:endParaRPr sz="2800">
              <a:latin typeface="Trebuchet MS"/>
              <a:cs typeface="Trebuchet MS"/>
            </a:endParaRPr>
          </a:p>
          <a:p>
            <a:pPr marL="616585" marR="5080" algn="just">
              <a:lnSpc>
                <a:spcPct val="116100"/>
              </a:lnSpc>
            </a:pPr>
            <a:r>
              <a:rPr sz="2800" dirty="0">
                <a:latin typeface="Trebuchet MS"/>
                <a:cs typeface="Trebuchet MS"/>
              </a:rPr>
              <a:t>Aside</a:t>
            </a:r>
            <a:r>
              <a:rPr sz="2800" spc="114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from</a:t>
            </a:r>
            <a:r>
              <a:rPr sz="2800" spc="114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that,</a:t>
            </a:r>
            <a:r>
              <a:rPr sz="2800" spc="114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all</a:t>
            </a:r>
            <a:r>
              <a:rPr sz="2800" spc="114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variables</a:t>
            </a:r>
            <a:r>
              <a:rPr sz="2800" spc="114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holding</a:t>
            </a:r>
            <a:r>
              <a:rPr sz="2800" spc="114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data</a:t>
            </a:r>
            <a:r>
              <a:rPr sz="2800" spc="114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have</a:t>
            </a:r>
            <a:r>
              <a:rPr sz="2800" spc="114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pattern</a:t>
            </a:r>
            <a:r>
              <a:rPr sz="2800" spc="114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constants</a:t>
            </a:r>
            <a:r>
              <a:rPr sz="2800" spc="114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validating</a:t>
            </a:r>
            <a:r>
              <a:rPr sz="2800" spc="114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them</a:t>
            </a:r>
            <a:r>
              <a:rPr sz="2800" spc="114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closely </a:t>
            </a:r>
            <a:r>
              <a:rPr sz="2800" dirty="0">
                <a:latin typeface="Trebuchet MS"/>
                <a:cs typeface="Trebuchet MS"/>
              </a:rPr>
              <a:t>based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on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the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project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requirements,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ensuring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no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faulty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or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illogical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data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exists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and/or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breaking </a:t>
            </a:r>
            <a:r>
              <a:rPr sz="2800" spc="-100" dirty="0">
                <a:latin typeface="Trebuchet MS"/>
                <a:cs typeface="Trebuchet MS"/>
              </a:rPr>
              <a:t>the</a:t>
            </a:r>
            <a:r>
              <a:rPr sz="2800" spc="-10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program.</a:t>
            </a:r>
            <a:endParaRPr sz="2800">
              <a:latin typeface="Trebuchet MS"/>
              <a:cs typeface="Trebuchet MS"/>
            </a:endParaRPr>
          </a:p>
          <a:p>
            <a:pPr marL="616585" marR="5080" algn="just">
              <a:lnSpc>
                <a:spcPct val="116100"/>
              </a:lnSpc>
            </a:pPr>
            <a:r>
              <a:rPr sz="2800" spc="-140" dirty="0">
                <a:latin typeface="Trebuchet MS"/>
                <a:cs typeface="Trebuchet MS"/>
              </a:rPr>
              <a:t>The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system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consistently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follows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spc="114" dirty="0">
                <a:latin typeface="Trebuchet MS"/>
                <a:cs typeface="Trebuchet MS"/>
              </a:rPr>
              <a:t>a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pattern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of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loading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data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from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spc="114" dirty="0">
                <a:latin typeface="Trebuchet MS"/>
                <a:cs typeface="Trebuchet MS"/>
              </a:rPr>
              <a:t>a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file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at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startup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prompting </a:t>
            </a:r>
            <a:r>
              <a:rPr sz="2800" spc="-100" dirty="0">
                <a:latin typeface="Trebuchet MS"/>
                <a:cs typeface="Trebuchet MS"/>
              </a:rPr>
              <a:t>the</a:t>
            </a:r>
            <a:r>
              <a:rPr sz="2800" spc="-110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user</a:t>
            </a:r>
            <a:r>
              <a:rPr sz="2800" spc="-95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to</a:t>
            </a:r>
            <a:r>
              <a:rPr sz="2800" spc="-10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save</a:t>
            </a:r>
            <a:r>
              <a:rPr sz="2800" spc="-10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changes</a:t>
            </a:r>
            <a:r>
              <a:rPr sz="2800" spc="-95" dirty="0">
                <a:latin typeface="Trebuchet MS"/>
                <a:cs typeface="Trebuchet MS"/>
              </a:rPr>
              <a:t> </a:t>
            </a:r>
            <a:r>
              <a:rPr sz="2800" spc="-30" dirty="0">
                <a:latin typeface="Trebuchet MS"/>
                <a:cs typeface="Trebuchet MS"/>
              </a:rPr>
              <a:t>before</a:t>
            </a:r>
            <a:r>
              <a:rPr sz="2800" spc="-100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exiting</a:t>
            </a:r>
            <a:r>
              <a:rPr sz="2800" spc="-95" dirty="0">
                <a:latin typeface="Trebuchet MS"/>
                <a:cs typeface="Trebuchet MS"/>
              </a:rPr>
              <a:t> </a:t>
            </a:r>
            <a:r>
              <a:rPr sz="2800" spc="-145" dirty="0">
                <a:latin typeface="Trebuchet MS"/>
                <a:cs typeface="Trebuchet MS"/>
              </a:rPr>
              <a:t>(if</a:t>
            </a:r>
            <a:r>
              <a:rPr sz="2800" spc="-90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any</a:t>
            </a:r>
            <a:r>
              <a:rPr sz="2800" spc="-10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changes</a:t>
            </a:r>
            <a:r>
              <a:rPr sz="2800" spc="-10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are</a:t>
            </a:r>
            <a:r>
              <a:rPr sz="2800" spc="-95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unsaved), </a:t>
            </a:r>
            <a:r>
              <a:rPr sz="2800" spc="-60" dirty="0">
                <a:latin typeface="Trebuchet MS"/>
                <a:cs typeface="Trebuchet MS"/>
              </a:rPr>
              <a:t>ensuring</a:t>
            </a:r>
            <a:r>
              <a:rPr sz="2800" spc="-10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data</a:t>
            </a:r>
            <a:r>
              <a:rPr sz="2800" spc="-9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integrity.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01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Pattern</a:t>
            </a:r>
            <a:r>
              <a:rPr spc="-250" dirty="0"/>
              <a:t> </a:t>
            </a:r>
            <a:r>
              <a:rPr spc="-10" dirty="0"/>
              <a:t>Recognition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3175" y="-3175"/>
            <a:ext cx="18294350" cy="1029335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640"/>
              </a:spcBef>
            </a:pPr>
            <a:r>
              <a:rPr spc="-60" dirty="0"/>
              <a:t>Essential</a:t>
            </a:r>
            <a:r>
              <a:rPr spc="-135" dirty="0"/>
              <a:t> </a:t>
            </a:r>
            <a:r>
              <a:rPr spc="-105" dirty="0"/>
              <a:t>attributes </a:t>
            </a:r>
            <a:r>
              <a:rPr spc="-35" dirty="0"/>
              <a:t>have</a:t>
            </a:r>
            <a:r>
              <a:rPr spc="-114" dirty="0"/>
              <a:t> </a:t>
            </a:r>
            <a:r>
              <a:rPr dirty="0"/>
              <a:t>been</a:t>
            </a:r>
            <a:r>
              <a:rPr spc="-110" dirty="0"/>
              <a:t> </a:t>
            </a:r>
            <a:r>
              <a:rPr spc="-80" dirty="0"/>
              <a:t>identified</a:t>
            </a:r>
            <a:r>
              <a:rPr spc="-110" dirty="0"/>
              <a:t> </a:t>
            </a:r>
            <a:r>
              <a:rPr dirty="0"/>
              <a:t>and</a:t>
            </a:r>
            <a:r>
              <a:rPr spc="-114" dirty="0"/>
              <a:t> </a:t>
            </a:r>
            <a:r>
              <a:rPr spc="-25" dirty="0"/>
              <a:t>abstracted</a:t>
            </a:r>
            <a:r>
              <a:rPr spc="-110" dirty="0"/>
              <a:t> into</a:t>
            </a:r>
            <a:r>
              <a:rPr spc="-100" dirty="0"/>
              <a:t> </a:t>
            </a:r>
            <a:r>
              <a:rPr spc="-10" dirty="0"/>
              <a:t>classes:</a:t>
            </a:r>
          </a:p>
          <a:p>
            <a:pPr marL="616585" marR="5080" algn="just">
              <a:lnSpc>
                <a:spcPct val="116100"/>
              </a:lnSpc>
            </a:pPr>
            <a:r>
              <a:rPr dirty="0"/>
              <a:t>Student:</a:t>
            </a:r>
            <a:r>
              <a:rPr spc="225" dirty="0"/>
              <a:t> </a:t>
            </a:r>
            <a:r>
              <a:rPr dirty="0"/>
              <a:t>Attributes</a:t>
            </a:r>
            <a:r>
              <a:rPr spc="225" dirty="0"/>
              <a:t> </a:t>
            </a:r>
            <a:r>
              <a:rPr dirty="0"/>
              <a:t>include</a:t>
            </a:r>
            <a:r>
              <a:rPr spc="229" dirty="0"/>
              <a:t> </a:t>
            </a:r>
            <a:r>
              <a:rPr dirty="0"/>
              <a:t>id,</a:t>
            </a:r>
            <a:r>
              <a:rPr spc="225" dirty="0"/>
              <a:t> </a:t>
            </a:r>
            <a:r>
              <a:rPr dirty="0"/>
              <a:t>name,</a:t>
            </a:r>
            <a:r>
              <a:rPr spc="229" dirty="0"/>
              <a:t> </a:t>
            </a:r>
            <a:r>
              <a:rPr dirty="0"/>
              <a:t>phone,</a:t>
            </a:r>
            <a:r>
              <a:rPr spc="225" dirty="0"/>
              <a:t> </a:t>
            </a:r>
            <a:r>
              <a:rPr dirty="0"/>
              <a:t>email,</a:t>
            </a:r>
            <a:r>
              <a:rPr spc="229" dirty="0"/>
              <a:t> </a:t>
            </a:r>
            <a:r>
              <a:rPr dirty="0"/>
              <a:t>mountainCode,</a:t>
            </a:r>
            <a:r>
              <a:rPr spc="225" dirty="0"/>
              <a:t> </a:t>
            </a:r>
            <a:r>
              <a:rPr dirty="0"/>
              <a:t>and</a:t>
            </a:r>
            <a:r>
              <a:rPr spc="229" dirty="0"/>
              <a:t> </a:t>
            </a:r>
            <a:r>
              <a:rPr spc="-60" dirty="0"/>
              <a:t>tuitionFee. </a:t>
            </a:r>
            <a:r>
              <a:rPr spc="-50" dirty="0"/>
              <a:t>Unnecessary</a:t>
            </a:r>
            <a:r>
              <a:rPr spc="-145" dirty="0"/>
              <a:t> </a:t>
            </a:r>
            <a:r>
              <a:rPr spc="-45" dirty="0"/>
              <a:t>personal</a:t>
            </a:r>
            <a:r>
              <a:rPr spc="-145" dirty="0"/>
              <a:t> </a:t>
            </a:r>
            <a:r>
              <a:rPr spc="-65" dirty="0"/>
              <a:t>details</a:t>
            </a:r>
            <a:r>
              <a:rPr spc="-145" dirty="0"/>
              <a:t> </a:t>
            </a:r>
            <a:r>
              <a:rPr dirty="0"/>
              <a:t>are</a:t>
            </a:r>
            <a:r>
              <a:rPr spc="-140" dirty="0"/>
              <a:t> </a:t>
            </a:r>
            <a:r>
              <a:rPr spc="-10" dirty="0"/>
              <a:t>omitted.</a:t>
            </a:r>
          </a:p>
          <a:p>
            <a:pPr marL="616585" marR="5080" algn="just">
              <a:lnSpc>
                <a:spcPct val="116100"/>
              </a:lnSpc>
            </a:pPr>
            <a:r>
              <a:rPr spc="-20" dirty="0"/>
              <a:t>Mountain:</a:t>
            </a:r>
            <a:r>
              <a:rPr spc="-90" dirty="0"/>
              <a:t> </a:t>
            </a:r>
            <a:r>
              <a:rPr spc="-60" dirty="0"/>
              <a:t>Attributes</a:t>
            </a:r>
            <a:r>
              <a:rPr spc="-90" dirty="0"/>
              <a:t> </a:t>
            </a:r>
            <a:r>
              <a:rPr dirty="0"/>
              <a:t>include</a:t>
            </a:r>
            <a:r>
              <a:rPr spc="-85" dirty="0"/>
              <a:t> </a:t>
            </a:r>
            <a:r>
              <a:rPr spc="-25" dirty="0"/>
              <a:t>mountainCode,</a:t>
            </a:r>
            <a:r>
              <a:rPr spc="-90" dirty="0"/>
              <a:t> </a:t>
            </a:r>
            <a:r>
              <a:rPr spc="-20" dirty="0"/>
              <a:t>name,</a:t>
            </a:r>
            <a:r>
              <a:rPr spc="-85" dirty="0"/>
              <a:t> </a:t>
            </a:r>
            <a:r>
              <a:rPr spc="-55" dirty="0"/>
              <a:t>province,</a:t>
            </a:r>
            <a:r>
              <a:rPr spc="-90" dirty="0"/>
              <a:t> </a:t>
            </a:r>
            <a:r>
              <a:rPr dirty="0"/>
              <a:t>and</a:t>
            </a:r>
            <a:r>
              <a:rPr spc="-85" dirty="0"/>
              <a:t> </a:t>
            </a:r>
            <a:r>
              <a:rPr spc="-55" dirty="0"/>
              <a:t>description,</a:t>
            </a:r>
            <a:r>
              <a:rPr spc="-90" dirty="0"/>
              <a:t> </a:t>
            </a:r>
            <a:r>
              <a:rPr spc="-10" dirty="0"/>
              <a:t>focusing </a:t>
            </a:r>
            <a:r>
              <a:rPr dirty="0"/>
              <a:t>on</a:t>
            </a:r>
            <a:r>
              <a:rPr spc="-100" dirty="0"/>
              <a:t> </a:t>
            </a:r>
            <a:r>
              <a:rPr spc="-105" dirty="0"/>
              <a:t>information</a:t>
            </a:r>
            <a:r>
              <a:rPr spc="-100" dirty="0"/>
              <a:t> </a:t>
            </a:r>
            <a:r>
              <a:rPr spc="-110" dirty="0"/>
              <a:t>relevant</a:t>
            </a:r>
            <a:r>
              <a:rPr spc="-100" dirty="0"/>
              <a:t> </a:t>
            </a:r>
            <a:r>
              <a:rPr spc="-55" dirty="0"/>
              <a:t>to</a:t>
            </a:r>
            <a:r>
              <a:rPr spc="-100" dirty="0"/>
              <a:t> the </a:t>
            </a:r>
            <a:r>
              <a:rPr spc="-10" dirty="0"/>
              <a:t>challenge.</a:t>
            </a:r>
          </a:p>
          <a:p>
            <a:pPr marL="616585" marR="5080" algn="just">
              <a:lnSpc>
                <a:spcPct val="116100"/>
              </a:lnSpc>
            </a:pPr>
            <a:r>
              <a:rPr dirty="0"/>
              <a:t>Data</a:t>
            </a:r>
            <a:r>
              <a:rPr spc="250" dirty="0"/>
              <a:t> </a:t>
            </a:r>
            <a:r>
              <a:rPr spc="-25" dirty="0"/>
              <a:t>Persistence:</a:t>
            </a:r>
            <a:r>
              <a:rPr spc="254" dirty="0"/>
              <a:t> </a:t>
            </a:r>
            <a:r>
              <a:rPr dirty="0"/>
              <a:t>The</a:t>
            </a:r>
            <a:r>
              <a:rPr spc="254" dirty="0"/>
              <a:t> </a:t>
            </a:r>
            <a:r>
              <a:rPr dirty="0"/>
              <a:t>underlying</a:t>
            </a:r>
            <a:r>
              <a:rPr spc="254" dirty="0"/>
              <a:t> </a:t>
            </a:r>
            <a:r>
              <a:rPr dirty="0"/>
              <a:t>storage</a:t>
            </a:r>
            <a:r>
              <a:rPr spc="254" dirty="0"/>
              <a:t> </a:t>
            </a:r>
            <a:r>
              <a:rPr dirty="0"/>
              <a:t>mechanism</a:t>
            </a:r>
            <a:r>
              <a:rPr spc="250" dirty="0"/>
              <a:t> </a:t>
            </a:r>
            <a:r>
              <a:rPr spc="-30" dirty="0"/>
              <a:t>(serialization</a:t>
            </a:r>
            <a:r>
              <a:rPr spc="254" dirty="0"/>
              <a:t> </a:t>
            </a:r>
            <a:r>
              <a:rPr dirty="0"/>
              <a:t>to</a:t>
            </a:r>
            <a:r>
              <a:rPr spc="254" dirty="0"/>
              <a:t> </a:t>
            </a:r>
            <a:r>
              <a:rPr spc="114" dirty="0"/>
              <a:t>a</a:t>
            </a:r>
            <a:r>
              <a:rPr spc="254" dirty="0"/>
              <a:t> </a:t>
            </a:r>
            <a:r>
              <a:rPr dirty="0"/>
              <a:t>.dat</a:t>
            </a:r>
            <a:r>
              <a:rPr spc="254" dirty="0"/>
              <a:t> </a:t>
            </a:r>
            <a:r>
              <a:rPr dirty="0"/>
              <a:t>file)</a:t>
            </a:r>
            <a:r>
              <a:rPr spc="250" dirty="0"/>
              <a:t> </a:t>
            </a:r>
            <a:r>
              <a:rPr spc="-25" dirty="0"/>
              <a:t>is </a:t>
            </a:r>
            <a:r>
              <a:rPr dirty="0"/>
              <a:t>abstracted</a:t>
            </a:r>
            <a:r>
              <a:rPr spc="-15" dirty="0"/>
              <a:t> </a:t>
            </a:r>
            <a:r>
              <a:rPr dirty="0"/>
              <a:t>away</a:t>
            </a:r>
            <a:r>
              <a:rPr spc="-10" dirty="0"/>
              <a:t> </a:t>
            </a:r>
            <a:r>
              <a:rPr spc="-20" dirty="0"/>
              <a:t>from</a:t>
            </a:r>
            <a:r>
              <a:rPr spc="-15" dirty="0"/>
              <a:t> </a:t>
            </a:r>
            <a:r>
              <a:rPr dirty="0"/>
              <a:t>the</a:t>
            </a:r>
            <a:r>
              <a:rPr spc="-10" dirty="0"/>
              <a:t> </a:t>
            </a:r>
            <a:r>
              <a:rPr dirty="0"/>
              <a:t>core</a:t>
            </a:r>
            <a:r>
              <a:rPr spc="-15" dirty="0"/>
              <a:t> </a:t>
            </a:r>
            <a:r>
              <a:rPr dirty="0"/>
              <a:t>business</a:t>
            </a:r>
            <a:r>
              <a:rPr spc="-10" dirty="0"/>
              <a:t> logic,</a:t>
            </a:r>
            <a:r>
              <a:rPr spc="-15" dirty="0"/>
              <a:t> </a:t>
            </a:r>
            <a:r>
              <a:rPr dirty="0"/>
              <a:t>allowing</a:t>
            </a:r>
            <a:r>
              <a:rPr spc="-10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program</a:t>
            </a:r>
            <a:r>
              <a:rPr spc="-10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save</a:t>
            </a:r>
            <a:r>
              <a:rPr spc="-15" dirty="0"/>
              <a:t> </a:t>
            </a:r>
            <a:r>
              <a:rPr dirty="0"/>
              <a:t>and</a:t>
            </a:r>
            <a:r>
              <a:rPr spc="-10" dirty="0"/>
              <a:t> </a:t>
            </a:r>
            <a:r>
              <a:rPr spc="-20" dirty="0"/>
              <a:t>load </a:t>
            </a:r>
            <a:r>
              <a:rPr dirty="0"/>
              <a:t>data</a:t>
            </a:r>
            <a:r>
              <a:rPr spc="-125" dirty="0"/>
              <a:t> without</a:t>
            </a:r>
            <a:r>
              <a:rPr spc="-90" dirty="0"/>
              <a:t> </a:t>
            </a:r>
            <a:r>
              <a:rPr spc="-100" dirty="0"/>
              <a:t>other</a:t>
            </a:r>
            <a:r>
              <a:rPr spc="-105" dirty="0"/>
              <a:t> </a:t>
            </a:r>
            <a:r>
              <a:rPr spc="-55" dirty="0"/>
              <a:t>parts</a:t>
            </a:r>
            <a:r>
              <a:rPr spc="-105" dirty="0"/>
              <a:t> </a:t>
            </a:r>
            <a:r>
              <a:rPr dirty="0"/>
              <a:t>of</a:t>
            </a:r>
            <a:r>
              <a:rPr spc="-105" dirty="0"/>
              <a:t> </a:t>
            </a:r>
            <a:r>
              <a:rPr spc="-100" dirty="0"/>
              <a:t>the</a:t>
            </a:r>
            <a:r>
              <a:rPr spc="-105" dirty="0"/>
              <a:t> </a:t>
            </a:r>
            <a:r>
              <a:rPr spc="-40" dirty="0"/>
              <a:t>application</a:t>
            </a:r>
            <a:r>
              <a:rPr spc="-110" dirty="0"/>
              <a:t> </a:t>
            </a:r>
            <a:r>
              <a:rPr spc="-10" dirty="0"/>
              <a:t>needing</a:t>
            </a:r>
            <a:r>
              <a:rPr spc="-105" dirty="0"/>
              <a:t> </a:t>
            </a:r>
            <a:r>
              <a:rPr spc="-55" dirty="0"/>
              <a:t>to</a:t>
            </a:r>
            <a:r>
              <a:rPr spc="-105" dirty="0"/>
              <a:t> </a:t>
            </a:r>
            <a:r>
              <a:rPr spc="-95" dirty="0"/>
              <a:t>know</a:t>
            </a:r>
            <a:r>
              <a:rPr spc="-105" dirty="0"/>
              <a:t> </a:t>
            </a:r>
            <a:r>
              <a:rPr spc="-100" dirty="0"/>
              <a:t>the</a:t>
            </a:r>
            <a:r>
              <a:rPr spc="-105" dirty="0"/>
              <a:t> </a:t>
            </a:r>
            <a:r>
              <a:rPr spc="-65" dirty="0"/>
              <a:t>technical</a:t>
            </a:r>
            <a:r>
              <a:rPr spc="-105" dirty="0"/>
              <a:t> </a:t>
            </a:r>
            <a:r>
              <a:rPr spc="-10" dirty="0"/>
              <a:t>details.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86297" y="0"/>
            <a:ext cx="3000374" cy="3000374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6377" rIns="0" bIns="0" rtlCol="0">
            <a:spAutoFit/>
          </a:bodyPr>
          <a:lstStyle/>
          <a:p>
            <a:pPr marL="1398905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Abstraction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4924" y="1570989"/>
            <a:ext cx="76200" cy="761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4936052" y="1330946"/>
            <a:ext cx="2336165" cy="825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63525">
              <a:lnSpc>
                <a:spcPct val="114100"/>
              </a:lnSpc>
              <a:spcBef>
                <a:spcPts val="100"/>
              </a:spcBef>
            </a:pPr>
            <a:r>
              <a:rPr sz="2300" dirty="0">
                <a:latin typeface="Consolas"/>
                <a:cs typeface="Consolas"/>
              </a:rPr>
              <a:t>warning</a:t>
            </a:r>
            <a:r>
              <a:rPr sz="2300" spc="-175" dirty="0">
                <a:latin typeface="Consolas"/>
                <a:cs typeface="Consolas"/>
              </a:rPr>
              <a:t>  </a:t>
            </a:r>
            <a:r>
              <a:rPr sz="2300" spc="-20" dirty="0">
                <a:latin typeface="Consolas"/>
                <a:cs typeface="Consolas"/>
              </a:rPr>
              <a:t>when </a:t>
            </a:r>
            <a:r>
              <a:rPr sz="2300" dirty="0">
                <a:latin typeface="Consolas"/>
                <a:cs typeface="Consolas"/>
              </a:rPr>
              <a:t>without</a:t>
            </a:r>
            <a:r>
              <a:rPr sz="2300" spc="22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it</a:t>
            </a:r>
            <a:r>
              <a:rPr sz="2300" spc="225" dirty="0">
                <a:latin typeface="Consolas"/>
                <a:cs typeface="Consolas"/>
              </a:rPr>
              <a:t> </a:t>
            </a:r>
            <a:r>
              <a:rPr sz="2300" spc="-25" dirty="0">
                <a:latin typeface="Consolas"/>
                <a:cs typeface="Consolas"/>
              </a:rPr>
              <a:t>the</a:t>
            </a:r>
            <a:endParaRPr sz="23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65478" y="1780602"/>
            <a:ext cx="3969385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latin typeface="Consolas"/>
                <a:cs typeface="Consolas"/>
              </a:rPr>
              <a:t>empty</a:t>
            </a:r>
            <a:r>
              <a:rPr sz="2300" spc="204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storage</a:t>
            </a:r>
            <a:r>
              <a:rPr sz="2300" spc="204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file.</a:t>
            </a:r>
            <a:r>
              <a:rPr sz="2300" spc="204" dirty="0">
                <a:latin typeface="Consolas"/>
                <a:cs typeface="Consolas"/>
              </a:rPr>
              <a:t> </a:t>
            </a:r>
            <a:r>
              <a:rPr sz="2300" spc="-20" dirty="0">
                <a:latin typeface="Consolas"/>
                <a:cs typeface="Consolas"/>
              </a:rPr>
              <a:t>This</a:t>
            </a:r>
            <a:endParaRPr sz="23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87604" y="1330946"/>
            <a:ext cx="8345170" cy="825500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sz="2300" dirty="0">
                <a:latin typeface="Consolas"/>
                <a:cs typeface="Consolas"/>
              </a:rPr>
              <a:t>annotation</a:t>
            </a:r>
            <a:r>
              <a:rPr sz="2300" spc="-175" dirty="0">
                <a:latin typeface="Consolas"/>
                <a:cs typeface="Consolas"/>
              </a:rPr>
              <a:t>  </a:t>
            </a:r>
            <a:r>
              <a:rPr sz="2300" dirty="0">
                <a:latin typeface="Consolas"/>
                <a:cs typeface="Consolas"/>
              </a:rPr>
              <a:t>before</a:t>
            </a:r>
            <a:r>
              <a:rPr sz="2300" spc="-175" dirty="0">
                <a:latin typeface="Consolas"/>
                <a:cs typeface="Consolas"/>
              </a:rPr>
              <a:t>  </a:t>
            </a:r>
            <a:r>
              <a:rPr sz="2300" dirty="0">
                <a:latin typeface="Consolas"/>
                <a:cs typeface="Consolas"/>
              </a:rPr>
              <a:t>readFromFile</a:t>
            </a:r>
            <a:r>
              <a:rPr sz="2300" spc="-170" dirty="0">
                <a:latin typeface="Consolas"/>
                <a:cs typeface="Consolas"/>
              </a:rPr>
              <a:t>  </a:t>
            </a:r>
            <a:r>
              <a:rPr sz="2300" dirty="0">
                <a:latin typeface="Consolas"/>
                <a:cs typeface="Consolas"/>
              </a:rPr>
              <a:t>to</a:t>
            </a:r>
            <a:r>
              <a:rPr sz="2300" spc="-175" dirty="0">
                <a:latin typeface="Consolas"/>
                <a:cs typeface="Consolas"/>
              </a:rPr>
              <a:t>  </a:t>
            </a:r>
            <a:r>
              <a:rPr sz="2300" dirty="0">
                <a:latin typeface="Consolas"/>
                <a:cs typeface="Consolas"/>
              </a:rPr>
              <a:t>avoid</a:t>
            </a:r>
            <a:r>
              <a:rPr sz="2300" spc="-170" dirty="0">
                <a:latin typeface="Consolas"/>
                <a:cs typeface="Consolas"/>
              </a:rPr>
              <a:t>  </a:t>
            </a:r>
            <a:r>
              <a:rPr sz="2300" spc="-10" dirty="0">
                <a:latin typeface="Consolas"/>
                <a:cs typeface="Consolas"/>
              </a:rPr>
              <a:t>compiler</a:t>
            </a:r>
            <a:endParaRPr sz="2300">
              <a:latin typeface="Consolas"/>
              <a:cs typeface="Consolas"/>
            </a:endParaRPr>
          </a:p>
          <a:p>
            <a:pPr marL="5532755">
              <a:lnSpc>
                <a:spcPct val="100000"/>
              </a:lnSpc>
              <a:spcBef>
                <a:spcPts val="390"/>
              </a:spcBef>
            </a:pPr>
            <a:r>
              <a:rPr sz="2300" spc="-25" dirty="0">
                <a:latin typeface="Consolas"/>
                <a:cs typeface="Consolas"/>
              </a:rPr>
              <a:t>is</a:t>
            </a:r>
            <a:endParaRPr sz="23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625653" y="1780602"/>
            <a:ext cx="213741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latin typeface="Consolas"/>
                <a:cs typeface="Consolas"/>
              </a:rPr>
              <a:t>optional,</a:t>
            </a:r>
            <a:r>
              <a:rPr sz="2300" spc="145" dirty="0">
                <a:latin typeface="Consolas"/>
                <a:cs typeface="Consolas"/>
              </a:rPr>
              <a:t> </a:t>
            </a:r>
            <a:r>
              <a:rPr sz="2300" spc="-25" dirty="0">
                <a:latin typeface="Consolas"/>
                <a:cs typeface="Consolas"/>
              </a:rPr>
              <a:t>but</a:t>
            </a:r>
            <a:endParaRPr sz="230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16000" y="930896"/>
            <a:ext cx="5422265" cy="1625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634" marR="5080" indent="-496570">
              <a:lnSpc>
                <a:spcPct val="114100"/>
              </a:lnSpc>
              <a:spcBef>
                <a:spcPts val="100"/>
              </a:spcBef>
            </a:pPr>
            <a:r>
              <a:rPr sz="2300" dirty="0">
                <a:latin typeface="Consolas"/>
                <a:cs typeface="Consolas"/>
              </a:rPr>
              <a:t>Some</a:t>
            </a:r>
            <a:r>
              <a:rPr sz="2300" spc="-9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design</a:t>
            </a:r>
            <a:r>
              <a:rPr sz="2300" spc="-95" dirty="0">
                <a:latin typeface="Consolas"/>
                <a:cs typeface="Consolas"/>
              </a:rPr>
              <a:t> </a:t>
            </a:r>
            <a:r>
              <a:rPr sz="2300" spc="-10" dirty="0">
                <a:latin typeface="Consolas"/>
                <a:cs typeface="Consolas"/>
              </a:rPr>
              <a:t>choices: @SuppressWarnings("unchecked") </a:t>
            </a:r>
            <a:r>
              <a:rPr sz="2300" dirty="0">
                <a:latin typeface="Consolas"/>
                <a:cs typeface="Consolas"/>
              </a:rPr>
              <a:t>prgram</a:t>
            </a:r>
            <a:r>
              <a:rPr sz="2300" spc="18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first</a:t>
            </a:r>
            <a:r>
              <a:rPr sz="2300" spc="190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initiated</a:t>
            </a:r>
            <a:r>
              <a:rPr sz="2300" spc="185" dirty="0">
                <a:latin typeface="Consolas"/>
                <a:cs typeface="Consolas"/>
              </a:rPr>
              <a:t> </a:t>
            </a:r>
            <a:r>
              <a:rPr sz="2300" spc="-10" dirty="0">
                <a:latin typeface="Consolas"/>
                <a:cs typeface="Consolas"/>
              </a:rPr>
              <a:t>without </a:t>
            </a:r>
            <a:r>
              <a:rPr sz="2300" dirty="0">
                <a:latin typeface="Consolas"/>
                <a:cs typeface="Consolas"/>
              </a:rPr>
              <a:t>compiler</a:t>
            </a:r>
            <a:r>
              <a:rPr sz="2300" spc="36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will</a:t>
            </a:r>
            <a:r>
              <a:rPr sz="2300" spc="370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then</a:t>
            </a:r>
            <a:r>
              <a:rPr sz="2300" spc="370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display</a:t>
            </a:r>
            <a:r>
              <a:rPr sz="2300" spc="365" dirty="0">
                <a:latin typeface="Consolas"/>
                <a:cs typeface="Consolas"/>
              </a:rPr>
              <a:t> </a:t>
            </a:r>
            <a:r>
              <a:rPr sz="2300" spc="-50" dirty="0">
                <a:latin typeface="Consolas"/>
                <a:cs typeface="Consolas"/>
              </a:rPr>
              <a:t>a</a:t>
            </a:r>
            <a:endParaRPr sz="23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38382" y="1730996"/>
            <a:ext cx="1353820" cy="825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72720">
              <a:lnSpc>
                <a:spcPct val="114100"/>
              </a:lnSpc>
              <a:spcBef>
                <a:spcPts val="100"/>
              </a:spcBef>
            </a:pPr>
            <a:r>
              <a:rPr sz="2300" dirty="0">
                <a:latin typeface="Consolas"/>
                <a:cs typeface="Consolas"/>
              </a:rPr>
              <a:t>or</a:t>
            </a:r>
            <a:r>
              <a:rPr sz="2300" spc="265" dirty="0">
                <a:latin typeface="Consolas"/>
                <a:cs typeface="Consolas"/>
              </a:rPr>
              <a:t> </a:t>
            </a:r>
            <a:r>
              <a:rPr sz="2300" spc="-20" dirty="0">
                <a:latin typeface="Consolas"/>
                <a:cs typeface="Consolas"/>
              </a:rPr>
              <a:t>with </a:t>
            </a:r>
            <a:r>
              <a:rPr sz="2300" spc="-10" dirty="0">
                <a:latin typeface="Consolas"/>
                <a:cs typeface="Consolas"/>
              </a:rPr>
              <a:t>warning</a:t>
            </a:r>
            <a:endParaRPr sz="23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74247" y="2180652"/>
            <a:ext cx="949833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latin typeface="Consolas"/>
                <a:cs typeface="Consolas"/>
              </a:rPr>
              <a:t>every</a:t>
            </a:r>
            <a:r>
              <a:rPr sz="2300" spc="39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time</a:t>
            </a:r>
            <a:r>
              <a:rPr sz="2300" spc="39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the</a:t>
            </a:r>
            <a:r>
              <a:rPr sz="2300" spc="39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user</a:t>
            </a:r>
            <a:r>
              <a:rPr sz="2300" spc="39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compile</a:t>
            </a:r>
            <a:r>
              <a:rPr sz="2300" spc="39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the</a:t>
            </a:r>
            <a:r>
              <a:rPr sz="2300" spc="39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file,</a:t>
            </a:r>
            <a:r>
              <a:rPr sz="2300" spc="39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which</a:t>
            </a:r>
            <a:r>
              <a:rPr sz="2300" spc="39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is</a:t>
            </a:r>
            <a:r>
              <a:rPr sz="2300" spc="400" dirty="0">
                <a:latin typeface="Consolas"/>
                <a:cs typeface="Consolas"/>
              </a:rPr>
              <a:t> </a:t>
            </a:r>
            <a:r>
              <a:rPr sz="2300" spc="-10" dirty="0">
                <a:latin typeface="Consolas"/>
                <a:cs typeface="Consolas"/>
              </a:rPr>
              <a:t>generally</a:t>
            </a:r>
            <a:endParaRPr sz="230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12490" y="2531096"/>
            <a:ext cx="12475845" cy="1225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100"/>
              </a:lnSpc>
              <a:spcBef>
                <a:spcPts val="100"/>
              </a:spcBef>
            </a:pPr>
            <a:r>
              <a:rPr sz="2300" dirty="0">
                <a:latin typeface="Consolas"/>
                <a:cs typeface="Consolas"/>
              </a:rPr>
              <a:t>discouraged</a:t>
            </a:r>
            <a:r>
              <a:rPr sz="2300" spc="-110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in</a:t>
            </a:r>
            <a:r>
              <a:rPr sz="2300" spc="-10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professional</a:t>
            </a:r>
            <a:r>
              <a:rPr sz="2300" spc="-10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code</a:t>
            </a:r>
            <a:r>
              <a:rPr sz="2300" spc="-10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systems,</a:t>
            </a:r>
            <a:r>
              <a:rPr sz="2300" spc="-10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as</a:t>
            </a:r>
            <a:r>
              <a:rPr sz="2300" spc="-10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it</a:t>
            </a:r>
            <a:r>
              <a:rPr sz="2300" spc="-10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can</a:t>
            </a:r>
            <a:r>
              <a:rPr sz="2300" spc="-10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hide</a:t>
            </a:r>
            <a:r>
              <a:rPr sz="2300" spc="-10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important</a:t>
            </a:r>
            <a:r>
              <a:rPr sz="2300" spc="-105" dirty="0">
                <a:latin typeface="Consolas"/>
                <a:cs typeface="Consolas"/>
              </a:rPr>
              <a:t> </a:t>
            </a:r>
            <a:r>
              <a:rPr sz="2300" spc="-10" dirty="0">
                <a:latin typeface="Consolas"/>
                <a:cs typeface="Consolas"/>
              </a:rPr>
              <a:t>warnings. </a:t>
            </a:r>
            <a:r>
              <a:rPr sz="2300" dirty="0">
                <a:latin typeface="Consolas"/>
                <a:cs typeface="Consolas"/>
              </a:rPr>
              <a:t>some</a:t>
            </a:r>
            <a:r>
              <a:rPr sz="2300" spc="110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functions,</a:t>
            </a:r>
            <a:r>
              <a:rPr sz="2300" spc="110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if</a:t>
            </a:r>
            <a:r>
              <a:rPr sz="2300" spc="114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not</a:t>
            </a:r>
            <a:r>
              <a:rPr sz="2300" spc="110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called</a:t>
            </a:r>
            <a:r>
              <a:rPr sz="2300" spc="114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or</a:t>
            </a:r>
            <a:r>
              <a:rPr sz="2300" spc="110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will</a:t>
            </a:r>
            <a:r>
              <a:rPr sz="2300" spc="110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be</a:t>
            </a:r>
            <a:r>
              <a:rPr sz="2300" spc="114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made</a:t>
            </a:r>
            <a:r>
              <a:rPr sz="2300" spc="110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to</a:t>
            </a:r>
            <a:r>
              <a:rPr sz="2300" spc="114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be</a:t>
            </a:r>
            <a:r>
              <a:rPr sz="2300" spc="110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called</a:t>
            </a:r>
            <a:r>
              <a:rPr sz="2300" spc="110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by</a:t>
            </a:r>
            <a:r>
              <a:rPr sz="2300" spc="114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other</a:t>
            </a:r>
            <a:r>
              <a:rPr sz="2300" spc="110" dirty="0">
                <a:latin typeface="Consolas"/>
                <a:cs typeface="Consolas"/>
              </a:rPr>
              <a:t> </a:t>
            </a:r>
            <a:r>
              <a:rPr sz="2300" spc="-10" dirty="0">
                <a:latin typeface="Consolas"/>
                <a:cs typeface="Consolas"/>
              </a:rPr>
              <a:t>classes, </a:t>
            </a:r>
            <a:r>
              <a:rPr sz="2300" dirty="0">
                <a:latin typeface="Consolas"/>
                <a:cs typeface="Consolas"/>
              </a:rPr>
              <a:t>to</a:t>
            </a:r>
            <a:r>
              <a:rPr sz="2300" spc="-110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isolate</a:t>
            </a:r>
            <a:r>
              <a:rPr sz="2300" spc="-10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the</a:t>
            </a:r>
            <a:r>
              <a:rPr sz="2300" spc="-110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internal</a:t>
            </a:r>
            <a:r>
              <a:rPr sz="2300" spc="-10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workings</a:t>
            </a:r>
            <a:r>
              <a:rPr sz="2300" spc="-10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of</a:t>
            </a:r>
            <a:r>
              <a:rPr sz="2300" spc="-110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the</a:t>
            </a:r>
            <a:r>
              <a:rPr sz="2300" spc="-10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class,</a:t>
            </a:r>
            <a:r>
              <a:rPr sz="2300" spc="-10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strengthening</a:t>
            </a:r>
            <a:r>
              <a:rPr sz="2300" spc="-110" dirty="0">
                <a:latin typeface="Consolas"/>
                <a:cs typeface="Consolas"/>
              </a:rPr>
              <a:t> </a:t>
            </a:r>
            <a:r>
              <a:rPr sz="2300" spc="-10" dirty="0">
                <a:latin typeface="Consolas"/>
                <a:cs typeface="Consolas"/>
              </a:rPr>
              <a:t>security</a:t>
            </a:r>
            <a:endParaRPr sz="2300">
              <a:latin typeface="Consolas"/>
              <a:cs typeface="Consolas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4924" y="3171189"/>
            <a:ext cx="76200" cy="7619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4145924" y="2980752"/>
            <a:ext cx="3126105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latin typeface="Consolas"/>
                <a:cs typeface="Consolas"/>
              </a:rPr>
              <a:t>can</a:t>
            </a:r>
            <a:r>
              <a:rPr sz="2300" spc="12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be</a:t>
            </a:r>
            <a:r>
              <a:rPr sz="2300" spc="12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made</a:t>
            </a:r>
            <a:r>
              <a:rPr sz="2300" spc="130" dirty="0">
                <a:latin typeface="Consolas"/>
                <a:cs typeface="Consolas"/>
              </a:rPr>
              <a:t> </a:t>
            </a:r>
            <a:r>
              <a:rPr sz="2300" spc="-10" dirty="0">
                <a:latin typeface="Consolas"/>
                <a:cs typeface="Consolas"/>
              </a:rPr>
              <a:t>private</a:t>
            </a:r>
            <a:endParaRPr sz="2300">
              <a:latin typeface="Consolas"/>
              <a:cs typeface="Consolas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4924" y="3971289"/>
            <a:ext cx="76200" cy="7619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512490" y="3731246"/>
            <a:ext cx="12105005" cy="825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100"/>
              </a:lnSpc>
              <a:spcBef>
                <a:spcPts val="100"/>
              </a:spcBef>
            </a:pPr>
            <a:r>
              <a:rPr sz="2300" dirty="0">
                <a:latin typeface="Consolas"/>
                <a:cs typeface="Consolas"/>
              </a:rPr>
              <a:t>A</a:t>
            </a:r>
            <a:r>
              <a:rPr sz="2300" spc="210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lot</a:t>
            </a:r>
            <a:r>
              <a:rPr sz="2300" spc="21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of</a:t>
            </a:r>
            <a:r>
              <a:rPr sz="2300" spc="21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functions</a:t>
            </a:r>
            <a:r>
              <a:rPr sz="2300" spc="21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use</a:t>
            </a:r>
            <a:r>
              <a:rPr sz="2300" spc="210" dirty="0">
                <a:latin typeface="Consolas"/>
                <a:cs typeface="Consolas"/>
              </a:rPr>
              <a:t> </a:t>
            </a:r>
            <a:r>
              <a:rPr sz="2300" spc="-25" dirty="0">
                <a:latin typeface="Consolas"/>
                <a:cs typeface="Consolas"/>
              </a:rPr>
              <a:t>do-</a:t>
            </a:r>
            <a:r>
              <a:rPr sz="2300" dirty="0">
                <a:latin typeface="Consolas"/>
                <a:cs typeface="Consolas"/>
              </a:rPr>
              <a:t>while</a:t>
            </a:r>
            <a:r>
              <a:rPr sz="2300" spc="21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loop</a:t>
            </a:r>
            <a:r>
              <a:rPr sz="2300" spc="21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instead</a:t>
            </a:r>
            <a:r>
              <a:rPr sz="2300" spc="21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of</a:t>
            </a:r>
            <a:r>
              <a:rPr sz="2300" spc="210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while</a:t>
            </a:r>
            <a:r>
              <a:rPr sz="2300" spc="21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loop.</a:t>
            </a:r>
            <a:r>
              <a:rPr sz="2300" spc="215" dirty="0">
                <a:latin typeface="Consolas"/>
                <a:cs typeface="Consolas"/>
              </a:rPr>
              <a:t> </a:t>
            </a:r>
            <a:r>
              <a:rPr sz="2300" spc="-25" dirty="0">
                <a:latin typeface="Consolas"/>
                <a:cs typeface="Consolas"/>
              </a:rPr>
              <a:t>do-</a:t>
            </a:r>
            <a:r>
              <a:rPr sz="2300" dirty="0">
                <a:latin typeface="Consolas"/>
                <a:cs typeface="Consolas"/>
              </a:rPr>
              <a:t>while</a:t>
            </a:r>
            <a:r>
              <a:rPr sz="2300" spc="215" dirty="0">
                <a:latin typeface="Consolas"/>
                <a:cs typeface="Consolas"/>
              </a:rPr>
              <a:t> </a:t>
            </a:r>
            <a:r>
              <a:rPr sz="2300" spc="-20" dirty="0">
                <a:latin typeface="Consolas"/>
                <a:cs typeface="Consolas"/>
              </a:rPr>
              <a:t>loop </a:t>
            </a:r>
            <a:r>
              <a:rPr sz="2300" dirty="0">
                <a:latin typeface="Consolas"/>
                <a:cs typeface="Consolas"/>
              </a:rPr>
              <a:t>then</a:t>
            </a:r>
            <a:r>
              <a:rPr sz="2300" spc="23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check</a:t>
            </a:r>
            <a:r>
              <a:rPr sz="2300" spc="23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condition,</a:t>
            </a:r>
            <a:r>
              <a:rPr sz="2300" spc="23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ensuring</a:t>
            </a:r>
            <a:r>
              <a:rPr sz="2300" spc="23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code</a:t>
            </a:r>
            <a:r>
              <a:rPr sz="2300" spc="23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runs</a:t>
            </a:r>
            <a:r>
              <a:rPr sz="2300" spc="23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at</a:t>
            </a:r>
            <a:r>
              <a:rPr sz="2300" spc="23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least</a:t>
            </a:r>
            <a:r>
              <a:rPr sz="2300" spc="23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once,</a:t>
            </a:r>
            <a:r>
              <a:rPr sz="2300" spc="23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while</a:t>
            </a:r>
            <a:r>
              <a:rPr sz="2300" spc="23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loop</a:t>
            </a:r>
            <a:r>
              <a:rPr sz="2300" spc="235" dirty="0">
                <a:latin typeface="Consolas"/>
                <a:cs typeface="Consolas"/>
              </a:rPr>
              <a:t> </a:t>
            </a:r>
            <a:r>
              <a:rPr sz="2300" spc="-10" dirty="0">
                <a:latin typeface="Consolas"/>
                <a:cs typeface="Consolas"/>
              </a:rPr>
              <a:t>check</a:t>
            </a:r>
            <a:endParaRPr sz="2300">
              <a:latin typeface="Consolas"/>
              <a:cs typeface="Consola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655205" y="3731246"/>
            <a:ext cx="1630045" cy="825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32715">
              <a:lnSpc>
                <a:spcPct val="114100"/>
              </a:lnSpc>
              <a:spcBef>
                <a:spcPts val="100"/>
              </a:spcBef>
            </a:pPr>
            <a:r>
              <a:rPr sz="2300" dirty="0">
                <a:latin typeface="Consolas"/>
                <a:cs typeface="Consolas"/>
              </a:rPr>
              <a:t>runs</a:t>
            </a:r>
            <a:r>
              <a:rPr sz="2300" spc="210" dirty="0">
                <a:latin typeface="Consolas"/>
                <a:cs typeface="Consolas"/>
              </a:rPr>
              <a:t> </a:t>
            </a:r>
            <a:r>
              <a:rPr sz="2300" spc="-20" dirty="0">
                <a:latin typeface="Consolas"/>
                <a:cs typeface="Consolas"/>
              </a:rPr>
              <a:t>code </a:t>
            </a:r>
            <a:r>
              <a:rPr sz="2300" spc="-10" dirty="0">
                <a:latin typeface="Consolas"/>
                <a:cs typeface="Consolas"/>
              </a:rPr>
              <a:t>condition</a:t>
            </a:r>
            <a:endParaRPr sz="2300">
              <a:latin typeface="Consolas"/>
              <a:cs typeface="Consola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291426" y="3731246"/>
            <a:ext cx="828040" cy="825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64465">
              <a:lnSpc>
                <a:spcPct val="114100"/>
              </a:lnSpc>
              <a:spcBef>
                <a:spcPts val="100"/>
              </a:spcBef>
            </a:pPr>
            <a:r>
              <a:rPr sz="2300" spc="-25" dirty="0">
                <a:latin typeface="Consolas"/>
                <a:cs typeface="Consolas"/>
              </a:rPr>
              <a:t>body </a:t>
            </a:r>
            <a:r>
              <a:rPr sz="2300" spc="-10" dirty="0">
                <a:latin typeface="Consolas"/>
                <a:cs typeface="Consolas"/>
              </a:rPr>
              <a:t>first</a:t>
            </a:r>
            <a:endParaRPr sz="2300">
              <a:latin typeface="Consolas"/>
              <a:cs typeface="Consola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290035" y="3731246"/>
            <a:ext cx="982344" cy="825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100"/>
              </a:lnSpc>
              <a:spcBef>
                <a:spcPts val="100"/>
              </a:spcBef>
            </a:pPr>
            <a:r>
              <a:rPr sz="2300" spc="-20" dirty="0">
                <a:latin typeface="Consolas"/>
                <a:cs typeface="Consolas"/>
              </a:rPr>
              <a:t>first, before</a:t>
            </a:r>
            <a:endParaRPr sz="2300">
              <a:latin typeface="Consolas"/>
              <a:cs typeface="Consola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12490" y="4531346"/>
            <a:ext cx="15760065" cy="1225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4100"/>
              </a:lnSpc>
              <a:spcBef>
                <a:spcPts val="100"/>
              </a:spcBef>
            </a:pPr>
            <a:r>
              <a:rPr sz="2300" dirty="0">
                <a:latin typeface="Consolas"/>
                <a:cs typeface="Consolas"/>
              </a:rPr>
              <a:t>running</a:t>
            </a:r>
            <a:r>
              <a:rPr sz="2300" spc="-3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code</a:t>
            </a:r>
            <a:r>
              <a:rPr sz="2300" spc="-3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body</a:t>
            </a:r>
            <a:r>
              <a:rPr sz="2300" spc="-3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and</a:t>
            </a:r>
            <a:r>
              <a:rPr sz="2300" spc="-3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might</a:t>
            </a:r>
            <a:r>
              <a:rPr sz="2300" spc="-3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lead</a:t>
            </a:r>
            <a:r>
              <a:rPr sz="2300" spc="-3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to</a:t>
            </a:r>
            <a:r>
              <a:rPr sz="2300" spc="-3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code</a:t>
            </a:r>
            <a:r>
              <a:rPr sz="2300" spc="-3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body</a:t>
            </a:r>
            <a:r>
              <a:rPr sz="2300" spc="-3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failing</a:t>
            </a:r>
            <a:r>
              <a:rPr sz="2300" spc="-3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to</a:t>
            </a:r>
            <a:r>
              <a:rPr sz="2300" spc="-3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run</a:t>
            </a:r>
            <a:r>
              <a:rPr sz="2300" spc="-3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even</a:t>
            </a:r>
            <a:r>
              <a:rPr sz="2300" spc="-3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once,</a:t>
            </a:r>
            <a:r>
              <a:rPr sz="2300" spc="-3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therefore</a:t>
            </a:r>
            <a:r>
              <a:rPr sz="2300" spc="-3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making</a:t>
            </a:r>
            <a:r>
              <a:rPr sz="2300" spc="-3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this</a:t>
            </a:r>
            <a:r>
              <a:rPr sz="2300" spc="-35" dirty="0">
                <a:latin typeface="Consolas"/>
                <a:cs typeface="Consolas"/>
              </a:rPr>
              <a:t> </a:t>
            </a:r>
            <a:r>
              <a:rPr sz="2300" spc="-20" dirty="0">
                <a:latin typeface="Consolas"/>
                <a:cs typeface="Consolas"/>
              </a:rPr>
              <a:t>loop </a:t>
            </a:r>
            <a:r>
              <a:rPr sz="2300" dirty="0">
                <a:latin typeface="Consolas"/>
                <a:cs typeface="Consolas"/>
              </a:rPr>
              <a:t>more</a:t>
            </a:r>
            <a:r>
              <a:rPr sz="2300" spc="340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ideal</a:t>
            </a:r>
            <a:r>
              <a:rPr sz="2300" spc="340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for</a:t>
            </a:r>
            <a:r>
              <a:rPr sz="2300" spc="340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UI</a:t>
            </a:r>
            <a:r>
              <a:rPr sz="2300" spc="340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and</a:t>
            </a:r>
            <a:r>
              <a:rPr sz="2300" spc="340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input.</a:t>
            </a:r>
            <a:r>
              <a:rPr sz="2300" spc="340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Replacing</a:t>
            </a:r>
            <a:r>
              <a:rPr sz="2300" spc="340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them</a:t>
            </a:r>
            <a:r>
              <a:rPr sz="2300" spc="340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with</a:t>
            </a:r>
            <a:r>
              <a:rPr sz="2300" spc="340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while</a:t>
            </a:r>
            <a:r>
              <a:rPr sz="2300" spc="340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loop</a:t>
            </a:r>
            <a:r>
              <a:rPr sz="2300" spc="340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make</a:t>
            </a:r>
            <a:r>
              <a:rPr sz="2300" spc="340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the</a:t>
            </a:r>
            <a:r>
              <a:rPr sz="2300" spc="340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code</a:t>
            </a:r>
            <a:r>
              <a:rPr sz="2300" spc="340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less</a:t>
            </a:r>
            <a:r>
              <a:rPr sz="2300" spc="34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clean</a:t>
            </a:r>
            <a:r>
              <a:rPr sz="2300" spc="340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and</a:t>
            </a:r>
            <a:r>
              <a:rPr sz="2300" spc="340" dirty="0">
                <a:latin typeface="Consolas"/>
                <a:cs typeface="Consolas"/>
              </a:rPr>
              <a:t> </a:t>
            </a:r>
            <a:r>
              <a:rPr sz="2300" spc="-20" dirty="0">
                <a:latin typeface="Consolas"/>
                <a:cs typeface="Consolas"/>
              </a:rPr>
              <a:t>more </a:t>
            </a:r>
            <a:r>
              <a:rPr sz="2300" dirty="0">
                <a:latin typeface="Consolas"/>
                <a:cs typeface="Consolas"/>
              </a:rPr>
              <a:t>prone</a:t>
            </a:r>
            <a:r>
              <a:rPr sz="2300" spc="-13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to</a:t>
            </a:r>
            <a:r>
              <a:rPr sz="2300" spc="-130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awkward</a:t>
            </a:r>
            <a:r>
              <a:rPr sz="2300" spc="-130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initialization</a:t>
            </a:r>
            <a:r>
              <a:rPr sz="2300" spc="-130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scenarios,</a:t>
            </a:r>
            <a:r>
              <a:rPr sz="2300" spc="-130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despite</a:t>
            </a:r>
            <a:r>
              <a:rPr sz="2300" spc="-130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results</a:t>
            </a:r>
            <a:r>
              <a:rPr sz="2300" spc="-130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being</a:t>
            </a:r>
            <a:r>
              <a:rPr sz="2300" spc="-130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practically</a:t>
            </a:r>
            <a:r>
              <a:rPr sz="2300" spc="-130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the</a:t>
            </a:r>
            <a:r>
              <a:rPr sz="2300" spc="-130" dirty="0">
                <a:latin typeface="Consolas"/>
                <a:cs typeface="Consolas"/>
              </a:rPr>
              <a:t> </a:t>
            </a:r>
            <a:r>
              <a:rPr sz="2300" spc="-20" dirty="0">
                <a:latin typeface="Consolas"/>
                <a:cs typeface="Consolas"/>
              </a:rPr>
              <a:t>same</a:t>
            </a:r>
            <a:endParaRPr sz="2300">
              <a:latin typeface="Consolas"/>
              <a:cs typeface="Consolas"/>
            </a:endParaRPr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4924" y="5971539"/>
            <a:ext cx="76200" cy="76199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1512490" y="5781102"/>
            <a:ext cx="808990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latin typeface="Consolas"/>
                <a:cs typeface="Consolas"/>
              </a:rPr>
              <a:t>models</a:t>
            </a:r>
            <a:r>
              <a:rPr sz="2300" spc="210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classes</a:t>
            </a:r>
            <a:r>
              <a:rPr sz="2300" spc="21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need</a:t>
            </a:r>
            <a:r>
              <a:rPr sz="2300" spc="21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default</a:t>
            </a:r>
            <a:r>
              <a:rPr sz="2300" spc="210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constructors</a:t>
            </a:r>
            <a:r>
              <a:rPr sz="2300" spc="21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in</a:t>
            </a:r>
            <a:r>
              <a:rPr sz="2300" spc="215" dirty="0">
                <a:latin typeface="Consolas"/>
                <a:cs typeface="Consolas"/>
              </a:rPr>
              <a:t> </a:t>
            </a:r>
            <a:r>
              <a:rPr sz="2300" spc="-10" dirty="0">
                <a:latin typeface="Consolas"/>
                <a:cs typeface="Consolas"/>
              </a:rPr>
              <a:t>cases</a:t>
            </a:r>
            <a:endParaRPr sz="2300">
              <a:latin typeface="Consolas"/>
              <a:cs typeface="Consola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772416" y="5781102"/>
            <a:ext cx="1661795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latin typeface="Consolas"/>
                <a:cs typeface="Consolas"/>
              </a:rPr>
              <a:t>be</a:t>
            </a:r>
            <a:r>
              <a:rPr sz="2300" spc="285" dirty="0">
                <a:latin typeface="Consolas"/>
                <a:cs typeface="Consolas"/>
              </a:rPr>
              <a:t> </a:t>
            </a:r>
            <a:r>
              <a:rPr sz="2300" spc="-10" dirty="0">
                <a:latin typeface="Consolas"/>
                <a:cs typeface="Consolas"/>
              </a:rPr>
              <a:t>created</a:t>
            </a:r>
            <a:endParaRPr sz="2300">
              <a:latin typeface="Consolas"/>
              <a:cs typeface="Consola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12490" y="6181152"/>
            <a:ext cx="8272145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latin typeface="Consolas"/>
                <a:cs typeface="Consolas"/>
              </a:rPr>
              <a:t>then</a:t>
            </a:r>
            <a:r>
              <a:rPr sz="2300" spc="-305" dirty="0">
                <a:latin typeface="Consolas"/>
                <a:cs typeface="Consolas"/>
              </a:rPr>
              <a:t>  </a:t>
            </a:r>
            <a:r>
              <a:rPr sz="2300" dirty="0">
                <a:latin typeface="Consolas"/>
                <a:cs typeface="Consolas"/>
              </a:rPr>
              <a:t>populated</a:t>
            </a:r>
            <a:r>
              <a:rPr sz="2300" spc="-305" dirty="0">
                <a:latin typeface="Consolas"/>
                <a:cs typeface="Consolas"/>
              </a:rPr>
              <a:t>  </a:t>
            </a:r>
            <a:r>
              <a:rPr sz="2300" dirty="0">
                <a:latin typeface="Consolas"/>
                <a:cs typeface="Consolas"/>
              </a:rPr>
              <a:t>via</a:t>
            </a:r>
            <a:r>
              <a:rPr sz="2300" spc="-305" dirty="0">
                <a:latin typeface="Consolas"/>
                <a:cs typeface="Consolas"/>
              </a:rPr>
              <a:t>  </a:t>
            </a:r>
            <a:r>
              <a:rPr sz="2300" dirty="0">
                <a:latin typeface="Consolas"/>
                <a:cs typeface="Consolas"/>
              </a:rPr>
              <a:t>setter</a:t>
            </a:r>
            <a:r>
              <a:rPr sz="2300" spc="-300" dirty="0">
                <a:latin typeface="Consolas"/>
                <a:cs typeface="Consolas"/>
              </a:rPr>
              <a:t>  </a:t>
            </a:r>
            <a:r>
              <a:rPr sz="2300" dirty="0">
                <a:latin typeface="Consolas"/>
                <a:cs typeface="Consolas"/>
              </a:rPr>
              <a:t>methods,</a:t>
            </a:r>
            <a:r>
              <a:rPr sz="2300" spc="-305" dirty="0">
                <a:latin typeface="Consolas"/>
                <a:cs typeface="Consolas"/>
              </a:rPr>
              <a:t>  </a:t>
            </a:r>
            <a:r>
              <a:rPr sz="2300" dirty="0">
                <a:latin typeface="Consolas"/>
                <a:cs typeface="Consolas"/>
              </a:rPr>
              <a:t>otherwise</a:t>
            </a:r>
            <a:r>
              <a:rPr sz="2300" spc="-305" dirty="0">
                <a:latin typeface="Consolas"/>
                <a:cs typeface="Consolas"/>
              </a:rPr>
              <a:t>  </a:t>
            </a:r>
            <a:r>
              <a:rPr sz="2300" spc="-25" dirty="0">
                <a:latin typeface="Consolas"/>
                <a:cs typeface="Consolas"/>
              </a:rPr>
              <a:t>can</a:t>
            </a:r>
            <a:endParaRPr sz="2300">
              <a:latin typeface="Consolas"/>
              <a:cs typeface="Consola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777978" y="5731496"/>
            <a:ext cx="3818890" cy="825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1460" marR="5080" indent="-239395">
              <a:lnSpc>
                <a:spcPct val="114100"/>
              </a:lnSpc>
              <a:spcBef>
                <a:spcPts val="100"/>
              </a:spcBef>
            </a:pPr>
            <a:r>
              <a:rPr sz="2300" dirty="0">
                <a:latin typeface="Consolas"/>
                <a:cs typeface="Consolas"/>
              </a:rPr>
              <a:t>that</a:t>
            </a:r>
            <a:r>
              <a:rPr sz="2300" spc="21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require</a:t>
            </a:r>
            <a:r>
              <a:rPr sz="2300" spc="220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objects</a:t>
            </a:r>
            <a:r>
              <a:rPr sz="2300" spc="220" dirty="0">
                <a:latin typeface="Consolas"/>
                <a:cs typeface="Consolas"/>
              </a:rPr>
              <a:t> </a:t>
            </a:r>
            <a:r>
              <a:rPr sz="2300" spc="-25" dirty="0">
                <a:latin typeface="Consolas"/>
                <a:cs typeface="Consolas"/>
              </a:rPr>
              <a:t>to </a:t>
            </a:r>
            <a:r>
              <a:rPr sz="2300" dirty="0">
                <a:latin typeface="Consolas"/>
                <a:cs typeface="Consolas"/>
              </a:rPr>
              <a:t>be</a:t>
            </a:r>
            <a:r>
              <a:rPr sz="2300" spc="-295" dirty="0">
                <a:latin typeface="Consolas"/>
                <a:cs typeface="Consolas"/>
              </a:rPr>
              <a:t>  </a:t>
            </a:r>
            <a:r>
              <a:rPr sz="2300" dirty="0">
                <a:latin typeface="Consolas"/>
                <a:cs typeface="Consolas"/>
              </a:rPr>
              <a:t>removed,</a:t>
            </a:r>
            <a:r>
              <a:rPr sz="2300" spc="-290" dirty="0">
                <a:latin typeface="Consolas"/>
                <a:cs typeface="Consolas"/>
              </a:rPr>
              <a:t>  </a:t>
            </a:r>
            <a:r>
              <a:rPr sz="2300" spc="-25" dirty="0">
                <a:latin typeface="Consolas"/>
                <a:cs typeface="Consolas"/>
              </a:rPr>
              <a:t>but</a:t>
            </a:r>
            <a:endParaRPr sz="2300">
              <a:latin typeface="Consolas"/>
              <a:cs typeface="Consola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864971" y="6181152"/>
            <a:ext cx="261493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latin typeface="Consolas"/>
                <a:cs typeface="Consolas"/>
              </a:rPr>
              <a:t>keeping</a:t>
            </a:r>
            <a:r>
              <a:rPr sz="2300" spc="-290" dirty="0">
                <a:latin typeface="Consolas"/>
                <a:cs typeface="Consolas"/>
              </a:rPr>
              <a:t>  </a:t>
            </a:r>
            <a:r>
              <a:rPr sz="2300" dirty="0">
                <a:latin typeface="Consolas"/>
                <a:cs typeface="Consolas"/>
              </a:rPr>
              <a:t>is</a:t>
            </a:r>
            <a:r>
              <a:rPr sz="2300" spc="-285" dirty="0">
                <a:latin typeface="Consolas"/>
                <a:cs typeface="Consolas"/>
              </a:rPr>
              <a:t>  </a:t>
            </a:r>
            <a:r>
              <a:rPr sz="2300" spc="-20" dirty="0">
                <a:latin typeface="Consolas"/>
                <a:cs typeface="Consolas"/>
              </a:rPr>
              <a:t>more</a:t>
            </a:r>
            <a:endParaRPr sz="2300">
              <a:latin typeface="Consolas"/>
              <a:cs typeface="Consola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5610231" y="5731496"/>
            <a:ext cx="1661795" cy="825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4935" marR="5080" indent="-102870">
              <a:lnSpc>
                <a:spcPct val="114100"/>
              </a:lnSpc>
              <a:spcBef>
                <a:spcPts val="100"/>
              </a:spcBef>
            </a:pPr>
            <a:r>
              <a:rPr sz="2300" dirty="0">
                <a:latin typeface="Consolas"/>
                <a:cs typeface="Consolas"/>
              </a:rPr>
              <a:t>first,</a:t>
            </a:r>
            <a:r>
              <a:rPr sz="2300" spc="215" dirty="0">
                <a:latin typeface="Consolas"/>
                <a:cs typeface="Consolas"/>
              </a:rPr>
              <a:t> </a:t>
            </a:r>
            <a:r>
              <a:rPr sz="2300" spc="-25" dirty="0">
                <a:latin typeface="Consolas"/>
                <a:cs typeface="Consolas"/>
              </a:rPr>
              <a:t>and </a:t>
            </a:r>
            <a:r>
              <a:rPr sz="2300" dirty="0">
                <a:latin typeface="Consolas"/>
                <a:cs typeface="Consolas"/>
              </a:rPr>
              <a:t>ideal</a:t>
            </a:r>
            <a:r>
              <a:rPr sz="2300" spc="-295" dirty="0">
                <a:latin typeface="Consolas"/>
                <a:cs typeface="Consolas"/>
              </a:rPr>
              <a:t>  </a:t>
            </a:r>
            <a:r>
              <a:rPr sz="2300" spc="-25" dirty="0">
                <a:latin typeface="Consolas"/>
                <a:cs typeface="Consolas"/>
              </a:rPr>
              <a:t>for</a:t>
            </a:r>
            <a:endParaRPr sz="2300">
              <a:latin typeface="Consolas"/>
              <a:cs typeface="Consola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512490" y="6531596"/>
            <a:ext cx="15760065" cy="2425700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sz="2300" spc="-10" dirty="0">
                <a:latin typeface="Consolas"/>
                <a:cs typeface="Consolas"/>
              </a:rPr>
              <a:t>flexibility</a:t>
            </a:r>
            <a:endParaRPr sz="2300">
              <a:latin typeface="Consolas"/>
              <a:cs typeface="Consolas"/>
            </a:endParaRPr>
          </a:p>
          <a:p>
            <a:pPr marL="12700" marR="5080" algn="just">
              <a:lnSpc>
                <a:spcPct val="114100"/>
              </a:lnSpc>
            </a:pPr>
            <a:r>
              <a:rPr sz="2300" dirty="0">
                <a:latin typeface="Consolas"/>
                <a:cs typeface="Consolas"/>
              </a:rPr>
              <a:t>Statistics</a:t>
            </a:r>
            <a:r>
              <a:rPr sz="2300" spc="4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class</a:t>
            </a:r>
            <a:r>
              <a:rPr sz="2300" spc="50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has</a:t>
            </a:r>
            <a:r>
              <a:rPr sz="2300" spc="50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default</a:t>
            </a:r>
            <a:r>
              <a:rPr sz="2300" spc="50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constructor</a:t>
            </a:r>
            <a:r>
              <a:rPr sz="2300" spc="4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for</a:t>
            </a:r>
            <a:r>
              <a:rPr sz="2300" spc="50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more</a:t>
            </a:r>
            <a:r>
              <a:rPr sz="2300" spc="50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flexibility</a:t>
            </a:r>
            <a:r>
              <a:rPr sz="2300" spc="50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when</a:t>
            </a:r>
            <a:r>
              <a:rPr sz="2300" spc="4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we</a:t>
            </a:r>
            <a:r>
              <a:rPr sz="2300" spc="50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get</a:t>
            </a:r>
            <a:r>
              <a:rPr sz="2300" spc="50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statistics,</a:t>
            </a:r>
            <a:r>
              <a:rPr sz="2300" spc="50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although</a:t>
            </a:r>
            <a:r>
              <a:rPr sz="2300" spc="45" dirty="0">
                <a:latin typeface="Consolas"/>
                <a:cs typeface="Consolas"/>
              </a:rPr>
              <a:t> </a:t>
            </a:r>
            <a:r>
              <a:rPr sz="2300" spc="-25" dirty="0">
                <a:latin typeface="Consolas"/>
                <a:cs typeface="Consolas"/>
              </a:rPr>
              <a:t>it </a:t>
            </a:r>
            <a:r>
              <a:rPr sz="2300" dirty="0">
                <a:latin typeface="Consolas"/>
                <a:cs typeface="Consolas"/>
              </a:rPr>
              <a:t>is</a:t>
            </a:r>
            <a:r>
              <a:rPr sz="2300" spc="-9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not</a:t>
            </a:r>
            <a:r>
              <a:rPr sz="2300" spc="-90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needed</a:t>
            </a:r>
            <a:r>
              <a:rPr sz="2300" spc="-90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at</a:t>
            </a:r>
            <a:r>
              <a:rPr sz="2300" spc="-9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the</a:t>
            </a:r>
            <a:r>
              <a:rPr sz="2300" spc="-90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moment</a:t>
            </a:r>
            <a:r>
              <a:rPr sz="2300" spc="-90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(the</a:t>
            </a:r>
            <a:r>
              <a:rPr sz="2300" spc="-9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program</a:t>
            </a:r>
            <a:r>
              <a:rPr sz="2300" spc="-90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only</a:t>
            </a:r>
            <a:r>
              <a:rPr sz="2300" spc="-90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uses</a:t>
            </a:r>
            <a:r>
              <a:rPr sz="2300" spc="-9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parameterized</a:t>
            </a:r>
            <a:r>
              <a:rPr sz="2300" spc="-90" dirty="0">
                <a:latin typeface="Consolas"/>
                <a:cs typeface="Consolas"/>
              </a:rPr>
              <a:t> </a:t>
            </a:r>
            <a:r>
              <a:rPr sz="2300" spc="-10" dirty="0">
                <a:latin typeface="Consolas"/>
                <a:cs typeface="Consolas"/>
              </a:rPr>
              <a:t>constructor)</a:t>
            </a:r>
            <a:endParaRPr sz="2300">
              <a:latin typeface="Consolas"/>
              <a:cs typeface="Consolas"/>
            </a:endParaRPr>
          </a:p>
          <a:p>
            <a:pPr marL="12700" marR="5080" algn="just">
              <a:lnSpc>
                <a:spcPct val="114100"/>
              </a:lnSpc>
            </a:pPr>
            <a:r>
              <a:rPr sz="2300" dirty="0">
                <a:latin typeface="Consolas"/>
                <a:cs typeface="Consolas"/>
              </a:rPr>
              <a:t>for</a:t>
            </a:r>
            <a:r>
              <a:rPr sz="2300" spc="4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core</a:t>
            </a:r>
            <a:r>
              <a:rPr sz="2300" spc="4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business</a:t>
            </a:r>
            <a:r>
              <a:rPr sz="2300" spc="4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and</a:t>
            </a:r>
            <a:r>
              <a:rPr sz="2300" spc="4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view</a:t>
            </a:r>
            <a:r>
              <a:rPr sz="2300" spc="4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classes,</a:t>
            </a:r>
            <a:r>
              <a:rPr sz="2300" spc="4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having</a:t>
            </a:r>
            <a:r>
              <a:rPr sz="2300" spc="4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a</a:t>
            </a:r>
            <a:r>
              <a:rPr sz="2300" spc="50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default</a:t>
            </a:r>
            <a:r>
              <a:rPr sz="2300" spc="4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constructor</a:t>
            </a:r>
            <a:r>
              <a:rPr sz="2300" spc="4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might</a:t>
            </a:r>
            <a:r>
              <a:rPr sz="2300" spc="4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lead</a:t>
            </a:r>
            <a:r>
              <a:rPr sz="2300" spc="4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to</a:t>
            </a:r>
            <a:r>
              <a:rPr sz="2300" spc="4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creating</a:t>
            </a:r>
            <a:r>
              <a:rPr sz="2300" spc="4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an</a:t>
            </a:r>
            <a:r>
              <a:rPr sz="2300" spc="50" dirty="0">
                <a:latin typeface="Consolas"/>
                <a:cs typeface="Consolas"/>
              </a:rPr>
              <a:t> </a:t>
            </a:r>
            <a:r>
              <a:rPr sz="2300" spc="-10" dirty="0">
                <a:latin typeface="Consolas"/>
                <a:cs typeface="Consolas"/>
              </a:rPr>
              <a:t>object </a:t>
            </a:r>
            <a:r>
              <a:rPr sz="2300" dirty="0">
                <a:latin typeface="Consolas"/>
                <a:cs typeface="Consolas"/>
              </a:rPr>
              <a:t>that</a:t>
            </a:r>
            <a:r>
              <a:rPr sz="2300" spc="-280" dirty="0">
                <a:latin typeface="Consolas"/>
                <a:cs typeface="Consolas"/>
              </a:rPr>
              <a:t>  </a:t>
            </a:r>
            <a:r>
              <a:rPr sz="2300" dirty="0">
                <a:latin typeface="Consolas"/>
                <a:cs typeface="Consolas"/>
              </a:rPr>
              <a:t>cannot</a:t>
            </a:r>
            <a:r>
              <a:rPr sz="2300" spc="-275" dirty="0">
                <a:latin typeface="Consolas"/>
                <a:cs typeface="Consolas"/>
              </a:rPr>
              <a:t>  </a:t>
            </a:r>
            <a:r>
              <a:rPr sz="2300" dirty="0">
                <a:latin typeface="Consolas"/>
                <a:cs typeface="Consolas"/>
              </a:rPr>
              <a:t>function</a:t>
            </a:r>
            <a:r>
              <a:rPr sz="2300" spc="-280" dirty="0">
                <a:latin typeface="Consolas"/>
                <a:cs typeface="Consolas"/>
              </a:rPr>
              <a:t>  </a:t>
            </a:r>
            <a:r>
              <a:rPr sz="2300" dirty="0">
                <a:latin typeface="Consolas"/>
                <a:cs typeface="Consolas"/>
              </a:rPr>
              <a:t>correctly,</a:t>
            </a:r>
            <a:r>
              <a:rPr sz="2300" spc="-275" dirty="0">
                <a:latin typeface="Consolas"/>
                <a:cs typeface="Consolas"/>
              </a:rPr>
              <a:t>  </a:t>
            </a:r>
            <a:r>
              <a:rPr sz="2300" dirty="0">
                <a:latin typeface="Consolas"/>
                <a:cs typeface="Consolas"/>
              </a:rPr>
              <a:t>undermining</a:t>
            </a:r>
            <a:r>
              <a:rPr sz="2300" spc="-280" dirty="0">
                <a:latin typeface="Consolas"/>
                <a:cs typeface="Consolas"/>
              </a:rPr>
              <a:t>  </a:t>
            </a:r>
            <a:r>
              <a:rPr sz="2300" dirty="0">
                <a:latin typeface="Consolas"/>
                <a:cs typeface="Consolas"/>
              </a:rPr>
              <a:t>the</a:t>
            </a:r>
            <a:r>
              <a:rPr sz="2300" spc="-275" dirty="0">
                <a:latin typeface="Consolas"/>
                <a:cs typeface="Consolas"/>
              </a:rPr>
              <a:t>  </a:t>
            </a:r>
            <a:r>
              <a:rPr sz="2300" dirty="0">
                <a:latin typeface="Consolas"/>
                <a:cs typeface="Consolas"/>
              </a:rPr>
              <a:t>program</a:t>
            </a:r>
            <a:r>
              <a:rPr sz="2300" spc="-275" dirty="0">
                <a:latin typeface="Consolas"/>
                <a:cs typeface="Consolas"/>
              </a:rPr>
              <a:t>  </a:t>
            </a:r>
            <a:r>
              <a:rPr sz="2300" dirty="0">
                <a:latin typeface="Consolas"/>
                <a:cs typeface="Consolas"/>
              </a:rPr>
              <a:t>structure.</a:t>
            </a:r>
            <a:r>
              <a:rPr sz="2300" spc="-280" dirty="0">
                <a:latin typeface="Consolas"/>
                <a:cs typeface="Consolas"/>
              </a:rPr>
              <a:t>  </a:t>
            </a:r>
            <a:r>
              <a:rPr sz="2300" dirty="0">
                <a:latin typeface="Consolas"/>
                <a:cs typeface="Consolas"/>
              </a:rPr>
              <a:t>Having</a:t>
            </a:r>
            <a:r>
              <a:rPr sz="2300" spc="-275" dirty="0">
                <a:latin typeface="Consolas"/>
                <a:cs typeface="Consolas"/>
              </a:rPr>
              <a:t>  </a:t>
            </a:r>
            <a:r>
              <a:rPr sz="2300" dirty="0">
                <a:latin typeface="Consolas"/>
                <a:cs typeface="Consolas"/>
              </a:rPr>
              <a:t>only</a:t>
            </a:r>
            <a:r>
              <a:rPr sz="2300" spc="-280" dirty="0">
                <a:latin typeface="Consolas"/>
                <a:cs typeface="Consolas"/>
              </a:rPr>
              <a:t>  </a:t>
            </a:r>
            <a:r>
              <a:rPr sz="2300" spc="-10" dirty="0">
                <a:latin typeface="Consolas"/>
                <a:cs typeface="Consolas"/>
              </a:rPr>
              <a:t>parameterized </a:t>
            </a:r>
            <a:r>
              <a:rPr sz="2300" dirty="0">
                <a:latin typeface="Consolas"/>
                <a:cs typeface="Consolas"/>
              </a:rPr>
              <a:t>constructors</a:t>
            </a:r>
            <a:r>
              <a:rPr sz="2300" spc="-120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forces</a:t>
            </a:r>
            <a:r>
              <a:rPr sz="2300" spc="-120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Main</a:t>
            </a:r>
            <a:r>
              <a:rPr sz="2300" spc="-114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class</a:t>
            </a:r>
            <a:r>
              <a:rPr sz="2300" spc="-120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to</a:t>
            </a:r>
            <a:r>
              <a:rPr sz="2300" spc="-120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provide</a:t>
            </a:r>
            <a:r>
              <a:rPr sz="2300" spc="-114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necessary</a:t>
            </a:r>
            <a:r>
              <a:rPr sz="2300" spc="-120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dependencies</a:t>
            </a:r>
            <a:r>
              <a:rPr sz="2300" spc="-114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before</a:t>
            </a:r>
            <a:r>
              <a:rPr sz="2300" spc="-120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creating</a:t>
            </a:r>
            <a:r>
              <a:rPr sz="2300" spc="-120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a</a:t>
            </a:r>
            <a:r>
              <a:rPr sz="2300" spc="-114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valid</a:t>
            </a:r>
            <a:r>
              <a:rPr sz="2300" spc="-120" dirty="0">
                <a:latin typeface="Consolas"/>
                <a:cs typeface="Consolas"/>
              </a:rPr>
              <a:t> </a:t>
            </a:r>
            <a:r>
              <a:rPr sz="2300" spc="-10" dirty="0">
                <a:latin typeface="Consolas"/>
                <a:cs typeface="Consolas"/>
              </a:rPr>
              <a:t>object</a:t>
            </a:r>
            <a:endParaRPr sz="2300">
              <a:latin typeface="Consolas"/>
              <a:cs typeface="Consolas"/>
            </a:endParaRPr>
          </a:p>
        </p:txBody>
      </p:sp>
      <p:pic>
        <p:nvPicPr>
          <p:cNvPr id="27" name="object 2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4924" y="7171689"/>
            <a:ext cx="76200" cy="76199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4924" y="7971789"/>
            <a:ext cx="76200" cy="761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1408</Words>
  <Application>Microsoft Office PowerPoint</Application>
  <PresentationFormat>Custom</PresentationFormat>
  <Paragraphs>92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Consolas</vt:lpstr>
      <vt:lpstr>Trebuchet MS</vt:lpstr>
      <vt:lpstr>Office Theme</vt:lpstr>
      <vt:lpstr>A report on the Mountain Hiking Challenge Registration Java program</vt:lpstr>
      <vt:lpstr>Background</vt:lpstr>
      <vt:lpstr>Description</vt:lpstr>
      <vt:lpstr>Decomposition</vt:lpstr>
      <vt:lpstr>package models;</vt:lpstr>
      <vt:lpstr>Program Flow</vt:lpstr>
      <vt:lpstr>Algorithm Design</vt:lpstr>
      <vt:lpstr>Pattern Recognition</vt:lpstr>
      <vt:lpstr>Abstraction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LAB211 - MountainHiking - PhamAnKhang</dc:title>
  <dc:creator>AnKhang Pham</dc:creator>
  <cp:keywords>DAGzyTRR-gY,BAGPwZ8oqb8,0</cp:keywords>
  <cp:lastModifiedBy>Phạm An Khang</cp:lastModifiedBy>
  <cp:revision>1</cp:revision>
  <dcterms:created xsi:type="dcterms:W3CDTF">2026-05-29T13:53:29Z</dcterms:created>
  <dcterms:modified xsi:type="dcterms:W3CDTF">2026-05-29T13:54:18Z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2025-10-13T00:00:00Z</vt:filetime>
  </property>
  <property fmtid="{D5CDD505-2E9C-101B-9397-08002B2CF9AE}" pid="4" name="Creator">
    <vt:lpwstr>Canva</vt:lpwstr>
  </property>
  <property fmtid="{D5CDD505-2E9C-101B-9397-08002B2CF9AE}" pid="5" name="LastSaved">
    <vt:filetime>2026-05-29T00:00:00Z</vt:filetime>
  </property>
  <property fmtid="{D5CDD505-2E9C-101B-9397-08002B2CF9AE}" pid="6" name="Producer">
    <vt:lpwstr>Canva</vt:lpwstr>
  </property>
</Properties>
</file>